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ags/tag2.xml" ContentType="application/vnd.openxmlformats-officedocument.presentationml.tags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2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theme/theme3.xml" ContentType="application/vnd.openxmlformats-officedocument.theme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5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theme/theme6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theme/theme7.xml" ContentType="application/vnd.openxmlformats-officedocument.theme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theme/theme8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9.xml" ContentType="application/vnd.openxmlformats-officedocument.theme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tags/tag15.xml" ContentType="application/vnd.openxmlformats-officedocument.presentationml.tags+xml"/>
  <Override PartName="/ppt/notesSlides/notesSlide4.xml" ContentType="application/vnd.openxmlformats-officedocument.presentationml.notesSlide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notesSlides/notesSlide6.xml" ContentType="application/vnd.openxmlformats-officedocument.presentationml.notesSlide+xml"/>
  <Override PartName="/ppt/tags/tag18.xml" ContentType="application/vnd.openxmlformats-officedocument.presentationml.tags+xml"/>
  <Override PartName="/ppt/notesSlides/notesSlide7.xml" ContentType="application/vnd.openxmlformats-officedocument.presentationml.notesSlide+xml"/>
  <Override PartName="/ppt/tags/tag19.xml" ContentType="application/vnd.openxmlformats-officedocument.presentationml.tags+xml"/>
  <Override PartName="/ppt/notesSlides/notesSlide8.xml" ContentType="application/vnd.openxmlformats-officedocument.presentationml.notesSlide+xml"/>
  <Override PartName="/ppt/tags/tag20.xml" ContentType="application/vnd.openxmlformats-officedocument.presentationml.tags+xml"/>
  <Override PartName="/ppt/notesSlides/notesSlide9.xml" ContentType="application/vnd.openxmlformats-officedocument.presentationml.notesSlide+xml"/>
  <Override PartName="/ppt/tags/tag21.xml" ContentType="application/vnd.openxmlformats-officedocument.presentationml.tags+xml"/>
  <Override PartName="/ppt/notesSlides/notesSlide10.xml" ContentType="application/vnd.openxmlformats-officedocument.presentationml.notesSlide+xml"/>
  <Override PartName="/ppt/tags/tag22.xml" ContentType="application/vnd.openxmlformats-officedocument.presentationml.tags+xml"/>
  <Override PartName="/ppt/notesSlides/notesSlide11.xml" ContentType="application/vnd.openxmlformats-officedocument.presentationml.notesSlide+xml"/>
  <Override PartName="/ppt/tags/tag23.xml" ContentType="application/vnd.openxmlformats-officedocument.presentationml.tags+xml"/>
  <Override PartName="/ppt/notesSlides/notesSlide12.xml" ContentType="application/vnd.openxmlformats-officedocument.presentationml.notesSlide+xml"/>
  <Override PartName="/ppt/tags/tag24.xml" ContentType="application/vnd.openxmlformats-officedocument.presentationml.tags+xml"/>
  <Override PartName="/ppt/notesSlides/notesSlide13.xml" ContentType="application/vnd.openxmlformats-officedocument.presentationml.notesSlide+xml"/>
  <Override PartName="/ppt/tags/tag25.xml" ContentType="application/vnd.openxmlformats-officedocument.presentationml.tags+xml"/>
  <Override PartName="/ppt/notesSlides/notesSlide14.xml" ContentType="application/vnd.openxmlformats-officedocument.presentationml.notesSlide+xml"/>
  <Override PartName="/ppt/tags/tag26.xml" ContentType="application/vnd.openxmlformats-officedocument.presentationml.tags+xml"/>
  <Override PartName="/ppt/notesSlides/notesSlide15.xml" ContentType="application/vnd.openxmlformats-officedocument.presentationml.notesSlide+xml"/>
  <Override PartName="/ppt/tags/tag27.xml" ContentType="application/vnd.openxmlformats-officedocument.presentationml.tags+xml"/>
  <Override PartName="/ppt/notesSlides/notesSlide16.xml" ContentType="application/vnd.openxmlformats-officedocument.presentationml.notesSlide+xml"/>
  <Override PartName="/ppt/tags/tag28.xml" ContentType="application/vnd.openxmlformats-officedocument.presentationml.tags+xml"/>
  <Override PartName="/ppt/notesSlides/notesSlide17.xml" ContentType="application/vnd.openxmlformats-officedocument.presentationml.notesSlide+xml"/>
  <Override PartName="/ppt/tags/tag29.xml" ContentType="application/vnd.openxmlformats-officedocument.presentationml.tags+xml"/>
  <Override PartName="/ppt/notesSlides/notesSlide18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9.xml" ContentType="application/vnd.openxmlformats-officedocument.presentationml.notesSlide+xml"/>
  <Override PartName="/ppt/tags/tag32.xml" ContentType="application/vnd.openxmlformats-officedocument.presentationml.tags+xml"/>
  <Override PartName="/ppt/notesSlides/notesSlide20.xml" ContentType="application/vnd.openxmlformats-officedocument.presentationml.notesSlide+xml"/>
  <Override PartName="/ppt/tags/tag33.xml" ContentType="application/vnd.openxmlformats-officedocument.presentationml.tags+xml"/>
  <Override PartName="/ppt/notesSlides/notesSlide21.xml" ContentType="application/vnd.openxmlformats-officedocument.presentationml.notesSlide+xml"/>
  <Override PartName="/ppt/tags/tag34.xml" ContentType="application/vnd.openxmlformats-officedocument.presentationml.tags+xml"/>
  <Override PartName="/ppt/notesSlides/notesSlide22.xml" ContentType="application/vnd.openxmlformats-officedocument.presentationml.notesSlide+xml"/>
  <Override PartName="/ppt/tags/tag35.xml" ContentType="application/vnd.openxmlformats-officedocument.presentationml.tags+xml"/>
  <Override PartName="/ppt/notesSlides/notesSlide23.xml" ContentType="application/vnd.openxmlformats-officedocument.presentationml.notesSlide+xml"/>
  <Override PartName="/ppt/tags/tag36.xml" ContentType="application/vnd.openxmlformats-officedocument.presentationml.tags+xml"/>
  <Override PartName="/ppt/notesSlides/notesSlide24.xml" ContentType="application/vnd.openxmlformats-officedocument.presentationml.notesSlide+xml"/>
  <Override PartName="/ppt/tags/tag37.xml" ContentType="application/vnd.openxmlformats-officedocument.presentationml.tags+xml"/>
  <Override PartName="/ppt/notesSlides/notesSlide25.xml" ContentType="application/vnd.openxmlformats-officedocument.presentationml.notesSlide+xml"/>
  <Override PartName="/ppt/tags/tag38.xml" ContentType="application/vnd.openxmlformats-officedocument.presentationml.tags+xml"/>
  <Override PartName="/ppt/notesSlides/notesSlide26.xml" ContentType="application/vnd.openxmlformats-officedocument.presentationml.notesSlide+xml"/>
  <Override PartName="/ppt/tags/tag39.xml" ContentType="application/vnd.openxmlformats-officedocument.presentationml.tags+xml"/>
  <Override PartName="/ppt/notesSlides/notesSlide27.xml" ContentType="application/vnd.openxmlformats-officedocument.presentationml.notesSlide+xml"/>
  <Override PartName="/ppt/tags/tag40.xml" ContentType="application/vnd.openxmlformats-officedocument.presentationml.tags+xml"/>
  <Override PartName="/ppt/notesSlides/notesSlide28.xml" ContentType="application/vnd.openxmlformats-officedocument.presentationml.notesSlide+xml"/>
  <Override PartName="/ppt/tags/tag41.xml" ContentType="application/vnd.openxmlformats-officedocument.presentationml.tags+xml"/>
  <Override PartName="/ppt/notesSlides/notesSlide29.xml" ContentType="application/vnd.openxmlformats-officedocument.presentationml.notesSlide+xml"/>
  <Override PartName="/ppt/tags/tag42.xml" ContentType="application/vnd.openxmlformats-officedocument.presentationml.tags+xml"/>
  <Override PartName="/ppt/notesSlides/notesSlide30.xml" ContentType="application/vnd.openxmlformats-officedocument.presentationml.notesSlide+xml"/>
  <Override PartName="/ppt/tags/tag43.xml" ContentType="application/vnd.openxmlformats-officedocument.presentationml.tags+xml"/>
  <Override PartName="/ppt/notesSlides/notesSlide31.xml" ContentType="application/vnd.openxmlformats-officedocument.presentationml.notesSlide+xml"/>
  <Override PartName="/ppt/tags/tag44.xml" ContentType="application/vnd.openxmlformats-officedocument.presentationml.tags+xml"/>
  <Override PartName="/ppt/notesSlides/notesSlide32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33.xml" ContentType="application/vnd.openxmlformats-officedocument.presentationml.notesSlide+xml"/>
  <Override PartName="/ppt/tags/tag47.xml" ContentType="application/vnd.openxmlformats-officedocument.presentationml.tags+xml"/>
  <Override PartName="/ppt/notesSlides/notesSlide34.xml" ContentType="application/vnd.openxmlformats-officedocument.presentationml.notesSlide+xml"/>
  <Override PartName="/ppt/tags/tag48.xml" ContentType="application/vnd.openxmlformats-officedocument.presentationml.tags+xml"/>
  <Override PartName="/ppt/notesSlides/notesSlide35.xml" ContentType="application/vnd.openxmlformats-officedocument.presentationml.notesSlide+xml"/>
  <Override PartName="/ppt/tags/tag49.xml" ContentType="application/vnd.openxmlformats-officedocument.presentationml.tags+xml"/>
  <Override PartName="/ppt/notesSlides/notesSlide36.xml" ContentType="application/vnd.openxmlformats-officedocument.presentationml.notesSlide+xml"/>
  <Override PartName="/ppt/tags/tag50.xml" ContentType="application/vnd.openxmlformats-officedocument.presentationml.tags+xml"/>
  <Override PartName="/ppt/notesSlides/notesSlide37.xml" ContentType="application/vnd.openxmlformats-officedocument.presentationml.notesSlide+xml"/>
  <Override PartName="/ppt/tags/tag51.xml" ContentType="application/vnd.openxmlformats-officedocument.presentationml.tags+xml"/>
  <Override PartName="/ppt/notesSlides/notesSlide38.xml" ContentType="application/vnd.openxmlformats-officedocument.presentationml.notesSlide+xml"/>
  <Override PartName="/ppt/tags/tag52.xml" ContentType="application/vnd.openxmlformats-officedocument.presentationml.tags+xml"/>
  <Override PartName="/ppt/notesSlides/notesSlide39.xml" ContentType="application/vnd.openxmlformats-officedocument.presentationml.notesSlide+xml"/>
  <Override PartName="/ppt/tags/tag53.xml" ContentType="application/vnd.openxmlformats-officedocument.presentationml.tags+xml"/>
  <Override PartName="/ppt/notesSlides/notesSlide40.xml" ContentType="application/vnd.openxmlformats-officedocument.presentationml.notesSlide+xml"/>
  <Override PartName="/ppt/tags/tag54.xml" ContentType="application/vnd.openxmlformats-officedocument.presentationml.tags+xml"/>
  <Override PartName="/ppt/notesSlides/notesSlide41.xml" ContentType="application/vnd.openxmlformats-officedocument.presentationml.notesSlide+xml"/>
  <Override PartName="/ppt/tags/tag55.xml" ContentType="application/vnd.openxmlformats-officedocument.presentationml.tags+xml"/>
  <Override PartName="/ppt/notesSlides/notesSlide42.xml" ContentType="application/vnd.openxmlformats-officedocument.presentationml.notesSlide+xml"/>
  <Override PartName="/ppt/tags/tag56.xml" ContentType="application/vnd.openxmlformats-officedocument.presentationml.tags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726" r:id="rId2"/>
    <p:sldMasterId id="2147483745" r:id="rId3"/>
    <p:sldMasterId id="2147483810" r:id="rId4"/>
    <p:sldMasterId id="2147483815" r:id="rId5"/>
    <p:sldMasterId id="2147483820" r:id="rId6"/>
    <p:sldMasterId id="2147483825" r:id="rId7"/>
    <p:sldMasterId id="2147483848" r:id="rId8"/>
  </p:sldMasterIdLst>
  <p:notesMasterIdLst>
    <p:notesMasterId r:id="rId54"/>
  </p:notesMasterIdLst>
  <p:sldIdLst>
    <p:sldId id="270" r:id="rId9"/>
    <p:sldId id="453" r:id="rId10"/>
    <p:sldId id="454" r:id="rId11"/>
    <p:sldId id="571" r:id="rId12"/>
    <p:sldId id="636" r:id="rId13"/>
    <p:sldId id="637" r:id="rId14"/>
    <p:sldId id="573" r:id="rId15"/>
    <p:sldId id="574" r:id="rId16"/>
    <p:sldId id="575" r:id="rId17"/>
    <p:sldId id="578" r:id="rId18"/>
    <p:sldId id="579" r:id="rId19"/>
    <p:sldId id="580" r:id="rId20"/>
    <p:sldId id="581" r:id="rId21"/>
    <p:sldId id="639" r:id="rId22"/>
    <p:sldId id="635" r:id="rId23"/>
    <p:sldId id="620" r:id="rId24"/>
    <p:sldId id="621" r:id="rId25"/>
    <p:sldId id="622" r:id="rId26"/>
    <p:sldId id="296" r:id="rId27"/>
    <p:sldId id="387" r:id="rId28"/>
    <p:sldId id="371" r:id="rId29"/>
    <p:sldId id="375" r:id="rId30"/>
    <p:sldId id="370" r:id="rId31"/>
    <p:sldId id="360" r:id="rId32"/>
    <p:sldId id="646" r:id="rId33"/>
    <p:sldId id="362" r:id="rId34"/>
    <p:sldId id="394" r:id="rId35"/>
    <p:sldId id="395" r:id="rId36"/>
    <p:sldId id="413" r:id="rId37"/>
    <p:sldId id="647" r:id="rId38"/>
    <p:sldId id="648" r:id="rId39"/>
    <p:sldId id="623" r:id="rId40"/>
    <p:sldId id="423" r:id="rId41"/>
    <p:sldId id="418" r:id="rId42"/>
    <p:sldId id="640" r:id="rId43"/>
    <p:sldId id="401" r:id="rId44"/>
    <p:sldId id="642" r:id="rId45"/>
    <p:sldId id="643" r:id="rId46"/>
    <p:sldId id="644" r:id="rId47"/>
    <p:sldId id="645" r:id="rId48"/>
    <p:sldId id="546" r:id="rId49"/>
    <p:sldId id="641" r:id="rId50"/>
    <p:sldId id="474" r:id="rId51"/>
    <p:sldId id="633" r:id="rId52"/>
    <p:sldId id="493" r:id="rId53"/>
  </p:sldIdLst>
  <p:sldSz cx="12192000" cy="6858000"/>
  <p:notesSz cx="6858000" cy="9144000"/>
  <p:embeddedFontLst>
    <p:embeddedFont>
      <p:font typeface="Calibri" panose="020F0502020204030204" pitchFamily="34" charset="0"/>
      <p:regular r:id="rId55"/>
      <p:bold r:id="rId56"/>
      <p:italic r:id="rId57"/>
      <p:boldItalic r:id="rId58"/>
    </p:embeddedFont>
    <p:embeddedFont>
      <p:font typeface="Calibri Light" panose="020F0302020204030204" pitchFamily="34" charset="0"/>
      <p:regular r:id="rId59"/>
      <p:italic r:id="rId60"/>
    </p:embeddedFont>
    <p:embeddedFont>
      <p:font typeface="Helvetica" panose="020B0604020202020204" pitchFamily="34" charset="0"/>
      <p:regular r:id="rId61"/>
      <p:bold r:id="rId62"/>
      <p:italic r:id="rId63"/>
      <p:boldItalic r:id="rId64"/>
    </p:embeddedFont>
    <p:embeddedFont>
      <p:font typeface="MTS Extended" panose="020B0306020102020303" pitchFamily="34" charset="0"/>
      <p:regular r:id="rId65"/>
      <p:bold r:id="rId66"/>
    </p:embeddedFont>
    <p:embeddedFont>
      <p:font typeface="MTS Sans" panose="02000000000000000000" pitchFamily="50" charset="0"/>
      <p:regular r:id="rId67"/>
      <p:bold r:id="rId68"/>
    </p:embeddedFont>
    <p:embeddedFont>
      <p:font typeface="MTS Sans Black" panose="02000000000000000000" pitchFamily="50" charset="0"/>
      <p:bold r:id="rId69"/>
    </p:embeddedFont>
    <p:embeddedFont>
      <p:font typeface="MTS Sans Medium" panose="02000000000000000000" pitchFamily="50" charset="0"/>
      <p:regular r:id="rId70"/>
    </p:embeddedFont>
    <p:embeddedFont>
      <p:font typeface="MTS Sans UltraWide" panose="02000000000000000000" pitchFamily="50" charset="0"/>
      <p:bold r:id="rId71"/>
    </p:embeddedFont>
    <p:embeddedFont>
      <p:font typeface="MTS Text" panose="020B0306020102020303" pitchFamily="34" charset="0"/>
      <p:regular r:id="rId72"/>
      <p:bold r:id="rId73"/>
    </p:embeddedFont>
    <p:embeddedFont>
      <p:font typeface="MTS Text Medium" panose="020B0306020102020303" pitchFamily="34" charset="0"/>
      <p:regular r:id="rId74"/>
    </p:embeddedFont>
    <p:embeddedFont>
      <p:font typeface="MTS Wide" panose="020B0306020102020303" pitchFamily="34" charset="0"/>
      <p:regular r:id="rId75"/>
      <p:bold r:id="rId76"/>
    </p:embeddedFont>
    <p:embeddedFont>
      <p:font typeface="MTS Wide Medium" panose="020B0306020102020303" pitchFamily="34" charset="0"/>
      <p:regular r:id="rId77"/>
    </p:embeddedFont>
  </p:embeddedFontLst>
  <p:custDataLst>
    <p:tags r:id="rId78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6" d="100"/>
          <a:sy n="86" d="100"/>
        </p:scale>
        <p:origin x="4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font" Target="fonts/font9.fntdata"/><Relationship Id="rId68" Type="http://schemas.openxmlformats.org/officeDocument/2006/relationships/font" Target="fonts/font14.fntdata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font" Target="fonts/font4.fntdata"/><Relationship Id="rId74" Type="http://schemas.openxmlformats.org/officeDocument/2006/relationships/font" Target="fonts/font20.fntdata"/><Relationship Id="rId79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font" Target="fonts/font7.fntdata"/><Relationship Id="rId82" Type="http://schemas.openxmlformats.org/officeDocument/2006/relationships/tableStyles" Target="tableStyles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font" Target="fonts/font2.fntdata"/><Relationship Id="rId64" Type="http://schemas.openxmlformats.org/officeDocument/2006/relationships/font" Target="fonts/font10.fntdata"/><Relationship Id="rId69" Type="http://schemas.openxmlformats.org/officeDocument/2006/relationships/font" Target="fonts/font15.fntdata"/><Relationship Id="rId77" Type="http://schemas.openxmlformats.org/officeDocument/2006/relationships/font" Target="fonts/font23.fntdata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3.xml"/><Relationship Id="rId72" Type="http://schemas.openxmlformats.org/officeDocument/2006/relationships/font" Target="fonts/font18.fntdata"/><Relationship Id="rId80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font" Target="fonts/font5.fntdata"/><Relationship Id="rId67" Type="http://schemas.openxmlformats.org/officeDocument/2006/relationships/font" Target="fonts/font13.fntdata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notesMaster" Target="notesMasters/notesMaster1.xml"/><Relationship Id="rId62" Type="http://schemas.openxmlformats.org/officeDocument/2006/relationships/font" Target="fonts/font8.fntdata"/><Relationship Id="rId70" Type="http://schemas.openxmlformats.org/officeDocument/2006/relationships/font" Target="fonts/font16.fntdata"/><Relationship Id="rId75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font" Target="fonts/font3.fntdata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font" Target="fonts/font6.fntdata"/><Relationship Id="rId65" Type="http://schemas.openxmlformats.org/officeDocument/2006/relationships/font" Target="fonts/font11.fntdata"/><Relationship Id="rId73" Type="http://schemas.openxmlformats.org/officeDocument/2006/relationships/font" Target="fonts/font19.fntdata"/><Relationship Id="rId78" Type="http://schemas.openxmlformats.org/officeDocument/2006/relationships/tags" Target="tags/tag1.xml"/><Relationship Id="rId8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font" Target="fonts/font1.fntdata"/><Relationship Id="rId76" Type="http://schemas.openxmlformats.org/officeDocument/2006/relationships/font" Target="fonts/font22.fntdata"/><Relationship Id="rId7" Type="http://schemas.openxmlformats.org/officeDocument/2006/relationships/slideMaster" Target="slideMasters/slideMaster7.xml"/><Relationship Id="rId71" Type="http://schemas.openxmlformats.org/officeDocument/2006/relationships/font" Target="fonts/font17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font" Target="fonts/font12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7712BA-8DD4-4F45-84DC-AC1911A75AA1}" type="datetimeFigureOut">
              <a:rPr lang="ru-RU" smtClean="0"/>
              <a:t>03.04.2025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2D60A-633E-46F0-A172-FB4C368841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760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2D60A-633E-46F0-A172-FB4C3688419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1953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4265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682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9692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0290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0766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29828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34820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90631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17838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96926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87398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26698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03383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33342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2D60A-633E-46F0-A172-FB4C3688419C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02020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2D60A-633E-46F0-A172-FB4C3688419C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8861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41687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2328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93591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2D60A-633E-46F0-A172-FB4C3688419C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60513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2D60A-633E-46F0-A172-FB4C3688419C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22222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2D60A-633E-46F0-A172-FB4C3688419C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5182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2D60A-633E-46F0-A172-FB4C3688419C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7214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2D60A-633E-46F0-A172-FB4C3688419C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49776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2D60A-633E-46F0-A172-FB4C3688419C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7058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2D60A-633E-46F0-A172-FB4C3688419C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94719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2D60A-633E-46F0-A172-FB4C3688419C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79883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2D60A-633E-46F0-A172-FB4C3688419C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6936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2D60A-633E-46F0-A172-FB4C3688419C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95242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2D60A-633E-46F0-A172-FB4C3688419C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76949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44403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450451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2D60A-633E-46F0-A172-FB4C3688419C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3956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2D60A-633E-46F0-A172-FB4C3688419C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950797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756548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44625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177270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2D60A-633E-46F0-A172-FB4C3688419C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58434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057112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2D60A-633E-46F0-A172-FB4C3688419C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834276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643725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259449-8D05-43AF-8039-BC6296BAE96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806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8.svg"/><Relationship Id="rId4" Type="http://schemas.openxmlformats.org/officeDocument/2006/relationships/image" Target="../media/image3.png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.bin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3.bin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.bin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3.bin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4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4.bin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2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5.bin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10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4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7.bin"/></Relationships>
</file>

<file path=ppt/slideLayouts/_rels/slideLayout17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1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2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8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D200A4-C939-E2CE-085D-5BF484B600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C69D77-4532-FA58-B251-1AF01FC46E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96410528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головком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7D6CB55B-8B87-B2FF-1410-131EA3C949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6B1A584-3E5C-D906-62EE-C17F9C87E9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Оглавление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34751689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головком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9A3A0E1-4168-571A-9CD9-7FC755A9D321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565832-D859-5D71-1EBA-7D8B78B742A5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B01AE81-473E-90D3-15D5-6590F2234B36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033378E-D784-8235-C829-D25B46216E4D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4DAE1A6-3A7F-12EB-556D-C5EA4B4BB63F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3D98A05D-6965-2052-67F1-75A028CC09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F3F6A58-6211-B93A-C5F9-F14103107D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Оглавление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5383885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главл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9A3A0E1-4168-571A-9CD9-7FC755A9D321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565832-D859-5D71-1EBA-7D8B78B742A5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B01AE81-473E-90D3-15D5-6590F2234B36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033378E-D784-8235-C829-D25B46216E4D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4DAE1A6-3A7F-12EB-556D-C5EA4B4BB63F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FF3C5B-5661-71B9-29A0-BA23C892BC18}"/>
              </a:ext>
            </a:extLst>
          </p:cNvPr>
          <p:cNvCxnSpPr>
            <a:cxnSpLocks/>
          </p:cNvCxnSpPr>
          <p:nvPr userDrawn="1"/>
        </p:nvCxnSpPr>
        <p:spPr>
          <a:xfrm>
            <a:off x="3132376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8CE4488-866C-8BA0-73B5-02F28E7493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9521" y="1440324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E6AADCA-0656-C742-7EB3-1E956864B0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39521" y="2782395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1E56D4-B980-D56D-3BE0-F210174071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39521" y="4124467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D6D83C6-BD43-B2B4-BC15-7717A3C706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39521" y="5466538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20739D9-20B2-6E54-4EBA-697F075857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32376" y="1440324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38F4A499-07C4-916F-C98E-EE0DBE0B0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2376" y="1634300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9C5774C-D0B8-3A33-4C97-A8E1DADD65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2376" y="2781282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F40A66B-464A-31B0-0689-F8A10B934C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32376" y="2975257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4C7E110-F9E9-4B7B-9485-CBAF9B6B96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2376" y="4119221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488F04D3-5F7D-6C84-DECF-747CF4C908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6" y="4313196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E5E0E09-EED9-76F0-D65B-BF01D19F11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2376" y="5466538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E1E9693-B311-9CD3-40CF-39E3AF9883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32376" y="5660513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6551FA8F-69D9-ADB5-1C62-D8958B47AA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43231" y="1440324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AC8A498-CCDC-282E-6841-542482BC1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43231" y="2782395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CC6D508-ABA7-C3A7-5C67-4432D59AA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43231" y="4124467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CBC15B5-4935-D30E-1CBD-707FC5617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43231" y="5466538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774B7833-9C2E-96FF-1FFB-936EB26D7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72368" y="1440324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14A16394-FF19-B1DC-2865-66A199C2EC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72368" y="1634300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E0CB8D96-D74E-1115-8A91-1B2484BADD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72368" y="2781282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F428653-B9CE-0CD5-DFEE-B4E4E0983DB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72368" y="2975257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238170CB-7E29-F254-3EC3-3298E0B21F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72368" y="4119221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0BFC6B6B-2ABA-EB50-ABA3-66C79A487F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72368" y="4313196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8A96A611-539E-5948-4742-EA8CC73119F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72368" y="5466538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32D4A0CC-8656-0740-F685-E0C2FB8E4A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72368" y="5660513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4BEB4EB-318A-5A12-FA2F-AC9C734E7C9A}"/>
              </a:ext>
            </a:extLst>
          </p:cNvPr>
          <p:cNvCxnSpPr>
            <a:cxnSpLocks/>
          </p:cNvCxnSpPr>
          <p:nvPr userDrawn="1"/>
        </p:nvCxnSpPr>
        <p:spPr>
          <a:xfrm>
            <a:off x="3132376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041C314-3976-9DB4-A062-581A6F3D0297}"/>
              </a:ext>
            </a:extLst>
          </p:cNvPr>
          <p:cNvCxnSpPr>
            <a:cxnSpLocks/>
          </p:cNvCxnSpPr>
          <p:nvPr userDrawn="1"/>
        </p:nvCxnSpPr>
        <p:spPr>
          <a:xfrm>
            <a:off x="3132376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36E7F6-BB02-8CF3-2ACC-A2899530D2ED}"/>
              </a:ext>
            </a:extLst>
          </p:cNvPr>
          <p:cNvCxnSpPr>
            <a:cxnSpLocks/>
          </p:cNvCxnSpPr>
          <p:nvPr userDrawn="1"/>
        </p:nvCxnSpPr>
        <p:spPr>
          <a:xfrm>
            <a:off x="3132376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B18007-34EB-4802-265A-36ACBE637E5A}"/>
              </a:ext>
            </a:extLst>
          </p:cNvPr>
          <p:cNvCxnSpPr>
            <a:cxnSpLocks/>
          </p:cNvCxnSpPr>
          <p:nvPr userDrawn="1"/>
        </p:nvCxnSpPr>
        <p:spPr>
          <a:xfrm>
            <a:off x="7863422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652785-279B-23EE-8E08-218DF6822A42}"/>
              </a:ext>
            </a:extLst>
          </p:cNvPr>
          <p:cNvCxnSpPr>
            <a:cxnSpLocks/>
          </p:cNvCxnSpPr>
          <p:nvPr userDrawn="1"/>
        </p:nvCxnSpPr>
        <p:spPr>
          <a:xfrm>
            <a:off x="7863422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B5CAF15-77CC-326B-7ECA-CA2B42906DF1}"/>
              </a:ext>
            </a:extLst>
          </p:cNvPr>
          <p:cNvCxnSpPr>
            <a:cxnSpLocks/>
          </p:cNvCxnSpPr>
          <p:nvPr userDrawn="1"/>
        </p:nvCxnSpPr>
        <p:spPr>
          <a:xfrm>
            <a:off x="7863422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12C011-7B08-939C-7635-0C1FF67455F7}"/>
              </a:ext>
            </a:extLst>
          </p:cNvPr>
          <p:cNvCxnSpPr>
            <a:cxnSpLocks/>
          </p:cNvCxnSpPr>
          <p:nvPr userDrawn="1"/>
        </p:nvCxnSpPr>
        <p:spPr>
          <a:xfrm>
            <a:off x="7863422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4CE81C-0DA7-1235-947C-E6E329283A91}"/>
              </a:ext>
            </a:extLst>
          </p:cNvPr>
          <p:cNvCxnSpPr>
            <a:cxnSpLocks/>
          </p:cNvCxnSpPr>
          <p:nvPr userDrawn="1"/>
        </p:nvCxnSpPr>
        <p:spPr>
          <a:xfrm>
            <a:off x="3132376" y="6692669"/>
            <a:ext cx="4131622" cy="0"/>
          </a:xfrm>
          <a:prstGeom prst="line">
            <a:avLst/>
          </a:prstGeom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CD6B02-81F9-F6C6-8CE7-E2C82EBBA018}"/>
              </a:ext>
            </a:extLst>
          </p:cNvPr>
          <p:cNvCxnSpPr>
            <a:cxnSpLocks/>
          </p:cNvCxnSpPr>
          <p:nvPr userDrawn="1"/>
        </p:nvCxnSpPr>
        <p:spPr>
          <a:xfrm>
            <a:off x="7863422" y="6692669"/>
            <a:ext cx="4131622" cy="0"/>
          </a:xfrm>
          <a:prstGeom prst="line">
            <a:avLst/>
          </a:prstGeom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74A15FAB-10A4-8072-F186-3DD9F6973B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7228398-C859-B5E6-F8FB-AF06CAE08E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Оглавление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808036272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главл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9A3A0E1-4168-571A-9CD9-7FC755A9D321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565832-D859-5D71-1EBA-7D8B78B742A5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B01AE81-473E-90D3-15D5-6590F2234B36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033378E-D784-8235-C829-D25B46216E4D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4DAE1A6-3A7F-12EB-556D-C5EA4B4BB63F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FF3C5B-5661-71B9-29A0-BA23C892BC18}"/>
              </a:ext>
            </a:extLst>
          </p:cNvPr>
          <p:cNvCxnSpPr>
            <a:cxnSpLocks/>
          </p:cNvCxnSpPr>
          <p:nvPr userDrawn="1"/>
        </p:nvCxnSpPr>
        <p:spPr>
          <a:xfrm>
            <a:off x="3132376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8CE4488-866C-8BA0-73B5-02F28E7493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9521" y="1440324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E6AADCA-0656-C742-7EB3-1E956864B0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39521" y="2782395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1E56D4-B980-D56D-3BE0-F210174071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39521" y="4124467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D6D83C6-BD43-B2B4-BC15-7717A3C706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39521" y="5466538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20739D9-20B2-6E54-4EBA-697F075857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32376" y="1440324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38F4A499-07C4-916F-C98E-EE0DBE0B0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2376" y="1634300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9C5774C-D0B8-3A33-4C97-A8E1DADD65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2376" y="2781282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F40A66B-464A-31B0-0689-F8A10B934C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32376" y="2975257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4C7E110-F9E9-4B7B-9485-CBAF9B6B96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2376" y="4119221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488F04D3-5F7D-6C84-DECF-747CF4C908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6" y="4313196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E5E0E09-EED9-76F0-D65B-BF01D19F11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2376" y="5466538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E1E9693-B311-9CD3-40CF-39E3AF9883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32376" y="5660513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6551FA8F-69D9-ADB5-1C62-D8958B47AA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43231" y="1440324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AC8A498-CCDC-282E-6841-542482BC1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43231" y="2782395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CC6D508-ABA7-C3A7-5C67-4432D59AA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43231" y="4124467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CBC15B5-4935-D30E-1CBD-707FC5617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43231" y="5466538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774B7833-9C2E-96FF-1FFB-936EB26D7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72368" y="1440324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14A16394-FF19-B1DC-2865-66A199C2EC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72368" y="1634300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E0CB8D96-D74E-1115-8A91-1B2484BADD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72368" y="2781282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F428653-B9CE-0CD5-DFEE-B4E4E0983DB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72368" y="2975257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238170CB-7E29-F254-3EC3-3298E0B21F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72368" y="4119221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0BFC6B6B-2ABA-EB50-ABA3-66C79A487F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72368" y="4313196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8A96A611-539E-5948-4742-EA8CC73119F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72368" y="5466538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32D4A0CC-8656-0740-F685-E0C2FB8E4A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72368" y="5660513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4BEB4EB-318A-5A12-FA2F-AC9C734E7C9A}"/>
              </a:ext>
            </a:extLst>
          </p:cNvPr>
          <p:cNvCxnSpPr>
            <a:cxnSpLocks/>
          </p:cNvCxnSpPr>
          <p:nvPr userDrawn="1"/>
        </p:nvCxnSpPr>
        <p:spPr>
          <a:xfrm>
            <a:off x="3132376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041C314-3976-9DB4-A062-581A6F3D0297}"/>
              </a:ext>
            </a:extLst>
          </p:cNvPr>
          <p:cNvCxnSpPr>
            <a:cxnSpLocks/>
          </p:cNvCxnSpPr>
          <p:nvPr userDrawn="1"/>
        </p:nvCxnSpPr>
        <p:spPr>
          <a:xfrm>
            <a:off x="3132376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36E7F6-BB02-8CF3-2ACC-A2899530D2ED}"/>
              </a:ext>
            </a:extLst>
          </p:cNvPr>
          <p:cNvCxnSpPr>
            <a:cxnSpLocks/>
          </p:cNvCxnSpPr>
          <p:nvPr userDrawn="1"/>
        </p:nvCxnSpPr>
        <p:spPr>
          <a:xfrm>
            <a:off x="3132376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B18007-34EB-4802-265A-36ACBE637E5A}"/>
              </a:ext>
            </a:extLst>
          </p:cNvPr>
          <p:cNvCxnSpPr>
            <a:cxnSpLocks/>
          </p:cNvCxnSpPr>
          <p:nvPr userDrawn="1"/>
        </p:nvCxnSpPr>
        <p:spPr>
          <a:xfrm>
            <a:off x="7863422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652785-279B-23EE-8E08-218DF6822A42}"/>
              </a:ext>
            </a:extLst>
          </p:cNvPr>
          <p:cNvCxnSpPr>
            <a:cxnSpLocks/>
          </p:cNvCxnSpPr>
          <p:nvPr userDrawn="1"/>
        </p:nvCxnSpPr>
        <p:spPr>
          <a:xfrm>
            <a:off x="7863422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B5CAF15-77CC-326B-7ECA-CA2B42906DF1}"/>
              </a:ext>
            </a:extLst>
          </p:cNvPr>
          <p:cNvCxnSpPr>
            <a:cxnSpLocks/>
          </p:cNvCxnSpPr>
          <p:nvPr userDrawn="1"/>
        </p:nvCxnSpPr>
        <p:spPr>
          <a:xfrm>
            <a:off x="7863422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12C011-7B08-939C-7635-0C1FF67455F7}"/>
              </a:ext>
            </a:extLst>
          </p:cNvPr>
          <p:cNvCxnSpPr>
            <a:cxnSpLocks/>
          </p:cNvCxnSpPr>
          <p:nvPr userDrawn="1"/>
        </p:nvCxnSpPr>
        <p:spPr>
          <a:xfrm>
            <a:off x="7863422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4CE81C-0DA7-1235-947C-E6E329283A91}"/>
              </a:ext>
            </a:extLst>
          </p:cNvPr>
          <p:cNvCxnSpPr>
            <a:cxnSpLocks/>
          </p:cNvCxnSpPr>
          <p:nvPr userDrawn="1"/>
        </p:nvCxnSpPr>
        <p:spPr>
          <a:xfrm>
            <a:off x="3132376" y="6692669"/>
            <a:ext cx="4131622" cy="0"/>
          </a:xfrm>
          <a:prstGeom prst="line">
            <a:avLst/>
          </a:prstGeom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CD6B02-81F9-F6C6-8CE7-E2C82EBBA018}"/>
              </a:ext>
            </a:extLst>
          </p:cNvPr>
          <p:cNvCxnSpPr>
            <a:cxnSpLocks/>
          </p:cNvCxnSpPr>
          <p:nvPr userDrawn="1"/>
        </p:nvCxnSpPr>
        <p:spPr>
          <a:xfrm>
            <a:off x="7863422" y="6692669"/>
            <a:ext cx="4131622" cy="0"/>
          </a:xfrm>
          <a:prstGeom prst="line">
            <a:avLst/>
          </a:prstGeom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74A15FAB-10A4-8072-F186-3DD9F6973B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7228398-C859-B5E6-F8FB-AF06CAE08E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Оглавление</a:t>
            </a:r>
            <a:endParaRPr lang="en-RU" dirty="0"/>
          </a:p>
        </p:txBody>
      </p:sp>
      <p:sp>
        <p:nvSpPr>
          <p:cNvPr id="2" name="Graphic 41">
            <a:extLst>
              <a:ext uri="{FF2B5EF4-FFF2-40B4-BE49-F238E27FC236}">
                <a16:creationId xmlns:a16="http://schemas.microsoft.com/office/drawing/2014/main" id="{7F20F7F7-A770-FB9C-06EA-CCBD16A1C531}"/>
              </a:ext>
            </a:extLst>
          </p:cNvPr>
          <p:cNvSpPr/>
          <p:nvPr userDrawn="1"/>
        </p:nvSpPr>
        <p:spPr>
          <a:xfrm>
            <a:off x="198818" y="6060446"/>
            <a:ext cx="634406" cy="634440"/>
          </a:xfrm>
          <a:custGeom>
            <a:avLst/>
            <a:gdLst>
              <a:gd name="connsiteX0" fmla="*/ 674387 w 1348773"/>
              <a:gd name="connsiteY0" fmla="*/ 1348773 h 1348773"/>
              <a:gd name="connsiteX1" fmla="*/ 0 w 1348773"/>
              <a:gd name="connsiteY1" fmla="*/ 674387 h 1348773"/>
              <a:gd name="connsiteX2" fmla="*/ 674387 w 1348773"/>
              <a:gd name="connsiteY2" fmla="*/ 0 h 1348773"/>
              <a:gd name="connsiteX3" fmla="*/ 1348773 w 1348773"/>
              <a:gd name="connsiteY3" fmla="*/ 674387 h 1348773"/>
              <a:gd name="connsiteX4" fmla="*/ 674387 w 1348773"/>
              <a:gd name="connsiteY4" fmla="*/ 1348773 h 1348773"/>
              <a:gd name="connsiteX5" fmla="*/ 674387 w 1348773"/>
              <a:gd name="connsiteY5" fmla="*/ 13488 h 1348773"/>
              <a:gd name="connsiteX6" fmla="*/ 13488 w 1348773"/>
              <a:gd name="connsiteY6" fmla="*/ 674387 h 1348773"/>
              <a:gd name="connsiteX7" fmla="*/ 674387 w 1348773"/>
              <a:gd name="connsiteY7" fmla="*/ 1335285 h 1348773"/>
              <a:gd name="connsiteX8" fmla="*/ 1335285 w 1348773"/>
              <a:gd name="connsiteY8" fmla="*/ 674387 h 1348773"/>
              <a:gd name="connsiteX9" fmla="*/ 674387 w 1348773"/>
              <a:gd name="connsiteY9" fmla="*/ 13488 h 1348773"/>
              <a:gd name="connsiteX10" fmla="*/ 725100 w 1348773"/>
              <a:gd name="connsiteY10" fmla="*/ 947378 h 1348773"/>
              <a:gd name="connsiteX11" fmla="*/ 715524 w 1348773"/>
              <a:gd name="connsiteY11" fmla="*/ 937802 h 1348773"/>
              <a:gd name="connsiteX12" fmla="*/ 967610 w 1348773"/>
              <a:gd name="connsiteY12" fmla="*/ 685716 h 1348773"/>
              <a:gd name="connsiteX13" fmla="*/ 377656 w 1348773"/>
              <a:gd name="connsiteY13" fmla="*/ 685716 h 1348773"/>
              <a:gd name="connsiteX14" fmla="*/ 377656 w 1348773"/>
              <a:gd name="connsiteY14" fmla="*/ 672228 h 1348773"/>
              <a:gd name="connsiteX15" fmla="*/ 964912 w 1348773"/>
              <a:gd name="connsiteY15" fmla="*/ 672228 h 1348773"/>
              <a:gd name="connsiteX16" fmla="*/ 715659 w 1348773"/>
              <a:gd name="connsiteY16" fmla="*/ 422840 h 1348773"/>
              <a:gd name="connsiteX17" fmla="*/ 725235 w 1348773"/>
              <a:gd name="connsiteY17" fmla="*/ 413264 h 1348773"/>
              <a:gd name="connsiteX18" fmla="*/ 989460 w 1348773"/>
              <a:gd name="connsiteY18" fmla="*/ 677489 h 1348773"/>
              <a:gd name="connsiteX19" fmla="*/ 986628 w 1348773"/>
              <a:gd name="connsiteY19" fmla="*/ 680321 h 1348773"/>
              <a:gd name="connsiteX20" fmla="*/ 989460 w 1348773"/>
              <a:gd name="connsiteY20" fmla="*/ 683154 h 1348773"/>
              <a:gd name="connsiteX21" fmla="*/ 725100 w 1348773"/>
              <a:gd name="connsiteY21" fmla="*/ 947378 h 1348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348773" h="1348773">
                <a:moveTo>
                  <a:pt x="674387" y="1348773"/>
                </a:moveTo>
                <a:cubicBezTo>
                  <a:pt x="302530" y="1348773"/>
                  <a:pt x="0" y="1046243"/>
                  <a:pt x="0" y="674387"/>
                </a:cubicBezTo>
                <a:cubicBezTo>
                  <a:pt x="0" y="302530"/>
                  <a:pt x="302530" y="0"/>
                  <a:pt x="674387" y="0"/>
                </a:cubicBezTo>
                <a:cubicBezTo>
                  <a:pt x="1046243" y="0"/>
                  <a:pt x="1348773" y="302530"/>
                  <a:pt x="1348773" y="674387"/>
                </a:cubicBezTo>
                <a:cubicBezTo>
                  <a:pt x="1348773" y="1046243"/>
                  <a:pt x="1046243" y="1348773"/>
                  <a:pt x="674387" y="1348773"/>
                </a:cubicBezTo>
                <a:close/>
                <a:moveTo>
                  <a:pt x="674387" y="13488"/>
                </a:moveTo>
                <a:cubicBezTo>
                  <a:pt x="309948" y="13488"/>
                  <a:pt x="13488" y="309948"/>
                  <a:pt x="13488" y="674387"/>
                </a:cubicBezTo>
                <a:cubicBezTo>
                  <a:pt x="13488" y="1038825"/>
                  <a:pt x="309948" y="1335285"/>
                  <a:pt x="674387" y="1335285"/>
                </a:cubicBezTo>
                <a:cubicBezTo>
                  <a:pt x="1038825" y="1335285"/>
                  <a:pt x="1335285" y="1038825"/>
                  <a:pt x="1335285" y="674387"/>
                </a:cubicBezTo>
                <a:cubicBezTo>
                  <a:pt x="1335285" y="309948"/>
                  <a:pt x="1038825" y="13488"/>
                  <a:pt x="674387" y="13488"/>
                </a:cubicBezTo>
                <a:close/>
                <a:moveTo>
                  <a:pt x="725100" y="947378"/>
                </a:moveTo>
                <a:lnTo>
                  <a:pt x="715524" y="937802"/>
                </a:lnTo>
                <a:lnTo>
                  <a:pt x="967610" y="685716"/>
                </a:lnTo>
                <a:lnTo>
                  <a:pt x="377656" y="685716"/>
                </a:lnTo>
                <a:lnTo>
                  <a:pt x="377656" y="672228"/>
                </a:lnTo>
                <a:lnTo>
                  <a:pt x="964912" y="672228"/>
                </a:lnTo>
                <a:lnTo>
                  <a:pt x="715659" y="422840"/>
                </a:lnTo>
                <a:lnTo>
                  <a:pt x="725235" y="413264"/>
                </a:lnTo>
                <a:lnTo>
                  <a:pt x="989460" y="677489"/>
                </a:lnTo>
                <a:lnTo>
                  <a:pt x="986628" y="680321"/>
                </a:lnTo>
                <a:lnTo>
                  <a:pt x="989460" y="683154"/>
                </a:lnTo>
                <a:lnTo>
                  <a:pt x="725100" y="947378"/>
                </a:lnTo>
                <a:close/>
              </a:path>
            </a:pathLst>
          </a:custGeom>
          <a:solidFill>
            <a:srgbClr val="000000"/>
          </a:solidFill>
          <a:ln w="13430" cap="flat">
            <a:noFill/>
            <a:prstDash val="solid"/>
            <a:miter/>
          </a:ln>
        </p:spPr>
        <p:txBody>
          <a:bodyPr rtlCol="0" anchor="ctr"/>
          <a:lstStyle/>
          <a:p>
            <a:endParaRPr lang="en-RU" sz="847"/>
          </a:p>
        </p:txBody>
      </p:sp>
    </p:spTree>
    <p:extLst>
      <p:ext uri="{BB962C8B-B14F-4D97-AF65-F5344CB8AC3E}">
        <p14:creationId xmlns:p14="http://schemas.microsoft.com/office/powerpoint/2010/main" val="3300251887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главл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9A3A0E1-4168-571A-9CD9-7FC755A9D321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565832-D859-5D71-1EBA-7D8B78B742A5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B01AE81-473E-90D3-15D5-6590F2234B36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033378E-D784-8235-C829-D25B46216E4D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4DAE1A6-3A7F-12EB-556D-C5EA4B4BB63F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A354B8-D4A7-CFB2-2844-CB15021724CB}"/>
              </a:ext>
            </a:extLst>
          </p:cNvPr>
          <p:cNvCxnSpPr>
            <a:cxnSpLocks/>
          </p:cNvCxnSpPr>
          <p:nvPr userDrawn="1"/>
        </p:nvCxnSpPr>
        <p:spPr>
          <a:xfrm>
            <a:off x="3132376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E33F670C-9844-8AB0-2F99-7DE8A6F5EA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9521" y="1440324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EC86D0C0-A132-DCF5-A7EB-4A4896D532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39521" y="2782395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AB888133-86FC-9770-D3EC-27675CB6085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39521" y="4124467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7EF1A87-4DAA-9406-794E-ADE81A2D4A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39521" y="5466538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8FCA52BD-18EE-14C5-0BBF-DC34A694A4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32376" y="1440324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00AF225C-352B-F96E-BAD1-C88D1B2ACB1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2376" y="1634300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5710A7DD-5BB7-49A4-5B4B-71173246A4D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2376" y="2781282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6859AAA7-093C-A21B-C13C-CC81D2E272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32376" y="2975257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5BFA4620-FE20-2B38-8B5A-74A86B201C0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2376" y="4119221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01.3</a:t>
            </a:r>
            <a:endParaRPr lang="en-RU" dirty="0"/>
          </a:p>
        </p:txBody>
      </p:sp>
      <p:sp>
        <p:nvSpPr>
          <p:cNvPr id="56" name="Text Placeholder 14">
            <a:extLst>
              <a:ext uri="{FF2B5EF4-FFF2-40B4-BE49-F238E27FC236}">
                <a16:creationId xmlns:a16="http://schemas.microsoft.com/office/drawing/2014/main" id="{6D1C3220-F3E1-7F80-0FDC-4C015979D1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6" y="4313196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2B4C5473-7B82-9ED0-4BF7-72167F17826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2376" y="5466538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7C10B8C7-AF18-BD5C-296E-3A255FC0DA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32376" y="5660513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49C561C7-B537-46D0-6E35-5A47A78BEF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43231" y="1440324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60" name="Text Placeholder 14">
            <a:extLst>
              <a:ext uri="{FF2B5EF4-FFF2-40B4-BE49-F238E27FC236}">
                <a16:creationId xmlns:a16="http://schemas.microsoft.com/office/drawing/2014/main" id="{5BD6144A-235C-8F27-6F83-E90119C01E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43231" y="2782395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61" name="Text Placeholder 14">
            <a:extLst>
              <a:ext uri="{FF2B5EF4-FFF2-40B4-BE49-F238E27FC236}">
                <a16:creationId xmlns:a16="http://schemas.microsoft.com/office/drawing/2014/main" id="{3A89C245-8FBB-E173-615B-DB66C2A0A46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43231" y="4124467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62" name="Text Placeholder 14">
            <a:extLst>
              <a:ext uri="{FF2B5EF4-FFF2-40B4-BE49-F238E27FC236}">
                <a16:creationId xmlns:a16="http://schemas.microsoft.com/office/drawing/2014/main" id="{A683CAA6-0C6C-740B-F92A-7C9D53E5987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43231" y="5466538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63" name="Text Placeholder 14">
            <a:extLst>
              <a:ext uri="{FF2B5EF4-FFF2-40B4-BE49-F238E27FC236}">
                <a16:creationId xmlns:a16="http://schemas.microsoft.com/office/drawing/2014/main" id="{99FF2A61-C0D3-0CC0-423E-3133B807B84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72368" y="1440324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64" name="Text Placeholder 14">
            <a:extLst>
              <a:ext uri="{FF2B5EF4-FFF2-40B4-BE49-F238E27FC236}">
                <a16:creationId xmlns:a16="http://schemas.microsoft.com/office/drawing/2014/main" id="{848E35DC-B534-3795-77FF-D8D192C119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72368" y="1634300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79767194-E02B-FDFC-16AD-84D2ED1EB10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72368" y="2781282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66" name="Text Placeholder 14">
            <a:extLst>
              <a:ext uri="{FF2B5EF4-FFF2-40B4-BE49-F238E27FC236}">
                <a16:creationId xmlns:a16="http://schemas.microsoft.com/office/drawing/2014/main" id="{821B7873-34E7-B892-85A6-1E81ECC84B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72368" y="2975257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67" name="Text Placeholder 14">
            <a:extLst>
              <a:ext uri="{FF2B5EF4-FFF2-40B4-BE49-F238E27FC236}">
                <a16:creationId xmlns:a16="http://schemas.microsoft.com/office/drawing/2014/main" id="{0CC75EFC-61ED-9EB0-C717-42F0E1CC2DB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72368" y="4119221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68" name="Text Placeholder 14">
            <a:extLst>
              <a:ext uri="{FF2B5EF4-FFF2-40B4-BE49-F238E27FC236}">
                <a16:creationId xmlns:a16="http://schemas.microsoft.com/office/drawing/2014/main" id="{1793EADF-DDF2-0669-8D1C-505F2330374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72368" y="4313196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69" name="Text Placeholder 14">
            <a:extLst>
              <a:ext uri="{FF2B5EF4-FFF2-40B4-BE49-F238E27FC236}">
                <a16:creationId xmlns:a16="http://schemas.microsoft.com/office/drawing/2014/main" id="{D29A9E21-852F-5D68-3834-2C768154E0E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72368" y="5466538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70" name="Text Placeholder 14">
            <a:extLst>
              <a:ext uri="{FF2B5EF4-FFF2-40B4-BE49-F238E27FC236}">
                <a16:creationId xmlns:a16="http://schemas.microsoft.com/office/drawing/2014/main" id="{F8F9939E-CDA9-0BC9-A7A9-6FDCE81063C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72368" y="5660513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A5DF604-834E-AB19-FB84-917D6898C5FF}"/>
              </a:ext>
            </a:extLst>
          </p:cNvPr>
          <p:cNvCxnSpPr>
            <a:cxnSpLocks/>
          </p:cNvCxnSpPr>
          <p:nvPr userDrawn="1"/>
        </p:nvCxnSpPr>
        <p:spPr>
          <a:xfrm>
            <a:off x="3132376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D35C765-10D6-8AE1-865C-FD913C7563EC}"/>
              </a:ext>
            </a:extLst>
          </p:cNvPr>
          <p:cNvCxnSpPr>
            <a:cxnSpLocks/>
          </p:cNvCxnSpPr>
          <p:nvPr userDrawn="1"/>
        </p:nvCxnSpPr>
        <p:spPr>
          <a:xfrm>
            <a:off x="3132376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CFBD82A-FBF8-4BA1-C6E3-EAFDF48EC0A3}"/>
              </a:ext>
            </a:extLst>
          </p:cNvPr>
          <p:cNvCxnSpPr>
            <a:cxnSpLocks/>
          </p:cNvCxnSpPr>
          <p:nvPr userDrawn="1"/>
        </p:nvCxnSpPr>
        <p:spPr>
          <a:xfrm>
            <a:off x="7863422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545BE4F-39E6-29B1-6640-3016F55BDB70}"/>
              </a:ext>
            </a:extLst>
          </p:cNvPr>
          <p:cNvCxnSpPr>
            <a:cxnSpLocks/>
          </p:cNvCxnSpPr>
          <p:nvPr userDrawn="1"/>
        </p:nvCxnSpPr>
        <p:spPr>
          <a:xfrm>
            <a:off x="7863422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AFB0550-563F-7C88-CFD6-31E8BB4ACDCE}"/>
              </a:ext>
            </a:extLst>
          </p:cNvPr>
          <p:cNvCxnSpPr>
            <a:cxnSpLocks/>
          </p:cNvCxnSpPr>
          <p:nvPr userDrawn="1"/>
        </p:nvCxnSpPr>
        <p:spPr>
          <a:xfrm>
            <a:off x="7863422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4625278-4E79-9E78-E0CA-EF3E07AD43B5}"/>
              </a:ext>
            </a:extLst>
          </p:cNvPr>
          <p:cNvCxnSpPr>
            <a:cxnSpLocks/>
          </p:cNvCxnSpPr>
          <p:nvPr userDrawn="1"/>
        </p:nvCxnSpPr>
        <p:spPr>
          <a:xfrm>
            <a:off x="7863422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6B3CEA0-0D37-09F9-8906-CC449C5E44C7}"/>
              </a:ext>
            </a:extLst>
          </p:cNvPr>
          <p:cNvCxnSpPr>
            <a:cxnSpLocks/>
          </p:cNvCxnSpPr>
          <p:nvPr userDrawn="1"/>
        </p:nvCxnSpPr>
        <p:spPr>
          <a:xfrm>
            <a:off x="3132376" y="6692669"/>
            <a:ext cx="4131622" cy="0"/>
          </a:xfrm>
          <a:prstGeom prst="line">
            <a:avLst/>
          </a:prstGeom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B7312E0-465A-EA64-BEE6-82EF1838B15F}"/>
              </a:ext>
            </a:extLst>
          </p:cNvPr>
          <p:cNvCxnSpPr>
            <a:cxnSpLocks/>
          </p:cNvCxnSpPr>
          <p:nvPr userDrawn="1"/>
        </p:nvCxnSpPr>
        <p:spPr>
          <a:xfrm>
            <a:off x="7863422" y="6692669"/>
            <a:ext cx="4131622" cy="0"/>
          </a:xfrm>
          <a:prstGeom prst="line">
            <a:avLst/>
          </a:prstGeom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 Placeholder 14">
            <a:extLst>
              <a:ext uri="{FF2B5EF4-FFF2-40B4-BE49-F238E27FC236}">
                <a16:creationId xmlns:a16="http://schemas.microsoft.com/office/drawing/2014/main" id="{EA3DE63A-4BFD-6E14-676C-7D60C69204B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039521" y="3446704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81" name="Text Placeholder 14">
            <a:extLst>
              <a:ext uri="{FF2B5EF4-FFF2-40B4-BE49-F238E27FC236}">
                <a16:creationId xmlns:a16="http://schemas.microsoft.com/office/drawing/2014/main" id="{64884866-A7FB-9118-06D8-3EBEFFE9027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132376" y="3441459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r>
              <a:rPr lang="ru-RU" dirty="0"/>
              <a:t>.</a:t>
            </a:r>
            <a:r>
              <a:rPr lang="en-US" dirty="0"/>
              <a:t>2</a:t>
            </a:r>
            <a:endParaRPr lang="en-RU" dirty="0"/>
          </a:p>
        </p:txBody>
      </p:sp>
      <p:sp>
        <p:nvSpPr>
          <p:cNvPr id="82" name="Text Placeholder 14">
            <a:extLst>
              <a:ext uri="{FF2B5EF4-FFF2-40B4-BE49-F238E27FC236}">
                <a16:creationId xmlns:a16="http://schemas.microsoft.com/office/drawing/2014/main" id="{9DDBDEC2-E5CC-77AA-AC87-A66C70A3170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132376" y="3635434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84" name="Title 83">
            <a:extLst>
              <a:ext uri="{FF2B5EF4-FFF2-40B4-BE49-F238E27FC236}">
                <a16:creationId xmlns:a16="http://schemas.microsoft.com/office/drawing/2014/main" id="{DDF037D7-423A-0D10-878C-B7CA782914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Оглавление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5419954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главление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9A3A0E1-4168-571A-9CD9-7FC755A9D321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565832-D859-5D71-1EBA-7D8B78B742A5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B01AE81-473E-90D3-15D5-6590F2234B36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033378E-D784-8235-C829-D25B46216E4D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4DAE1A6-3A7F-12EB-556D-C5EA4B4BB63F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FF3C5B-5661-71B9-29A0-BA23C892BC18}"/>
              </a:ext>
            </a:extLst>
          </p:cNvPr>
          <p:cNvCxnSpPr>
            <a:cxnSpLocks/>
          </p:cNvCxnSpPr>
          <p:nvPr userDrawn="1"/>
        </p:nvCxnSpPr>
        <p:spPr>
          <a:xfrm>
            <a:off x="3132376" y="1318105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8CE4488-866C-8BA0-73B5-02F28E7493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9521" y="1440324"/>
            <a:ext cx="205648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E6AADCA-0656-C742-7EB3-1E956864B0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39521" y="2782395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1E56D4-B980-D56D-3BE0-F210174071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39521" y="4124467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D6D83C6-BD43-B2B4-BC15-7717A3C706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39521" y="5466538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20739D9-20B2-6E54-4EBA-697F075857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32376" y="1440324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38F4A499-07C4-916F-C98E-EE0DBE0B0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2376" y="1634300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9C5774C-D0B8-3A33-4C97-A8E1DADD65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2376" y="2781282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F40A66B-464A-31B0-0689-F8A10B934C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32376" y="2975257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4C7E110-F9E9-4B7B-9485-CBAF9B6B96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2376" y="4119221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488F04D3-5F7D-6C84-DECF-747CF4C908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6" y="4313196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E5E0E09-EED9-76F0-D65B-BF01D19F11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2376" y="5466538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E1E9693-B311-9CD3-40CF-39E3AF9883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32376" y="5660513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6551FA8F-69D9-ADB5-1C62-D8958B47AA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43231" y="1440324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AC8A498-CCDC-282E-6841-542482BC1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43231" y="2782395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CC6D508-ABA7-C3A7-5C67-4432D59AA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43231" y="4124467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CBC15B5-4935-D30E-1CBD-707FC5617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43231" y="5466538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774B7833-9C2E-96FF-1FFB-936EB26D7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72368" y="1440324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14A16394-FF19-B1DC-2865-66A199C2EC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72368" y="1634300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E0CB8D96-D74E-1115-8A91-1B2484BADD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72368" y="2781282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F428653-B9CE-0CD5-DFEE-B4E4E0983DB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72368" y="2975257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238170CB-7E29-F254-3EC3-3298E0B21F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72368" y="4119221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0BFC6B6B-2ABA-EB50-ABA3-66C79A487F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72368" y="4313196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8A96A611-539E-5948-4742-EA8CC73119F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72368" y="5466538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32D4A0CC-8656-0740-F685-E0C2FB8E4A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72368" y="5660513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4BEB4EB-318A-5A12-FA2F-AC9C734E7C9A}"/>
              </a:ext>
            </a:extLst>
          </p:cNvPr>
          <p:cNvCxnSpPr>
            <a:cxnSpLocks/>
          </p:cNvCxnSpPr>
          <p:nvPr userDrawn="1"/>
        </p:nvCxnSpPr>
        <p:spPr>
          <a:xfrm>
            <a:off x="3132376" y="2661746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041C314-3976-9DB4-A062-581A6F3D0297}"/>
              </a:ext>
            </a:extLst>
          </p:cNvPr>
          <p:cNvCxnSpPr>
            <a:cxnSpLocks/>
          </p:cNvCxnSpPr>
          <p:nvPr userDrawn="1"/>
        </p:nvCxnSpPr>
        <p:spPr>
          <a:xfrm>
            <a:off x="3132376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36E7F6-BB02-8CF3-2ACC-A2899530D2ED}"/>
              </a:ext>
            </a:extLst>
          </p:cNvPr>
          <p:cNvCxnSpPr>
            <a:cxnSpLocks/>
          </p:cNvCxnSpPr>
          <p:nvPr userDrawn="1"/>
        </p:nvCxnSpPr>
        <p:spPr>
          <a:xfrm>
            <a:off x="3132376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B18007-34EB-4802-265A-36ACBE637E5A}"/>
              </a:ext>
            </a:extLst>
          </p:cNvPr>
          <p:cNvCxnSpPr>
            <a:cxnSpLocks/>
          </p:cNvCxnSpPr>
          <p:nvPr userDrawn="1"/>
        </p:nvCxnSpPr>
        <p:spPr>
          <a:xfrm>
            <a:off x="7863422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652785-279B-23EE-8E08-218DF6822A42}"/>
              </a:ext>
            </a:extLst>
          </p:cNvPr>
          <p:cNvCxnSpPr>
            <a:cxnSpLocks/>
          </p:cNvCxnSpPr>
          <p:nvPr userDrawn="1"/>
        </p:nvCxnSpPr>
        <p:spPr>
          <a:xfrm>
            <a:off x="7863422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B5CAF15-77CC-326B-7ECA-CA2B42906DF1}"/>
              </a:ext>
            </a:extLst>
          </p:cNvPr>
          <p:cNvCxnSpPr>
            <a:cxnSpLocks/>
          </p:cNvCxnSpPr>
          <p:nvPr userDrawn="1"/>
        </p:nvCxnSpPr>
        <p:spPr>
          <a:xfrm>
            <a:off x="7863422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12C011-7B08-939C-7635-0C1FF67455F7}"/>
              </a:ext>
            </a:extLst>
          </p:cNvPr>
          <p:cNvCxnSpPr>
            <a:cxnSpLocks/>
          </p:cNvCxnSpPr>
          <p:nvPr userDrawn="1"/>
        </p:nvCxnSpPr>
        <p:spPr>
          <a:xfrm>
            <a:off x="7863422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4CE81C-0DA7-1235-947C-E6E329283A91}"/>
              </a:ext>
            </a:extLst>
          </p:cNvPr>
          <p:cNvCxnSpPr>
            <a:cxnSpLocks/>
          </p:cNvCxnSpPr>
          <p:nvPr userDrawn="1"/>
        </p:nvCxnSpPr>
        <p:spPr>
          <a:xfrm>
            <a:off x="3132376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CD6B02-81F9-F6C6-8CE7-E2C82EBBA018}"/>
              </a:ext>
            </a:extLst>
          </p:cNvPr>
          <p:cNvCxnSpPr>
            <a:cxnSpLocks/>
          </p:cNvCxnSpPr>
          <p:nvPr userDrawn="1"/>
        </p:nvCxnSpPr>
        <p:spPr>
          <a:xfrm>
            <a:off x="7863422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E959807-DB44-9A3E-8EA7-67B940FDEEB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407371" y="1318105"/>
            <a:ext cx="857203" cy="134095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tx1">
                    <a:lumMod val="75000"/>
                    <a:lumOff val="2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3525576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главление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9A3A0E1-4168-571A-9CD9-7FC755A9D321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565832-D859-5D71-1EBA-7D8B78B742A5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B01AE81-473E-90D3-15D5-6590F2234B36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033378E-D784-8235-C829-D25B46216E4D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4DAE1A6-3A7F-12EB-556D-C5EA4B4BB63F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FF3C5B-5661-71B9-29A0-BA23C892BC18}"/>
              </a:ext>
            </a:extLst>
          </p:cNvPr>
          <p:cNvCxnSpPr>
            <a:cxnSpLocks/>
          </p:cNvCxnSpPr>
          <p:nvPr userDrawn="1"/>
        </p:nvCxnSpPr>
        <p:spPr>
          <a:xfrm>
            <a:off x="3132376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8CE4488-866C-8BA0-73B5-02F28E7493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9521" y="1440324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E6AADCA-0656-C742-7EB3-1E956864B0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39521" y="2782395"/>
            <a:ext cx="205648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1E56D4-B980-D56D-3BE0-F210174071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39521" y="4124467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D6D83C6-BD43-B2B4-BC15-7717A3C706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39521" y="5466538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20739D9-20B2-6E54-4EBA-697F075857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32376" y="1440324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38F4A499-07C4-916F-C98E-EE0DBE0B0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2376" y="1634300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9C5774C-D0B8-3A33-4C97-A8E1DADD65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2376" y="2781282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F40A66B-464A-31B0-0689-F8A10B934C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32376" y="2975257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4C7E110-F9E9-4B7B-9485-CBAF9B6B96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2376" y="4119221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488F04D3-5F7D-6C84-DECF-747CF4C908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6" y="4313196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E5E0E09-EED9-76F0-D65B-BF01D19F11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2376" y="5466538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E1E9693-B311-9CD3-40CF-39E3AF9883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32376" y="5660513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6551FA8F-69D9-ADB5-1C62-D8958B47AA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43231" y="1440324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AC8A498-CCDC-282E-6841-542482BC1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43231" y="2782395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CC6D508-ABA7-C3A7-5C67-4432D59AA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43231" y="4124467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CBC15B5-4935-D30E-1CBD-707FC5617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43231" y="5466538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774B7833-9C2E-96FF-1FFB-936EB26D7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72368" y="1440324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14A16394-FF19-B1DC-2865-66A199C2EC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72368" y="1634300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E0CB8D96-D74E-1115-8A91-1B2484BADD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72368" y="2781282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F428653-B9CE-0CD5-DFEE-B4E4E0983DB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72368" y="2975257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238170CB-7E29-F254-3EC3-3298E0B21F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72368" y="4119221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0BFC6B6B-2ABA-EB50-ABA3-66C79A487F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72368" y="4313196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8A96A611-539E-5948-4742-EA8CC73119F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72368" y="5466538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32D4A0CC-8656-0740-F685-E0C2FB8E4A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72368" y="5660513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4BEB4EB-318A-5A12-FA2F-AC9C734E7C9A}"/>
              </a:ext>
            </a:extLst>
          </p:cNvPr>
          <p:cNvCxnSpPr>
            <a:cxnSpLocks/>
          </p:cNvCxnSpPr>
          <p:nvPr userDrawn="1"/>
        </p:nvCxnSpPr>
        <p:spPr>
          <a:xfrm>
            <a:off x="3132376" y="2661746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041C314-3976-9DB4-A062-581A6F3D0297}"/>
              </a:ext>
            </a:extLst>
          </p:cNvPr>
          <p:cNvCxnSpPr>
            <a:cxnSpLocks/>
          </p:cNvCxnSpPr>
          <p:nvPr userDrawn="1"/>
        </p:nvCxnSpPr>
        <p:spPr>
          <a:xfrm>
            <a:off x="3132376" y="4005387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36E7F6-BB02-8CF3-2ACC-A2899530D2ED}"/>
              </a:ext>
            </a:extLst>
          </p:cNvPr>
          <p:cNvCxnSpPr>
            <a:cxnSpLocks/>
          </p:cNvCxnSpPr>
          <p:nvPr userDrawn="1"/>
        </p:nvCxnSpPr>
        <p:spPr>
          <a:xfrm>
            <a:off x="3132376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B18007-34EB-4802-265A-36ACBE637E5A}"/>
              </a:ext>
            </a:extLst>
          </p:cNvPr>
          <p:cNvCxnSpPr>
            <a:cxnSpLocks/>
          </p:cNvCxnSpPr>
          <p:nvPr userDrawn="1"/>
        </p:nvCxnSpPr>
        <p:spPr>
          <a:xfrm>
            <a:off x="7863422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652785-279B-23EE-8E08-218DF6822A42}"/>
              </a:ext>
            </a:extLst>
          </p:cNvPr>
          <p:cNvCxnSpPr>
            <a:cxnSpLocks/>
          </p:cNvCxnSpPr>
          <p:nvPr userDrawn="1"/>
        </p:nvCxnSpPr>
        <p:spPr>
          <a:xfrm>
            <a:off x="7863422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B5CAF15-77CC-326B-7ECA-CA2B42906DF1}"/>
              </a:ext>
            </a:extLst>
          </p:cNvPr>
          <p:cNvCxnSpPr>
            <a:cxnSpLocks/>
          </p:cNvCxnSpPr>
          <p:nvPr userDrawn="1"/>
        </p:nvCxnSpPr>
        <p:spPr>
          <a:xfrm>
            <a:off x="7863422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12C011-7B08-939C-7635-0C1FF67455F7}"/>
              </a:ext>
            </a:extLst>
          </p:cNvPr>
          <p:cNvCxnSpPr>
            <a:cxnSpLocks/>
          </p:cNvCxnSpPr>
          <p:nvPr userDrawn="1"/>
        </p:nvCxnSpPr>
        <p:spPr>
          <a:xfrm>
            <a:off x="7863422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4CE81C-0DA7-1235-947C-E6E329283A91}"/>
              </a:ext>
            </a:extLst>
          </p:cNvPr>
          <p:cNvCxnSpPr>
            <a:cxnSpLocks/>
          </p:cNvCxnSpPr>
          <p:nvPr userDrawn="1"/>
        </p:nvCxnSpPr>
        <p:spPr>
          <a:xfrm>
            <a:off x="3132376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CD6B02-81F9-F6C6-8CE7-E2C82EBBA018}"/>
              </a:ext>
            </a:extLst>
          </p:cNvPr>
          <p:cNvCxnSpPr>
            <a:cxnSpLocks/>
          </p:cNvCxnSpPr>
          <p:nvPr userDrawn="1"/>
        </p:nvCxnSpPr>
        <p:spPr>
          <a:xfrm>
            <a:off x="7863422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E959807-DB44-9A3E-8EA7-67B940FDEEB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407371" y="2661746"/>
            <a:ext cx="857203" cy="134095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tx1">
                    <a:lumMod val="75000"/>
                    <a:lumOff val="2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303161144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главление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9A3A0E1-4168-571A-9CD9-7FC755A9D321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565832-D859-5D71-1EBA-7D8B78B742A5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B01AE81-473E-90D3-15D5-6590F2234B36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033378E-D784-8235-C829-D25B46216E4D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4DAE1A6-3A7F-12EB-556D-C5EA4B4BB63F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FF3C5B-5661-71B9-29A0-BA23C892BC18}"/>
              </a:ext>
            </a:extLst>
          </p:cNvPr>
          <p:cNvCxnSpPr>
            <a:cxnSpLocks/>
          </p:cNvCxnSpPr>
          <p:nvPr userDrawn="1"/>
        </p:nvCxnSpPr>
        <p:spPr>
          <a:xfrm>
            <a:off x="3132376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8CE4488-866C-8BA0-73B5-02F28E7493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9521" y="1440324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E6AADCA-0656-C742-7EB3-1E956864B0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39521" y="2782395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1E56D4-B980-D56D-3BE0-F210174071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39521" y="4124467"/>
            <a:ext cx="205648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D6D83C6-BD43-B2B4-BC15-7717A3C706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39521" y="5466538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20739D9-20B2-6E54-4EBA-697F075857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32376" y="1440324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38F4A499-07C4-916F-C98E-EE0DBE0B0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2376" y="1634300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9C5774C-D0B8-3A33-4C97-A8E1DADD65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2376" y="2781282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F40A66B-464A-31B0-0689-F8A10B934C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32376" y="2975257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4C7E110-F9E9-4B7B-9485-CBAF9B6B96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2376" y="4119221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488F04D3-5F7D-6C84-DECF-747CF4C908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6" y="4313196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E5E0E09-EED9-76F0-D65B-BF01D19F11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2376" y="5466538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E1E9693-B311-9CD3-40CF-39E3AF9883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32376" y="5660513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6551FA8F-69D9-ADB5-1C62-D8958B47AA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43231" y="1440324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AC8A498-CCDC-282E-6841-542482BC1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43231" y="2782395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CC6D508-ABA7-C3A7-5C67-4432D59AA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43231" y="4124467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CBC15B5-4935-D30E-1CBD-707FC5617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43231" y="5466538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774B7833-9C2E-96FF-1FFB-936EB26D7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72368" y="1440324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14A16394-FF19-B1DC-2865-66A199C2EC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72368" y="1634300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E0CB8D96-D74E-1115-8A91-1B2484BADD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72368" y="2781282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F428653-B9CE-0CD5-DFEE-B4E4E0983DB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72368" y="2975257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238170CB-7E29-F254-3EC3-3298E0B21F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72368" y="4119221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0BFC6B6B-2ABA-EB50-ABA3-66C79A487F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72368" y="4313196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8A96A611-539E-5948-4742-EA8CC73119F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72368" y="5466538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32D4A0CC-8656-0740-F685-E0C2FB8E4A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72368" y="5660513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4BEB4EB-318A-5A12-FA2F-AC9C734E7C9A}"/>
              </a:ext>
            </a:extLst>
          </p:cNvPr>
          <p:cNvCxnSpPr>
            <a:cxnSpLocks/>
          </p:cNvCxnSpPr>
          <p:nvPr userDrawn="1"/>
        </p:nvCxnSpPr>
        <p:spPr>
          <a:xfrm>
            <a:off x="3132376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041C314-3976-9DB4-A062-581A6F3D0297}"/>
              </a:ext>
            </a:extLst>
          </p:cNvPr>
          <p:cNvCxnSpPr>
            <a:cxnSpLocks/>
          </p:cNvCxnSpPr>
          <p:nvPr userDrawn="1"/>
        </p:nvCxnSpPr>
        <p:spPr>
          <a:xfrm>
            <a:off x="3132376" y="4005387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36E7F6-BB02-8CF3-2ACC-A2899530D2ED}"/>
              </a:ext>
            </a:extLst>
          </p:cNvPr>
          <p:cNvCxnSpPr>
            <a:cxnSpLocks/>
          </p:cNvCxnSpPr>
          <p:nvPr userDrawn="1"/>
        </p:nvCxnSpPr>
        <p:spPr>
          <a:xfrm>
            <a:off x="3132376" y="5349028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B18007-34EB-4802-265A-36ACBE637E5A}"/>
              </a:ext>
            </a:extLst>
          </p:cNvPr>
          <p:cNvCxnSpPr>
            <a:cxnSpLocks/>
          </p:cNvCxnSpPr>
          <p:nvPr userDrawn="1"/>
        </p:nvCxnSpPr>
        <p:spPr>
          <a:xfrm>
            <a:off x="7863422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652785-279B-23EE-8E08-218DF6822A42}"/>
              </a:ext>
            </a:extLst>
          </p:cNvPr>
          <p:cNvCxnSpPr>
            <a:cxnSpLocks/>
          </p:cNvCxnSpPr>
          <p:nvPr userDrawn="1"/>
        </p:nvCxnSpPr>
        <p:spPr>
          <a:xfrm>
            <a:off x="7863422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B5CAF15-77CC-326B-7ECA-CA2B42906DF1}"/>
              </a:ext>
            </a:extLst>
          </p:cNvPr>
          <p:cNvCxnSpPr>
            <a:cxnSpLocks/>
          </p:cNvCxnSpPr>
          <p:nvPr userDrawn="1"/>
        </p:nvCxnSpPr>
        <p:spPr>
          <a:xfrm>
            <a:off x="7863422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12C011-7B08-939C-7635-0C1FF67455F7}"/>
              </a:ext>
            </a:extLst>
          </p:cNvPr>
          <p:cNvCxnSpPr>
            <a:cxnSpLocks/>
          </p:cNvCxnSpPr>
          <p:nvPr userDrawn="1"/>
        </p:nvCxnSpPr>
        <p:spPr>
          <a:xfrm>
            <a:off x="7863422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4CE81C-0DA7-1235-947C-E6E329283A91}"/>
              </a:ext>
            </a:extLst>
          </p:cNvPr>
          <p:cNvCxnSpPr>
            <a:cxnSpLocks/>
          </p:cNvCxnSpPr>
          <p:nvPr userDrawn="1"/>
        </p:nvCxnSpPr>
        <p:spPr>
          <a:xfrm>
            <a:off x="3132376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CD6B02-81F9-F6C6-8CE7-E2C82EBBA018}"/>
              </a:ext>
            </a:extLst>
          </p:cNvPr>
          <p:cNvCxnSpPr>
            <a:cxnSpLocks/>
          </p:cNvCxnSpPr>
          <p:nvPr userDrawn="1"/>
        </p:nvCxnSpPr>
        <p:spPr>
          <a:xfrm>
            <a:off x="7863422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E959807-DB44-9A3E-8EA7-67B940FDEEB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407371" y="4008071"/>
            <a:ext cx="857203" cy="134095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tx1">
                    <a:lumMod val="75000"/>
                    <a:lumOff val="2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9235118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главление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FF3C5B-5661-71B9-29A0-BA23C892BC18}"/>
              </a:ext>
            </a:extLst>
          </p:cNvPr>
          <p:cNvCxnSpPr>
            <a:cxnSpLocks/>
          </p:cNvCxnSpPr>
          <p:nvPr userDrawn="1"/>
        </p:nvCxnSpPr>
        <p:spPr>
          <a:xfrm>
            <a:off x="3132376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8CE4488-866C-8BA0-73B5-02F28E7493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9521" y="1440324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E6AADCA-0656-C742-7EB3-1E956864B0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39521" y="2782395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1E56D4-B980-D56D-3BE0-F210174071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39521" y="4124467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D6D83C6-BD43-B2B4-BC15-7717A3C706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39521" y="5466538"/>
            <a:ext cx="205648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20739D9-20B2-6E54-4EBA-697F075857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32376" y="1440324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38F4A499-07C4-916F-C98E-EE0DBE0B0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2376" y="1634300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9C5774C-D0B8-3A33-4C97-A8E1DADD65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2376" y="2781282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F40A66B-464A-31B0-0689-F8A10B934C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32376" y="2975257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4C7E110-F9E9-4B7B-9485-CBAF9B6B96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2376" y="4119221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488F04D3-5F7D-6C84-DECF-747CF4C908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6" y="4313196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E5E0E09-EED9-76F0-D65B-BF01D19F11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2376" y="5466538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E1E9693-B311-9CD3-40CF-39E3AF9883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32376" y="5660513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6551FA8F-69D9-ADB5-1C62-D8958B47AA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43231" y="1440324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AC8A498-CCDC-282E-6841-542482BC1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43231" y="2782395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CC6D508-ABA7-C3A7-5C67-4432D59AA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43231" y="4124467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CBC15B5-4935-D30E-1CBD-707FC5617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43231" y="5466538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774B7833-9C2E-96FF-1FFB-936EB26D7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72368" y="1440324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14A16394-FF19-B1DC-2865-66A199C2EC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72368" y="1634300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E0CB8D96-D74E-1115-8A91-1B2484BADD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72368" y="2781282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F428653-B9CE-0CD5-DFEE-B4E4E0983DB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72368" y="2975257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238170CB-7E29-F254-3EC3-3298E0B21F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72368" y="4119221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0BFC6B6B-2ABA-EB50-ABA3-66C79A487F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72368" y="4313196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8A96A611-539E-5948-4742-EA8CC73119F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72368" y="5466538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32D4A0CC-8656-0740-F685-E0C2FB8E4A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72368" y="5660513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4BEB4EB-318A-5A12-FA2F-AC9C734E7C9A}"/>
              </a:ext>
            </a:extLst>
          </p:cNvPr>
          <p:cNvCxnSpPr>
            <a:cxnSpLocks/>
          </p:cNvCxnSpPr>
          <p:nvPr userDrawn="1"/>
        </p:nvCxnSpPr>
        <p:spPr>
          <a:xfrm>
            <a:off x="3132376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041C314-3976-9DB4-A062-581A6F3D0297}"/>
              </a:ext>
            </a:extLst>
          </p:cNvPr>
          <p:cNvCxnSpPr>
            <a:cxnSpLocks/>
          </p:cNvCxnSpPr>
          <p:nvPr userDrawn="1"/>
        </p:nvCxnSpPr>
        <p:spPr>
          <a:xfrm>
            <a:off x="3132376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36E7F6-BB02-8CF3-2ACC-A2899530D2ED}"/>
              </a:ext>
            </a:extLst>
          </p:cNvPr>
          <p:cNvCxnSpPr>
            <a:cxnSpLocks/>
          </p:cNvCxnSpPr>
          <p:nvPr userDrawn="1"/>
        </p:nvCxnSpPr>
        <p:spPr>
          <a:xfrm>
            <a:off x="3132376" y="5349028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B18007-34EB-4802-265A-36ACBE637E5A}"/>
              </a:ext>
            </a:extLst>
          </p:cNvPr>
          <p:cNvCxnSpPr>
            <a:cxnSpLocks/>
          </p:cNvCxnSpPr>
          <p:nvPr userDrawn="1"/>
        </p:nvCxnSpPr>
        <p:spPr>
          <a:xfrm>
            <a:off x="7863422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652785-279B-23EE-8E08-218DF6822A42}"/>
              </a:ext>
            </a:extLst>
          </p:cNvPr>
          <p:cNvCxnSpPr>
            <a:cxnSpLocks/>
          </p:cNvCxnSpPr>
          <p:nvPr userDrawn="1"/>
        </p:nvCxnSpPr>
        <p:spPr>
          <a:xfrm>
            <a:off x="7863422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B5CAF15-77CC-326B-7ECA-CA2B42906DF1}"/>
              </a:ext>
            </a:extLst>
          </p:cNvPr>
          <p:cNvCxnSpPr>
            <a:cxnSpLocks/>
          </p:cNvCxnSpPr>
          <p:nvPr userDrawn="1"/>
        </p:nvCxnSpPr>
        <p:spPr>
          <a:xfrm>
            <a:off x="7863422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12C011-7B08-939C-7635-0C1FF67455F7}"/>
              </a:ext>
            </a:extLst>
          </p:cNvPr>
          <p:cNvCxnSpPr>
            <a:cxnSpLocks/>
          </p:cNvCxnSpPr>
          <p:nvPr userDrawn="1"/>
        </p:nvCxnSpPr>
        <p:spPr>
          <a:xfrm>
            <a:off x="7863422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4CE81C-0DA7-1235-947C-E6E329283A91}"/>
              </a:ext>
            </a:extLst>
          </p:cNvPr>
          <p:cNvCxnSpPr>
            <a:cxnSpLocks/>
          </p:cNvCxnSpPr>
          <p:nvPr userDrawn="1"/>
        </p:nvCxnSpPr>
        <p:spPr>
          <a:xfrm>
            <a:off x="3132376" y="6692669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CD6B02-81F9-F6C6-8CE7-E2C82EBBA018}"/>
              </a:ext>
            </a:extLst>
          </p:cNvPr>
          <p:cNvCxnSpPr>
            <a:cxnSpLocks/>
          </p:cNvCxnSpPr>
          <p:nvPr userDrawn="1"/>
        </p:nvCxnSpPr>
        <p:spPr>
          <a:xfrm>
            <a:off x="7863422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E959807-DB44-9A3E-8EA7-67B940FDEEB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407371" y="5351713"/>
            <a:ext cx="857203" cy="134095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tx1">
                    <a:lumMod val="75000"/>
                    <a:lumOff val="2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B6290B8-8CF6-B053-7520-CF15BADC67F2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2043A5F-8CDB-BE29-94B4-863E0216BE21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0C8C3DD-EECF-6862-6C90-114F10C1B414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4ACC69A-4DD7-74F2-2AE1-BCA702DBFF53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CE51DF3-C412-AD9F-0F47-612B0763BF0E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25485561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главление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FF3C5B-5661-71B9-29A0-BA23C892BC18}"/>
              </a:ext>
            </a:extLst>
          </p:cNvPr>
          <p:cNvCxnSpPr>
            <a:cxnSpLocks/>
          </p:cNvCxnSpPr>
          <p:nvPr userDrawn="1"/>
        </p:nvCxnSpPr>
        <p:spPr>
          <a:xfrm>
            <a:off x="3132376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8CE4488-866C-8BA0-73B5-02F28E7493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9521" y="1440324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E6AADCA-0656-C742-7EB3-1E956864B0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39521" y="2782395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1E56D4-B980-D56D-3BE0-F210174071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39521" y="4124467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D6D83C6-BD43-B2B4-BC15-7717A3C706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39521" y="5466538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20739D9-20B2-6E54-4EBA-697F075857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32376" y="1440324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38F4A499-07C4-916F-C98E-EE0DBE0B0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2376" y="1634300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9C5774C-D0B8-3A33-4C97-A8E1DADD65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2376" y="2781282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F40A66B-464A-31B0-0689-F8A10B934C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32376" y="2975257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4C7E110-F9E9-4B7B-9485-CBAF9B6B96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2376" y="4119221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488F04D3-5F7D-6C84-DECF-747CF4C908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6" y="4313196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E5E0E09-EED9-76F0-D65B-BF01D19F11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2376" y="5466538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E1E9693-B311-9CD3-40CF-39E3AF9883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32376" y="5660513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6551FA8F-69D9-ADB5-1C62-D8958B47AA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43231" y="1440324"/>
            <a:ext cx="2077841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AC8A498-CCDC-282E-6841-542482BC1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43231" y="2782395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CC6D508-ABA7-C3A7-5C67-4432D59AA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43231" y="4124467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CBC15B5-4935-D30E-1CBD-707FC5617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43231" y="5466538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774B7833-9C2E-96FF-1FFB-936EB26D7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72368" y="1440324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14A16394-FF19-B1DC-2865-66A199C2EC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72368" y="1634300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E0CB8D96-D74E-1115-8A91-1B2484BADD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72368" y="2781282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F428653-B9CE-0CD5-DFEE-B4E4E0983DB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72368" y="2975257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238170CB-7E29-F254-3EC3-3298E0B21F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72368" y="4119221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0BFC6B6B-2ABA-EB50-ABA3-66C79A487F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72368" y="4313196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8A96A611-539E-5948-4742-EA8CC73119F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72368" y="5466538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32D4A0CC-8656-0740-F685-E0C2FB8E4A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72368" y="5660513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4BEB4EB-318A-5A12-FA2F-AC9C734E7C9A}"/>
              </a:ext>
            </a:extLst>
          </p:cNvPr>
          <p:cNvCxnSpPr>
            <a:cxnSpLocks/>
          </p:cNvCxnSpPr>
          <p:nvPr userDrawn="1"/>
        </p:nvCxnSpPr>
        <p:spPr>
          <a:xfrm>
            <a:off x="3132376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041C314-3976-9DB4-A062-581A6F3D0297}"/>
              </a:ext>
            </a:extLst>
          </p:cNvPr>
          <p:cNvCxnSpPr>
            <a:cxnSpLocks/>
          </p:cNvCxnSpPr>
          <p:nvPr userDrawn="1"/>
        </p:nvCxnSpPr>
        <p:spPr>
          <a:xfrm>
            <a:off x="3132376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36E7F6-BB02-8CF3-2ACC-A2899530D2ED}"/>
              </a:ext>
            </a:extLst>
          </p:cNvPr>
          <p:cNvCxnSpPr>
            <a:cxnSpLocks/>
          </p:cNvCxnSpPr>
          <p:nvPr userDrawn="1"/>
        </p:nvCxnSpPr>
        <p:spPr>
          <a:xfrm>
            <a:off x="3132376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B18007-34EB-4802-265A-36ACBE637E5A}"/>
              </a:ext>
            </a:extLst>
          </p:cNvPr>
          <p:cNvCxnSpPr>
            <a:cxnSpLocks/>
          </p:cNvCxnSpPr>
          <p:nvPr userDrawn="1"/>
        </p:nvCxnSpPr>
        <p:spPr>
          <a:xfrm>
            <a:off x="7863422" y="1318105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652785-279B-23EE-8E08-218DF6822A42}"/>
              </a:ext>
            </a:extLst>
          </p:cNvPr>
          <p:cNvCxnSpPr>
            <a:cxnSpLocks/>
          </p:cNvCxnSpPr>
          <p:nvPr userDrawn="1"/>
        </p:nvCxnSpPr>
        <p:spPr>
          <a:xfrm>
            <a:off x="7863422" y="2661746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B5CAF15-77CC-326B-7ECA-CA2B42906DF1}"/>
              </a:ext>
            </a:extLst>
          </p:cNvPr>
          <p:cNvCxnSpPr>
            <a:cxnSpLocks/>
          </p:cNvCxnSpPr>
          <p:nvPr userDrawn="1"/>
        </p:nvCxnSpPr>
        <p:spPr>
          <a:xfrm>
            <a:off x="7863422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12C011-7B08-939C-7635-0C1FF67455F7}"/>
              </a:ext>
            </a:extLst>
          </p:cNvPr>
          <p:cNvCxnSpPr>
            <a:cxnSpLocks/>
          </p:cNvCxnSpPr>
          <p:nvPr userDrawn="1"/>
        </p:nvCxnSpPr>
        <p:spPr>
          <a:xfrm>
            <a:off x="7863422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4CE81C-0DA7-1235-947C-E6E329283A91}"/>
              </a:ext>
            </a:extLst>
          </p:cNvPr>
          <p:cNvCxnSpPr>
            <a:cxnSpLocks/>
          </p:cNvCxnSpPr>
          <p:nvPr userDrawn="1"/>
        </p:nvCxnSpPr>
        <p:spPr>
          <a:xfrm>
            <a:off x="3132376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CD6B02-81F9-F6C6-8CE7-E2C82EBBA018}"/>
              </a:ext>
            </a:extLst>
          </p:cNvPr>
          <p:cNvCxnSpPr>
            <a:cxnSpLocks/>
          </p:cNvCxnSpPr>
          <p:nvPr userDrawn="1"/>
        </p:nvCxnSpPr>
        <p:spPr>
          <a:xfrm>
            <a:off x="7863422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E959807-DB44-9A3E-8EA7-67B940FDEEB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11137841" y="1318105"/>
            <a:ext cx="857203" cy="134095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tx1">
                    <a:lumMod val="75000"/>
                    <a:lumOff val="2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59DC529-49BD-8D1D-C0D6-AB95AE46150D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D0C1200-44C7-FF87-3575-96CA4CA85610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23DCFF5-AA6E-7DB7-E19C-3DE47D46BA91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BD0D226-5A59-32E4-D553-E1B2DF19E65A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0F742EA-9746-1864-D7D8-547C6BE5CE8B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77069598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главление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FF3C5B-5661-71B9-29A0-BA23C892BC18}"/>
              </a:ext>
            </a:extLst>
          </p:cNvPr>
          <p:cNvCxnSpPr>
            <a:cxnSpLocks/>
          </p:cNvCxnSpPr>
          <p:nvPr userDrawn="1"/>
        </p:nvCxnSpPr>
        <p:spPr>
          <a:xfrm>
            <a:off x="3132376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8CE4488-866C-8BA0-73B5-02F28E7493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9521" y="1440324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E6AADCA-0656-C742-7EB3-1E956864B0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39521" y="2782395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1E56D4-B980-D56D-3BE0-F210174071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39521" y="4124467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D6D83C6-BD43-B2B4-BC15-7717A3C706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39521" y="5466538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20739D9-20B2-6E54-4EBA-697F075857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32376" y="1440324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38F4A499-07C4-916F-C98E-EE0DBE0B0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2376" y="1634300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9C5774C-D0B8-3A33-4C97-A8E1DADD65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2376" y="2781282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F40A66B-464A-31B0-0689-F8A10B934C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32376" y="2975257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4C7E110-F9E9-4B7B-9485-CBAF9B6B96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2376" y="4119221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488F04D3-5F7D-6C84-DECF-747CF4C908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6" y="4313196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E5E0E09-EED9-76F0-D65B-BF01D19F11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2376" y="5466538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E1E9693-B311-9CD3-40CF-39E3AF9883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32376" y="5660513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6551FA8F-69D9-ADB5-1C62-D8958B47AA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43231" y="1440324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AC8A498-CCDC-282E-6841-542482BC1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43231" y="2782395"/>
            <a:ext cx="2077841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CC6D508-ABA7-C3A7-5C67-4432D59AA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43231" y="4124467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CBC15B5-4935-D30E-1CBD-707FC5617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43231" y="5466538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774B7833-9C2E-96FF-1FFB-936EB26D7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72368" y="1440324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14A16394-FF19-B1DC-2865-66A199C2EC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72368" y="1634300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E0CB8D96-D74E-1115-8A91-1B2484BADD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72368" y="2781282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F428653-B9CE-0CD5-DFEE-B4E4E0983DB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72368" y="2975257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238170CB-7E29-F254-3EC3-3298E0B21F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72368" y="4119221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0BFC6B6B-2ABA-EB50-ABA3-66C79A487F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72368" y="4313196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8A96A611-539E-5948-4742-EA8CC73119F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72368" y="5466538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32D4A0CC-8656-0740-F685-E0C2FB8E4A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72368" y="5660513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4BEB4EB-318A-5A12-FA2F-AC9C734E7C9A}"/>
              </a:ext>
            </a:extLst>
          </p:cNvPr>
          <p:cNvCxnSpPr>
            <a:cxnSpLocks/>
          </p:cNvCxnSpPr>
          <p:nvPr userDrawn="1"/>
        </p:nvCxnSpPr>
        <p:spPr>
          <a:xfrm>
            <a:off x="3132376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041C314-3976-9DB4-A062-581A6F3D0297}"/>
              </a:ext>
            </a:extLst>
          </p:cNvPr>
          <p:cNvCxnSpPr>
            <a:cxnSpLocks/>
          </p:cNvCxnSpPr>
          <p:nvPr userDrawn="1"/>
        </p:nvCxnSpPr>
        <p:spPr>
          <a:xfrm>
            <a:off x="3132376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36E7F6-BB02-8CF3-2ACC-A2899530D2ED}"/>
              </a:ext>
            </a:extLst>
          </p:cNvPr>
          <p:cNvCxnSpPr>
            <a:cxnSpLocks/>
          </p:cNvCxnSpPr>
          <p:nvPr userDrawn="1"/>
        </p:nvCxnSpPr>
        <p:spPr>
          <a:xfrm>
            <a:off x="3132376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B18007-34EB-4802-265A-36ACBE637E5A}"/>
              </a:ext>
            </a:extLst>
          </p:cNvPr>
          <p:cNvCxnSpPr>
            <a:cxnSpLocks/>
          </p:cNvCxnSpPr>
          <p:nvPr userDrawn="1"/>
        </p:nvCxnSpPr>
        <p:spPr>
          <a:xfrm>
            <a:off x="7863422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652785-279B-23EE-8E08-218DF6822A42}"/>
              </a:ext>
            </a:extLst>
          </p:cNvPr>
          <p:cNvCxnSpPr>
            <a:cxnSpLocks/>
          </p:cNvCxnSpPr>
          <p:nvPr userDrawn="1"/>
        </p:nvCxnSpPr>
        <p:spPr>
          <a:xfrm>
            <a:off x="7863422" y="2661746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B5CAF15-77CC-326B-7ECA-CA2B42906DF1}"/>
              </a:ext>
            </a:extLst>
          </p:cNvPr>
          <p:cNvCxnSpPr>
            <a:cxnSpLocks/>
          </p:cNvCxnSpPr>
          <p:nvPr userDrawn="1"/>
        </p:nvCxnSpPr>
        <p:spPr>
          <a:xfrm>
            <a:off x="7863422" y="4005387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12C011-7B08-939C-7635-0C1FF67455F7}"/>
              </a:ext>
            </a:extLst>
          </p:cNvPr>
          <p:cNvCxnSpPr>
            <a:cxnSpLocks/>
          </p:cNvCxnSpPr>
          <p:nvPr userDrawn="1"/>
        </p:nvCxnSpPr>
        <p:spPr>
          <a:xfrm>
            <a:off x="7863422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4CE81C-0DA7-1235-947C-E6E329283A91}"/>
              </a:ext>
            </a:extLst>
          </p:cNvPr>
          <p:cNvCxnSpPr>
            <a:cxnSpLocks/>
          </p:cNvCxnSpPr>
          <p:nvPr userDrawn="1"/>
        </p:nvCxnSpPr>
        <p:spPr>
          <a:xfrm>
            <a:off x="3132376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CD6B02-81F9-F6C6-8CE7-E2C82EBBA018}"/>
              </a:ext>
            </a:extLst>
          </p:cNvPr>
          <p:cNvCxnSpPr>
            <a:cxnSpLocks/>
          </p:cNvCxnSpPr>
          <p:nvPr userDrawn="1"/>
        </p:nvCxnSpPr>
        <p:spPr>
          <a:xfrm>
            <a:off x="7863422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E959807-DB44-9A3E-8EA7-67B940FDEEB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11137841" y="2661746"/>
            <a:ext cx="857203" cy="134095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tx1">
                    <a:lumMod val="75000"/>
                    <a:lumOff val="2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B62B13E-36BD-7AD8-6D5F-CB951281C66E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429CED8-82A8-886D-86AE-6B200902308C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EBDC330-4C96-A4AC-1B08-263ED3687FEB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EF76EB8-3153-1CE5-AE9A-B49BC5D3E9B7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D9A2524-F3BA-D03A-B461-637F36896C2F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223715624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главление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FF3C5B-5661-71B9-29A0-BA23C892BC18}"/>
              </a:ext>
            </a:extLst>
          </p:cNvPr>
          <p:cNvCxnSpPr>
            <a:cxnSpLocks/>
          </p:cNvCxnSpPr>
          <p:nvPr userDrawn="1"/>
        </p:nvCxnSpPr>
        <p:spPr>
          <a:xfrm>
            <a:off x="3132376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8CE4488-866C-8BA0-73B5-02F28E7493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9521" y="1440324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E6AADCA-0656-C742-7EB3-1E956864B0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39521" y="2782395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1E56D4-B980-D56D-3BE0-F210174071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39521" y="4124467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D6D83C6-BD43-B2B4-BC15-7717A3C706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39521" y="5466538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20739D9-20B2-6E54-4EBA-697F075857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32376" y="1440324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38F4A499-07C4-916F-C98E-EE0DBE0B0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2376" y="1634300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9C5774C-D0B8-3A33-4C97-A8E1DADD65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2376" y="2781282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F40A66B-464A-31B0-0689-F8A10B934C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32376" y="2975257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4C7E110-F9E9-4B7B-9485-CBAF9B6B96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2376" y="4119221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488F04D3-5F7D-6C84-DECF-747CF4C908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6" y="4313196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E5E0E09-EED9-76F0-D65B-BF01D19F11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2376" y="5466538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E1E9693-B311-9CD3-40CF-39E3AF9883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32376" y="5660513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6551FA8F-69D9-ADB5-1C62-D8958B47AA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43231" y="1440324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AC8A498-CCDC-282E-6841-542482BC1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43231" y="2782395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CC6D508-ABA7-C3A7-5C67-4432D59AA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43232" y="4124467"/>
            <a:ext cx="2077841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CBC15B5-4935-D30E-1CBD-707FC5617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43231" y="5466538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774B7833-9C2E-96FF-1FFB-936EB26D7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72368" y="1440324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14A16394-FF19-B1DC-2865-66A199C2EC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72368" y="1634300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E0CB8D96-D74E-1115-8A91-1B2484BADD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72368" y="2781282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F428653-B9CE-0CD5-DFEE-B4E4E0983DB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72368" y="2975257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238170CB-7E29-F254-3EC3-3298E0B21F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72368" y="4119221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0BFC6B6B-2ABA-EB50-ABA3-66C79A487F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72368" y="4313196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8A96A611-539E-5948-4742-EA8CC73119F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72368" y="5466538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32D4A0CC-8656-0740-F685-E0C2FB8E4A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72368" y="5660513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4BEB4EB-318A-5A12-FA2F-AC9C734E7C9A}"/>
              </a:ext>
            </a:extLst>
          </p:cNvPr>
          <p:cNvCxnSpPr>
            <a:cxnSpLocks/>
          </p:cNvCxnSpPr>
          <p:nvPr userDrawn="1"/>
        </p:nvCxnSpPr>
        <p:spPr>
          <a:xfrm>
            <a:off x="3132376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041C314-3976-9DB4-A062-581A6F3D0297}"/>
              </a:ext>
            </a:extLst>
          </p:cNvPr>
          <p:cNvCxnSpPr>
            <a:cxnSpLocks/>
          </p:cNvCxnSpPr>
          <p:nvPr userDrawn="1"/>
        </p:nvCxnSpPr>
        <p:spPr>
          <a:xfrm>
            <a:off x="3132376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36E7F6-BB02-8CF3-2ACC-A2899530D2ED}"/>
              </a:ext>
            </a:extLst>
          </p:cNvPr>
          <p:cNvCxnSpPr>
            <a:cxnSpLocks/>
          </p:cNvCxnSpPr>
          <p:nvPr userDrawn="1"/>
        </p:nvCxnSpPr>
        <p:spPr>
          <a:xfrm>
            <a:off x="3132376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B18007-34EB-4802-265A-36ACBE637E5A}"/>
              </a:ext>
            </a:extLst>
          </p:cNvPr>
          <p:cNvCxnSpPr>
            <a:cxnSpLocks/>
          </p:cNvCxnSpPr>
          <p:nvPr userDrawn="1"/>
        </p:nvCxnSpPr>
        <p:spPr>
          <a:xfrm>
            <a:off x="7863422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652785-279B-23EE-8E08-218DF6822A42}"/>
              </a:ext>
            </a:extLst>
          </p:cNvPr>
          <p:cNvCxnSpPr>
            <a:cxnSpLocks/>
          </p:cNvCxnSpPr>
          <p:nvPr userDrawn="1"/>
        </p:nvCxnSpPr>
        <p:spPr>
          <a:xfrm>
            <a:off x="7863422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B5CAF15-77CC-326B-7ECA-CA2B42906DF1}"/>
              </a:ext>
            </a:extLst>
          </p:cNvPr>
          <p:cNvCxnSpPr>
            <a:cxnSpLocks/>
          </p:cNvCxnSpPr>
          <p:nvPr userDrawn="1"/>
        </p:nvCxnSpPr>
        <p:spPr>
          <a:xfrm>
            <a:off x="7863422" y="4005387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12C011-7B08-939C-7635-0C1FF67455F7}"/>
              </a:ext>
            </a:extLst>
          </p:cNvPr>
          <p:cNvCxnSpPr>
            <a:cxnSpLocks/>
          </p:cNvCxnSpPr>
          <p:nvPr userDrawn="1"/>
        </p:nvCxnSpPr>
        <p:spPr>
          <a:xfrm>
            <a:off x="7863422" y="5349028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4CE81C-0DA7-1235-947C-E6E329283A91}"/>
              </a:ext>
            </a:extLst>
          </p:cNvPr>
          <p:cNvCxnSpPr>
            <a:cxnSpLocks/>
          </p:cNvCxnSpPr>
          <p:nvPr userDrawn="1"/>
        </p:nvCxnSpPr>
        <p:spPr>
          <a:xfrm>
            <a:off x="3132376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CD6B02-81F9-F6C6-8CE7-E2C82EBBA018}"/>
              </a:ext>
            </a:extLst>
          </p:cNvPr>
          <p:cNvCxnSpPr>
            <a:cxnSpLocks/>
          </p:cNvCxnSpPr>
          <p:nvPr userDrawn="1"/>
        </p:nvCxnSpPr>
        <p:spPr>
          <a:xfrm>
            <a:off x="7863422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E959807-DB44-9A3E-8EA7-67B940FDEEB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11137841" y="4008071"/>
            <a:ext cx="857203" cy="134095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tx1">
                    <a:lumMod val="75000"/>
                    <a:lumOff val="2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6DFDCCB-AADB-C4CD-9E63-97E8B28B41FD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ED4B90-353E-4860-D5FB-E36F777277D3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64A870F-D31F-5EBB-A248-ABCDA58A61EA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B3C7F3C-5D52-508C-C840-53200B3E1699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7D3C6F70-1E07-8B57-8958-74BC58D0C0B0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2334126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главление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FF3C5B-5661-71B9-29A0-BA23C892BC18}"/>
              </a:ext>
            </a:extLst>
          </p:cNvPr>
          <p:cNvCxnSpPr>
            <a:cxnSpLocks/>
          </p:cNvCxnSpPr>
          <p:nvPr userDrawn="1"/>
        </p:nvCxnSpPr>
        <p:spPr>
          <a:xfrm>
            <a:off x="3132376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8CE4488-866C-8BA0-73B5-02F28E7493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9521" y="1440324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E6AADCA-0656-C742-7EB3-1E956864B0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39521" y="2782395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1E56D4-B980-D56D-3BE0-F210174071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39521" y="4124467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D6D83C6-BD43-B2B4-BC15-7717A3C706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39521" y="5466538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20739D9-20B2-6E54-4EBA-697F075857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32376" y="1440324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38F4A499-07C4-916F-C98E-EE0DBE0B0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2376" y="1634300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9C5774C-D0B8-3A33-4C97-A8E1DADD65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2376" y="2781282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F40A66B-464A-31B0-0689-F8A10B934C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32376" y="2975257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4C7E110-F9E9-4B7B-9485-CBAF9B6B96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2376" y="4119221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488F04D3-5F7D-6C84-DECF-747CF4C908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6" y="4313196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E5E0E09-EED9-76F0-D65B-BF01D19F11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2376" y="5466538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E1E9693-B311-9CD3-40CF-39E3AF9883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32376" y="5660513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6551FA8F-69D9-ADB5-1C62-D8958B47AA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43231" y="1440324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AC8A498-CCDC-282E-6841-542482BC1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43231" y="2782395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CC6D508-ABA7-C3A7-5C67-4432D59AA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43231" y="4124467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CBC15B5-4935-D30E-1CBD-707FC5617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43231" y="5466538"/>
            <a:ext cx="2077841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774B7833-9C2E-96FF-1FFB-936EB26D7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72368" y="1440324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14A16394-FF19-B1DC-2865-66A199C2EC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72368" y="1634300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E0CB8D96-D74E-1115-8A91-1B2484BADD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72368" y="2781282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F428653-B9CE-0CD5-DFEE-B4E4E0983DB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72368" y="2975257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238170CB-7E29-F254-3EC3-3298E0B21F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72368" y="4119221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0BFC6B6B-2ABA-EB50-ABA3-66C79A487F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72368" y="4313196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8A96A611-539E-5948-4742-EA8CC73119F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72368" y="5466538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32D4A0CC-8656-0740-F685-E0C2FB8E4A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72368" y="5660513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4BEB4EB-318A-5A12-FA2F-AC9C734E7C9A}"/>
              </a:ext>
            </a:extLst>
          </p:cNvPr>
          <p:cNvCxnSpPr>
            <a:cxnSpLocks/>
          </p:cNvCxnSpPr>
          <p:nvPr userDrawn="1"/>
        </p:nvCxnSpPr>
        <p:spPr>
          <a:xfrm>
            <a:off x="3132376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041C314-3976-9DB4-A062-581A6F3D0297}"/>
              </a:ext>
            </a:extLst>
          </p:cNvPr>
          <p:cNvCxnSpPr>
            <a:cxnSpLocks/>
          </p:cNvCxnSpPr>
          <p:nvPr userDrawn="1"/>
        </p:nvCxnSpPr>
        <p:spPr>
          <a:xfrm>
            <a:off x="3132376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36E7F6-BB02-8CF3-2ACC-A2899530D2ED}"/>
              </a:ext>
            </a:extLst>
          </p:cNvPr>
          <p:cNvCxnSpPr>
            <a:cxnSpLocks/>
          </p:cNvCxnSpPr>
          <p:nvPr userDrawn="1"/>
        </p:nvCxnSpPr>
        <p:spPr>
          <a:xfrm>
            <a:off x="3132376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B18007-34EB-4802-265A-36ACBE637E5A}"/>
              </a:ext>
            </a:extLst>
          </p:cNvPr>
          <p:cNvCxnSpPr>
            <a:cxnSpLocks/>
          </p:cNvCxnSpPr>
          <p:nvPr userDrawn="1"/>
        </p:nvCxnSpPr>
        <p:spPr>
          <a:xfrm>
            <a:off x="7863422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652785-279B-23EE-8E08-218DF6822A42}"/>
              </a:ext>
            </a:extLst>
          </p:cNvPr>
          <p:cNvCxnSpPr>
            <a:cxnSpLocks/>
          </p:cNvCxnSpPr>
          <p:nvPr userDrawn="1"/>
        </p:nvCxnSpPr>
        <p:spPr>
          <a:xfrm>
            <a:off x="7863422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B5CAF15-77CC-326B-7ECA-CA2B42906DF1}"/>
              </a:ext>
            </a:extLst>
          </p:cNvPr>
          <p:cNvCxnSpPr>
            <a:cxnSpLocks/>
          </p:cNvCxnSpPr>
          <p:nvPr userDrawn="1"/>
        </p:nvCxnSpPr>
        <p:spPr>
          <a:xfrm>
            <a:off x="7863422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12C011-7B08-939C-7635-0C1FF67455F7}"/>
              </a:ext>
            </a:extLst>
          </p:cNvPr>
          <p:cNvCxnSpPr>
            <a:cxnSpLocks/>
          </p:cNvCxnSpPr>
          <p:nvPr userDrawn="1"/>
        </p:nvCxnSpPr>
        <p:spPr>
          <a:xfrm>
            <a:off x="7863422" y="5349028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4CE81C-0DA7-1235-947C-E6E329283A91}"/>
              </a:ext>
            </a:extLst>
          </p:cNvPr>
          <p:cNvCxnSpPr>
            <a:cxnSpLocks/>
          </p:cNvCxnSpPr>
          <p:nvPr userDrawn="1"/>
        </p:nvCxnSpPr>
        <p:spPr>
          <a:xfrm>
            <a:off x="3132376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CD6B02-81F9-F6C6-8CE7-E2C82EBBA018}"/>
              </a:ext>
            </a:extLst>
          </p:cNvPr>
          <p:cNvCxnSpPr>
            <a:cxnSpLocks/>
          </p:cNvCxnSpPr>
          <p:nvPr userDrawn="1"/>
        </p:nvCxnSpPr>
        <p:spPr>
          <a:xfrm>
            <a:off x="7863422" y="6692669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E959807-DB44-9A3E-8EA7-67B940FDEEB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11137841" y="5351713"/>
            <a:ext cx="857203" cy="134095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tx1">
                    <a:lumMod val="75000"/>
                    <a:lumOff val="2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3B3DCFA-D9BC-ED25-5CE8-A55E70720822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F312E70-8FEA-C2C0-BF8F-3A8C2CE38797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2EED3DE-71A9-A2E3-FA84-7FB7971F0ED5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C480976-BA2B-09F0-7448-3DF2CD90A573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C0306AC1-DAB4-38BF-0510-49C948672A25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761289366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41" name="Table Placeholder 40">
            <a:extLst>
              <a:ext uri="{FF2B5EF4-FFF2-40B4-BE49-F238E27FC236}">
                <a16:creationId xmlns:a16="http://schemas.microsoft.com/office/drawing/2014/main" id="{C98EE4DE-18C5-37A7-6680-05FE6302CE94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90407" y="1305290"/>
            <a:ext cx="7074168" cy="403385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5" b="0" i="0"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E803689-4647-EFC6-E5C4-A3E9195962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9576" y="2122581"/>
            <a:ext cx="2969750" cy="13064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Краткое текстовое описание данный таблицы, если оно требуется; вводное слово об информации в таблице.</a:t>
            </a:r>
            <a:endParaRPr lang="en-RU" dirty="0"/>
          </a:p>
        </p:txBody>
      </p:sp>
      <p:sp>
        <p:nvSpPr>
          <p:cNvPr id="53" name="Picture Placeholder 25">
            <a:extLst>
              <a:ext uri="{FF2B5EF4-FFF2-40B4-BE49-F238E27FC236}">
                <a16:creationId xmlns:a16="http://schemas.microsoft.com/office/drawing/2014/main" id="{56F69510-1947-9C4A-234E-3DF188BB048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60115" y="6528331"/>
            <a:ext cx="910813" cy="2747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17" b="0" i="0">
                <a:solidFill>
                  <a:schemeClr val="accent6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666E2C45-8A5B-2FE8-6255-B27E264791F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0C44541B-35FE-2FE4-FE33-A4130D380CC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2129824B-E0C0-A921-2F5A-BFD4D5AF95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9" name="Title 58">
            <a:extLst>
              <a:ext uri="{FF2B5EF4-FFF2-40B4-BE49-F238E27FC236}">
                <a16:creationId xmlns:a16="http://schemas.microsoft.com/office/drawing/2014/main" id="{0462E639-32ED-BA57-A0B0-7AF2B1115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Слайд с таблицей</a:t>
            </a:r>
            <a:endParaRPr lang="en-R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BCB5EAD-D673-475E-3B1E-7AC82FE057BE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59474CC-ABAB-FF79-60DD-8D62B637916E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2A99126-3E35-379B-D9F5-2D6D804F7001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D7B5379-7A94-1274-00E1-7B18C92D21B8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93C2B84-10EE-6B34-A896-982F94A05C65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F051CBB7-0EFF-7311-DE34-9C5CBC5400B4}"/>
              </a:ext>
            </a:extLst>
          </p:cNvPr>
          <p:cNvSpPr/>
          <p:nvPr userDrawn="1"/>
        </p:nvSpPr>
        <p:spPr>
          <a:xfrm>
            <a:off x="0" y="6470216"/>
            <a:ext cx="388280" cy="387784"/>
          </a:xfrm>
          <a:prstGeom prst="rect">
            <a:avLst/>
          </a:prstGeom>
          <a:solidFill>
            <a:srgbClr val="FF0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RU" sz="659" dirty="0" err="1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" name="Picture Placeholder 25">
            <a:extLst>
              <a:ext uri="{FF2B5EF4-FFF2-40B4-BE49-F238E27FC236}">
                <a16:creationId xmlns:a16="http://schemas.microsoft.com/office/drawing/2014/main" id="{A7AA9E12-4FA7-34D7-AE1D-F7EEB1DE0D2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6470216"/>
            <a:ext cx="387763" cy="3877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23" b="0" i="0">
                <a:solidFill>
                  <a:schemeClr val="bg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022565181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41" name="Table Placeholder 40">
            <a:extLst>
              <a:ext uri="{FF2B5EF4-FFF2-40B4-BE49-F238E27FC236}">
                <a16:creationId xmlns:a16="http://schemas.microsoft.com/office/drawing/2014/main" id="{C98EE4DE-18C5-37A7-6680-05FE6302CE94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90407" y="1305290"/>
            <a:ext cx="7074168" cy="403385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5" b="0" i="0"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E803689-4647-EFC6-E5C4-A3E9195962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9576" y="2122581"/>
            <a:ext cx="2969750" cy="13064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Краткое текстовое описание данный таблицы, если оно требуется; вводное слово об информации в таблице.</a:t>
            </a:r>
            <a:endParaRPr lang="en-RU" dirty="0"/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666E2C45-8A5B-2FE8-6255-B27E264791F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0C44541B-35FE-2FE4-FE33-A4130D380CC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2129824B-E0C0-A921-2F5A-BFD4D5AF95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9" name="Title 58">
            <a:extLst>
              <a:ext uri="{FF2B5EF4-FFF2-40B4-BE49-F238E27FC236}">
                <a16:creationId xmlns:a16="http://schemas.microsoft.com/office/drawing/2014/main" id="{0462E639-32ED-BA57-A0B0-7AF2B1115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Слайд с таблицей</a:t>
            </a:r>
            <a:endParaRPr lang="en-R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BCB5EAD-D673-475E-3B1E-7AC82FE057BE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59474CC-ABAB-FF79-60DD-8D62B637916E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2A99126-3E35-379B-D9F5-2D6D804F7001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D7B5379-7A94-1274-00E1-7B18C92D21B8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93C2B84-10EE-6B34-A896-982F94A05C65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167523863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41" name="Table Placeholder 40">
            <a:extLst>
              <a:ext uri="{FF2B5EF4-FFF2-40B4-BE49-F238E27FC236}">
                <a16:creationId xmlns:a16="http://schemas.microsoft.com/office/drawing/2014/main" id="{C98EE4DE-18C5-37A7-6680-05FE6302CE94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90407" y="1305290"/>
            <a:ext cx="11222793" cy="403385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5" b="0" i="0"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E803689-4647-EFC6-E5C4-A3E9195962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9576" y="5955971"/>
            <a:ext cx="2963624" cy="737001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>
              <a:buFontTx/>
              <a:buNone/>
              <a:defRPr sz="988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Краткое текстовое описание данный таблицы,  если оно требуется; вводное слово об информации  в таблице. Краткое текстовое описание данный таблицы, если оно требуется; вводное слово об информации в таблице.</a:t>
            </a:r>
            <a:endParaRPr lang="en-RU" dirty="0"/>
          </a:p>
        </p:txBody>
      </p:sp>
      <p:sp>
        <p:nvSpPr>
          <p:cNvPr id="53" name="Picture Placeholder 25">
            <a:extLst>
              <a:ext uri="{FF2B5EF4-FFF2-40B4-BE49-F238E27FC236}">
                <a16:creationId xmlns:a16="http://schemas.microsoft.com/office/drawing/2014/main" id="{56F69510-1947-9C4A-234E-3DF188BB048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60115" y="6528331"/>
            <a:ext cx="910813" cy="2747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17" b="0" i="0">
                <a:solidFill>
                  <a:schemeClr val="accent6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666E2C45-8A5B-2FE8-6255-B27E264791F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2129824B-E0C0-A921-2F5A-BFD4D5AF95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32377" y="620621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9" name="Title 58">
            <a:extLst>
              <a:ext uri="{FF2B5EF4-FFF2-40B4-BE49-F238E27FC236}">
                <a16:creationId xmlns:a16="http://schemas.microsoft.com/office/drawing/2014/main" id="{0462E639-32ED-BA57-A0B0-7AF2B1115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Слайд с таблицей</a:t>
            </a:r>
            <a:endParaRPr lang="en-R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BCB5EAD-D673-475E-3B1E-7AC82FE057BE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59474CC-ABAB-FF79-60DD-8D62B637916E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2A99126-3E35-379B-D9F5-2D6D804F7001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D7B5379-7A94-1274-00E1-7B18C92D21B8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93C2B84-10EE-6B34-A896-982F94A05C65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BA969B75-803F-E82B-5B32-27EA4A062F92}"/>
              </a:ext>
            </a:extLst>
          </p:cNvPr>
          <p:cNvSpPr/>
          <p:nvPr userDrawn="1"/>
        </p:nvSpPr>
        <p:spPr>
          <a:xfrm>
            <a:off x="0" y="6470216"/>
            <a:ext cx="388280" cy="387784"/>
          </a:xfrm>
          <a:prstGeom prst="rect">
            <a:avLst/>
          </a:prstGeom>
          <a:solidFill>
            <a:srgbClr val="FF0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RU" sz="659" dirty="0" err="1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" name="Picture Placeholder 25">
            <a:extLst>
              <a:ext uri="{FF2B5EF4-FFF2-40B4-BE49-F238E27FC236}">
                <a16:creationId xmlns:a16="http://schemas.microsoft.com/office/drawing/2014/main" id="{46584BF1-B5A8-89EB-BB74-95B6F08ECA9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6470216"/>
            <a:ext cx="387763" cy="3877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23" b="0" i="0">
                <a:solidFill>
                  <a:schemeClr val="bg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204564934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41" name="Table Placeholder 40">
            <a:extLst>
              <a:ext uri="{FF2B5EF4-FFF2-40B4-BE49-F238E27FC236}">
                <a16:creationId xmlns:a16="http://schemas.microsoft.com/office/drawing/2014/main" id="{C98EE4DE-18C5-37A7-6680-05FE6302CE94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90407" y="1305290"/>
            <a:ext cx="11222793" cy="403385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5" b="0" i="0"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E803689-4647-EFC6-E5C4-A3E9195962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9576" y="5955971"/>
            <a:ext cx="2963624" cy="737001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>
              <a:buFontTx/>
              <a:buNone/>
              <a:defRPr sz="988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Краткое текстовое описание данный таблицы,  если оно требуется; вводное слово об информации  в таблице. Краткое текстовое описание данный таблицы, если оно требуется; вводное слово об информации в таблице.</a:t>
            </a:r>
            <a:endParaRPr lang="en-RU" dirty="0"/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666E2C45-8A5B-2FE8-6255-B27E264791F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2129824B-E0C0-A921-2F5A-BFD4D5AF95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32377" y="620621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9" name="Title 58">
            <a:extLst>
              <a:ext uri="{FF2B5EF4-FFF2-40B4-BE49-F238E27FC236}">
                <a16:creationId xmlns:a16="http://schemas.microsoft.com/office/drawing/2014/main" id="{0462E639-32ED-BA57-A0B0-7AF2B1115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Слайд с таблицей</a:t>
            </a:r>
            <a:endParaRPr lang="en-R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BCB5EAD-D673-475E-3B1E-7AC82FE057BE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59474CC-ABAB-FF79-60DD-8D62B637916E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2A99126-3E35-379B-D9F5-2D6D804F7001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D7B5379-7A94-1274-00E1-7B18C92D21B8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93C2B84-10EE-6B34-A896-982F94A05C65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1353694810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41" name="Table Placeholder 40">
            <a:extLst>
              <a:ext uri="{FF2B5EF4-FFF2-40B4-BE49-F238E27FC236}">
                <a16:creationId xmlns:a16="http://schemas.microsoft.com/office/drawing/2014/main" id="{C98EE4DE-18C5-37A7-6680-05FE6302CE94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90407" y="1473326"/>
            <a:ext cx="11811187" cy="46824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5" b="0" i="0"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E803689-4647-EFC6-E5C4-A3E9195962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06058" y="1000611"/>
            <a:ext cx="1641022" cy="25618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FontTx/>
              <a:buNone/>
              <a:defRPr sz="753" b="0" i="0" spc="0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Выполненные задачи</a:t>
            </a:r>
            <a:endParaRPr lang="en-RU" dirty="0"/>
          </a:p>
        </p:txBody>
      </p:sp>
      <p:sp>
        <p:nvSpPr>
          <p:cNvPr id="53" name="Picture Placeholder 25">
            <a:extLst>
              <a:ext uri="{FF2B5EF4-FFF2-40B4-BE49-F238E27FC236}">
                <a16:creationId xmlns:a16="http://schemas.microsoft.com/office/drawing/2014/main" id="{56F69510-1947-9C4A-234E-3DF188BB048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60115" y="6528331"/>
            <a:ext cx="910813" cy="2747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17" b="0" i="0">
                <a:solidFill>
                  <a:schemeClr val="accent6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666E2C45-8A5B-2FE8-6255-B27E264791F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9" name="Title 58">
            <a:extLst>
              <a:ext uri="{FF2B5EF4-FFF2-40B4-BE49-F238E27FC236}">
                <a16:creationId xmlns:a16="http://schemas.microsoft.com/office/drawing/2014/main" id="{0462E639-32ED-BA57-A0B0-7AF2B1115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5312719" cy="418288"/>
          </a:xfrm>
        </p:spPr>
        <p:txBody>
          <a:bodyPr/>
          <a:lstStyle/>
          <a:p>
            <a:r>
              <a:rPr lang="ru-RU" dirty="0"/>
              <a:t>Слайд с таблицей</a:t>
            </a:r>
            <a:endParaRPr lang="en-R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BCB5EAD-D673-475E-3B1E-7AC82FE057BE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59474CC-ABAB-FF79-60DD-8D62B637916E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2A99126-3E35-379B-D9F5-2D6D804F7001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D7B5379-7A94-1274-00E1-7B18C92D21B8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93C2B84-10EE-6B34-A896-982F94A05C65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963E9B1-01CC-8CC4-53CD-8273B2A11B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2F7545F-E68C-0ED1-B6B6-8D534327A7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EC7AEF-358E-32BF-90EC-3F92E791C9E6}"/>
              </a:ext>
            </a:extLst>
          </p:cNvPr>
          <p:cNvSpPr/>
          <p:nvPr userDrawn="1"/>
        </p:nvSpPr>
        <p:spPr>
          <a:xfrm>
            <a:off x="0" y="6470216"/>
            <a:ext cx="388280" cy="387784"/>
          </a:xfrm>
          <a:prstGeom prst="rect">
            <a:avLst/>
          </a:prstGeom>
          <a:solidFill>
            <a:srgbClr val="FF0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RU" sz="659" dirty="0" err="1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" name="Picture Placeholder 25">
            <a:extLst>
              <a:ext uri="{FF2B5EF4-FFF2-40B4-BE49-F238E27FC236}">
                <a16:creationId xmlns:a16="http://schemas.microsoft.com/office/drawing/2014/main" id="{A1B1BC68-21EB-6228-FE81-2C8F29FDC24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6470216"/>
            <a:ext cx="387763" cy="3877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23" b="0" i="0">
                <a:solidFill>
                  <a:schemeClr val="bg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782794283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41" name="Table Placeholder 40">
            <a:extLst>
              <a:ext uri="{FF2B5EF4-FFF2-40B4-BE49-F238E27FC236}">
                <a16:creationId xmlns:a16="http://schemas.microsoft.com/office/drawing/2014/main" id="{C98EE4DE-18C5-37A7-6680-05FE6302CE94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90407" y="1473326"/>
            <a:ext cx="11811187" cy="46824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5" b="0" i="0"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E803689-4647-EFC6-E5C4-A3E9195962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06058" y="1000611"/>
            <a:ext cx="1641022" cy="25618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FontTx/>
              <a:buNone/>
              <a:defRPr sz="753" b="0" i="0" spc="0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Выполненные задачи</a:t>
            </a:r>
            <a:endParaRPr lang="en-RU" dirty="0"/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666E2C45-8A5B-2FE8-6255-B27E264791F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9" name="Title 58">
            <a:extLst>
              <a:ext uri="{FF2B5EF4-FFF2-40B4-BE49-F238E27FC236}">
                <a16:creationId xmlns:a16="http://schemas.microsoft.com/office/drawing/2014/main" id="{0462E639-32ED-BA57-A0B0-7AF2B1115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5312719" cy="418288"/>
          </a:xfrm>
        </p:spPr>
        <p:txBody>
          <a:bodyPr/>
          <a:lstStyle/>
          <a:p>
            <a:r>
              <a:rPr lang="ru-RU" dirty="0"/>
              <a:t>Слайд с таблицей</a:t>
            </a:r>
            <a:endParaRPr lang="en-R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BCB5EAD-D673-475E-3B1E-7AC82FE057BE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59474CC-ABAB-FF79-60DD-8D62B637916E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2A99126-3E35-379B-D9F5-2D6D804F7001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D7B5379-7A94-1274-00E1-7B18C92D21B8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93C2B84-10EE-6B34-A896-982F94A05C65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963E9B1-01CC-8CC4-53CD-8273B2A11B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2F7545F-E68C-0ED1-B6B6-8D534327A7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1499916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4 пун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E803689-4647-EFC6-E5C4-A3E9195962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32377" y="2156798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01</a:t>
            </a:r>
            <a:endParaRPr lang="en-RU" dirty="0"/>
          </a:p>
        </p:txBody>
      </p:sp>
      <p:sp>
        <p:nvSpPr>
          <p:cNvPr id="53" name="Picture Placeholder 25">
            <a:extLst>
              <a:ext uri="{FF2B5EF4-FFF2-40B4-BE49-F238E27FC236}">
                <a16:creationId xmlns:a16="http://schemas.microsoft.com/office/drawing/2014/main" id="{56F69510-1947-9C4A-234E-3DF188BB048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60115" y="6528331"/>
            <a:ext cx="910813" cy="2747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17" b="0" i="0">
                <a:solidFill>
                  <a:schemeClr val="accent6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988B1068-49AB-7E60-59DD-CD56DF3F8B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22819" y="2443543"/>
            <a:ext cx="4119165" cy="7111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2352" b="0" i="0" spc="71" baseline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Разработка платформы внутри АФК</a:t>
            </a:r>
            <a:endParaRPr lang="en-RU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2C541CF-B692-C25D-29EB-67A5961303C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32377" y="3227877"/>
            <a:ext cx="4119165" cy="91100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 устройств ХХХ млн людей — совершенно репрезентативная выборка для построения аналитики.</a:t>
            </a:r>
            <a:endParaRPr lang="en-RU" dirty="0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6D1EB518-886B-DBA8-AA5E-A5807CC492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32377" y="4526667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</a:t>
            </a:r>
            <a:r>
              <a:rPr lang="en-US" dirty="0"/>
              <a:t>2</a:t>
            </a:r>
            <a:endParaRPr lang="en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8CAF0B02-BC50-8A88-5C0B-7C4639AEBEC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122819" y="4813412"/>
            <a:ext cx="4119165" cy="7111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2352" b="0" i="0" spc="71" baseline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Разработка платформы внутри АФК</a:t>
            </a:r>
            <a:endParaRPr lang="en-R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491A200-F6EA-54DF-6257-50478EA3D3B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2377" y="5597745"/>
            <a:ext cx="4119165" cy="8724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 устройств ХХХ млн людей — совершенно репрезентативная выборка для построения аналитики.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FE1EFC34-AB7D-D88D-BCE9-170FB0D95A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51878" y="2156798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</a:t>
            </a:r>
            <a:r>
              <a:rPr lang="en-US" dirty="0"/>
              <a:t>3</a:t>
            </a:r>
            <a:endParaRPr lang="en-RU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424C04A-C4E1-2EC3-ADB0-58491650084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42320" y="2443543"/>
            <a:ext cx="4119165" cy="7111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2352" b="0" i="0" spc="71" baseline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Разработка платформы внутри АФК</a:t>
            </a:r>
            <a:endParaRPr lang="en-R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6D6BC0D2-AF04-B0A8-39F6-0D8751D2A2B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51878" y="3227877"/>
            <a:ext cx="4119165" cy="91100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 устройств ХХХ млн людей — совершенно репрезентативная выборка для построения аналитики.</a:t>
            </a:r>
            <a:endParaRPr lang="en-RU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7297774-CD52-4A50-CF0B-E3C4E9C4346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1878" y="4526667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</a:t>
            </a:r>
            <a:r>
              <a:rPr lang="en-US" dirty="0"/>
              <a:t>4</a:t>
            </a:r>
            <a:endParaRPr lang="en-RU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2C3B1D5B-2E28-6916-B3F5-BED76AA1874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42320" y="4813412"/>
            <a:ext cx="4119165" cy="7111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2352" b="0" i="0" spc="71" baseline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Разработка платформы внутри АФК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9E661FA-3186-28A1-2B35-8DFA11D0572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51878" y="5597745"/>
            <a:ext cx="4119165" cy="8724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 устройств ХХХ млн людей — совершенно репрезентативная выборка для построения аналитики.</a:t>
            </a:r>
            <a:endParaRPr lang="en-RU" dirty="0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2045CB0-5DF7-8067-8B7D-96EC8A535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Цели и шаги на квартал</a:t>
            </a:r>
            <a:endParaRPr lang="en-R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D327555-9B9E-6490-575B-05FE259A3E8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54E8029-E017-26B1-CC61-BB149531C3C1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85AFE56-6BE1-FDC4-1BBB-41708576FE9C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278FA35-914A-77A0-5A67-FFC86D7B4784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94DFBEBA-0B82-56A6-6D61-10AD4D8F1613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5262A8C9-6E20-C7EC-4F90-9330BBD67B6B}"/>
              </a:ext>
            </a:extLst>
          </p:cNvPr>
          <p:cNvSpPr/>
          <p:nvPr userDrawn="1"/>
        </p:nvSpPr>
        <p:spPr>
          <a:xfrm>
            <a:off x="0" y="6470216"/>
            <a:ext cx="388280" cy="387784"/>
          </a:xfrm>
          <a:prstGeom prst="rect">
            <a:avLst/>
          </a:prstGeom>
          <a:solidFill>
            <a:srgbClr val="FF0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RU" sz="659" dirty="0" err="1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" name="Picture Placeholder 25">
            <a:extLst>
              <a:ext uri="{FF2B5EF4-FFF2-40B4-BE49-F238E27FC236}">
                <a16:creationId xmlns:a16="http://schemas.microsoft.com/office/drawing/2014/main" id="{79E702BD-B2DD-A44B-9B1E-5FECDD3DAA8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6470216"/>
            <a:ext cx="387763" cy="3877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23" b="0" i="0">
                <a:solidFill>
                  <a:schemeClr val="bg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41673844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4 пункт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E803689-4647-EFC6-E5C4-A3E9195962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32377" y="2156798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01</a:t>
            </a:r>
            <a:endParaRPr lang="en-RU" dirty="0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988B1068-49AB-7E60-59DD-CD56DF3F8B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22819" y="2443543"/>
            <a:ext cx="4119165" cy="7111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2352" b="0" i="0" spc="71" baseline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Разработка платформы внутри АФК</a:t>
            </a:r>
            <a:endParaRPr lang="en-RU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2C541CF-B692-C25D-29EB-67A5961303C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32377" y="3227877"/>
            <a:ext cx="4119165" cy="91100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 устройств ХХХ млн людей — совершенно репрезентативная выборка для построения аналитики.</a:t>
            </a:r>
            <a:endParaRPr lang="en-RU" dirty="0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6D1EB518-886B-DBA8-AA5E-A5807CC492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32377" y="4526667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</a:t>
            </a:r>
            <a:r>
              <a:rPr lang="en-US" dirty="0"/>
              <a:t>2</a:t>
            </a:r>
            <a:endParaRPr lang="en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8CAF0B02-BC50-8A88-5C0B-7C4639AEBEC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122819" y="4813412"/>
            <a:ext cx="4119165" cy="7111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2352" b="0" i="0" spc="71" baseline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Разработка платформы внутри АФК</a:t>
            </a:r>
            <a:endParaRPr lang="en-R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491A200-F6EA-54DF-6257-50478EA3D3B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2377" y="5597745"/>
            <a:ext cx="4119165" cy="8724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 устройств ХХХ млн людей — совершенно репрезентативная выборка для построения аналитики.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FE1EFC34-AB7D-D88D-BCE9-170FB0D95A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51878" y="2156798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</a:t>
            </a:r>
            <a:r>
              <a:rPr lang="en-US" dirty="0"/>
              <a:t>3</a:t>
            </a:r>
            <a:endParaRPr lang="en-RU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424C04A-C4E1-2EC3-ADB0-58491650084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42320" y="2443543"/>
            <a:ext cx="4119165" cy="7111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2352" b="0" i="0" spc="71" baseline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Разработка платформы внутри АФК</a:t>
            </a:r>
            <a:endParaRPr lang="en-R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6D6BC0D2-AF04-B0A8-39F6-0D8751D2A2B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51878" y="3227877"/>
            <a:ext cx="4119165" cy="91100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 устройств ХХХ млн людей — совершенно репрезентативная выборка для построения аналитики.</a:t>
            </a:r>
            <a:endParaRPr lang="en-RU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7297774-CD52-4A50-CF0B-E3C4E9C4346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1878" y="4526667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</a:t>
            </a:r>
            <a:r>
              <a:rPr lang="en-US" dirty="0"/>
              <a:t>4</a:t>
            </a:r>
            <a:endParaRPr lang="en-RU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2C3B1D5B-2E28-6916-B3F5-BED76AA1874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42320" y="4813412"/>
            <a:ext cx="4119165" cy="7111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2352" b="0" i="0" spc="71" baseline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Разработка платформы внутри АФК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9E661FA-3186-28A1-2B35-8DFA11D0572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51878" y="5597745"/>
            <a:ext cx="4119165" cy="8724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 устройств ХХХ млн людей — совершенно репрезентативная выборка для построения аналитики.</a:t>
            </a:r>
            <a:endParaRPr lang="en-RU" dirty="0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2045CB0-5DF7-8067-8B7D-96EC8A535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Цели и шаги на квартал</a:t>
            </a:r>
            <a:endParaRPr lang="en-R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EC59C2E-7B0E-A5CC-EDBD-C7BAD3F399DF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DE1D83C-2A47-8F5D-5171-0066B3DC745B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1C27DAC-5BED-4A02-C1D3-438D3B09C54C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9A32B62-905E-CA69-82D3-B79CA38B40BF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D90D2F7-D94E-5B02-AF76-475076E7E362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419097618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505DA091-ACF9-2282-4FA0-8C637985DB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64574" y="3429000"/>
            <a:ext cx="4927426" cy="3434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22" b="0" i="0">
                <a:solidFill>
                  <a:schemeClr val="bg1">
                    <a:lumMod val="65000"/>
                  </a:schemeClr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1E3BD7C-2380-D79F-FD8F-E19B9EFE99A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30410" y="5745154"/>
            <a:ext cx="1765590" cy="99390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FontTx/>
              <a:buNone/>
              <a:defRPr sz="1317" b="0" i="0" spc="28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Олег</a:t>
            </a:r>
            <a:r>
              <a:rPr lang="en-US" dirty="0"/>
              <a:t> </a:t>
            </a:r>
            <a:r>
              <a:rPr lang="ru-RU" dirty="0"/>
              <a:t>Шаповалов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ru-RU" dirty="0"/>
              <a:t>Директор отдела финансов</a:t>
            </a:r>
            <a:endParaRPr lang="en-RU" dirty="0"/>
          </a:p>
        </p:txBody>
      </p:sp>
      <p:sp>
        <p:nvSpPr>
          <p:cNvPr id="27" name="Title 26">
            <a:extLst>
              <a:ext uri="{FF2B5EF4-FFF2-40B4-BE49-F238E27FC236}">
                <a16:creationId xmlns:a16="http://schemas.microsoft.com/office/drawing/2014/main" id="{1C865DE8-16BD-16C7-83DD-98AE22FC59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8852043" cy="1985882"/>
          </a:xfrm>
        </p:spPr>
        <p:txBody>
          <a:bodyPr/>
          <a:lstStyle/>
          <a:p>
            <a:r>
              <a:rPr lang="ru-RU" dirty="0"/>
              <a:t>«Мы повысили популярность среди возрастной категории 20-35 лет на 40%*, перевыполнив поставленную цель в два раза».</a:t>
            </a:r>
            <a:endParaRPr lang="en-R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4AFAE32-F8EC-3EDF-53F9-450467628D17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891731B-E1E2-BC79-507E-4B3D0DED7EA5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867D774-5853-3C50-C6D6-E0AC9B6C02B9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0918BF8-BF47-189F-A481-13ACE8CD7783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B6B8EB4-3366-A579-86AC-A715C852C891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602636920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505DA091-ACF9-2282-4FA0-8C637985DB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2104855"/>
            <a:ext cx="8449576" cy="475314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22" b="0" i="0">
                <a:solidFill>
                  <a:schemeClr val="bg1">
                    <a:lumMod val="65000"/>
                  </a:schemeClr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E1583D41-5EBE-834F-0501-FE41984EF3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1"/>
            <a:ext cx="8852043" cy="993902"/>
          </a:xfr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ru-RU" dirty="0"/>
              <a:t>Презентация </a:t>
            </a:r>
            <a:r>
              <a:rPr lang="en-GB" dirty="0"/>
              <a:t>CGI </a:t>
            </a:r>
            <a:br>
              <a:rPr lang="ru-RU" dirty="0"/>
            </a:br>
            <a:r>
              <a:rPr lang="ru-RU" dirty="0"/>
              <a:t>контента</a:t>
            </a:r>
            <a:endParaRPr lang="en-RU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981DFC9F-D636-D2D7-2044-EF56C26780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55483" y="2104855"/>
            <a:ext cx="2946111" cy="1278408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FontTx/>
              <a:buNone/>
              <a:defRPr sz="1317" b="0" i="0" spc="28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Мы сделали немного контента, </a:t>
            </a:r>
            <a:br>
              <a:rPr lang="ru-RU" dirty="0"/>
            </a:br>
            <a:r>
              <a:rPr lang="ru-RU" dirty="0"/>
              <a:t>и предлагаем его посмотреть. </a:t>
            </a:r>
            <a:br>
              <a:rPr lang="ru-RU" dirty="0"/>
            </a:br>
            <a:r>
              <a:rPr lang="ru-RU" dirty="0"/>
              <a:t>Он очень красивый, и в целом интересно увидеть, как он работает.</a:t>
            </a:r>
            <a:endParaRPr lang="en-RU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B999D1B-A1A5-3007-DDAD-8AFB905F4A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55483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6C4D18E-493B-79E6-BC3A-786DF5BA9C5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492215A-7FAD-09F2-232C-647FB53267F2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991698A-1746-F765-6F1C-C60BC6A785E2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AB4C9F6-BAAB-0FCD-7D6F-17335345092E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80429F10-92ED-70F7-34C3-51F1AF6DFA3E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1726323722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идео-фай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23ED97-CC1F-5077-11BE-2671EB05C7F2}"/>
              </a:ext>
            </a:extLst>
          </p:cNvPr>
          <p:cNvSpPr>
            <a:spLocks noGrp="1"/>
          </p:cNvSpPr>
          <p:nvPr>
            <p:ph type="media" sz="quarter" idx="28"/>
          </p:nvPr>
        </p:nvSpPr>
        <p:spPr>
          <a:xfrm>
            <a:off x="0" y="2104855"/>
            <a:ext cx="8449576" cy="4753145"/>
          </a:xfrm>
        </p:spPr>
        <p:txBody>
          <a:bodyPr anchor="ctr"/>
          <a:lstStyle>
            <a:lvl1pPr algn="ctr">
              <a:defRPr b="0" i="0">
                <a:solidFill>
                  <a:schemeClr val="bg1">
                    <a:lumMod val="65000"/>
                  </a:schemeClr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E1583D41-5EBE-834F-0501-FE41984EF3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1"/>
            <a:ext cx="8852043" cy="993902"/>
          </a:xfr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ru-RU" dirty="0"/>
              <a:t>Презентация </a:t>
            </a:r>
            <a:r>
              <a:rPr lang="en-GB" dirty="0"/>
              <a:t>CGI </a:t>
            </a:r>
            <a:br>
              <a:rPr lang="ru-RU" dirty="0"/>
            </a:br>
            <a:r>
              <a:rPr lang="ru-RU" dirty="0"/>
              <a:t>контента</a:t>
            </a:r>
            <a:endParaRPr lang="en-RU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981DFC9F-D636-D2D7-2044-EF56C26780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55483" y="2104855"/>
            <a:ext cx="2946111" cy="1278408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FontTx/>
              <a:buNone/>
              <a:defRPr sz="1317" b="0" i="0" spc="28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Мы сделали немного контента, </a:t>
            </a:r>
            <a:br>
              <a:rPr lang="ru-RU" dirty="0"/>
            </a:br>
            <a:r>
              <a:rPr lang="ru-RU" dirty="0"/>
              <a:t>и предлагаем его посмотреть. </a:t>
            </a:r>
            <a:br>
              <a:rPr lang="ru-RU" dirty="0"/>
            </a:br>
            <a:r>
              <a:rPr lang="ru-RU" dirty="0"/>
              <a:t>Он очень красивый, и в целом интересно увидеть, как он работает.</a:t>
            </a:r>
            <a:endParaRPr lang="en-RU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B999D1B-A1A5-3007-DDAD-8AFB905F4A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55483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6C4D18E-493B-79E6-BC3A-786DF5BA9C5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492215A-7FAD-09F2-232C-647FB53267F2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991698A-1746-F765-6F1C-C60BC6A785E2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AB4C9F6-BAAB-0FCD-7D6F-17335345092E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80429F10-92ED-70F7-34C3-51F1AF6DFA3E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358119605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628A071C-65D9-D9E7-EBEC-5DFB12354FBE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4BE8238-146A-C1B4-4C9A-A25AF18537F1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3AF5C1-8F89-2ECD-BC28-909E1E4C49DB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2CCF2B2-3364-4ACA-6054-54438670D97A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321B5D4-1442-AFF1-8D89-32EBC8EC4ACC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1">
                    <a:alpha val="50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E1583D41-5EBE-834F-0501-FE41984EF3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348" y="1453943"/>
            <a:ext cx="5319138" cy="1944334"/>
          </a:xfrm>
        </p:spPr>
        <p:txBody>
          <a:bodyPr/>
          <a:lstStyle>
            <a:lvl1pPr>
              <a:lnSpc>
                <a:spcPct val="90000"/>
              </a:lnSpc>
              <a:defRPr sz="2352" b="0" i="0" spc="71" baseline="0">
                <a:solidFill>
                  <a:schemeClr val="bg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«Мы повысили популярность среди возрастной категории 20-35 лет на 40%*, перевыполнив поставленную цель в два раза».</a:t>
            </a:r>
            <a:endParaRPr lang="en-R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739FB8A-D47D-741A-CFF8-0170A6F6513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51147" y="5745154"/>
            <a:ext cx="1765590" cy="99390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FontTx/>
              <a:buNone/>
              <a:defRPr sz="1317" b="0" i="0" spc="28" baseline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Олег</a:t>
            </a:r>
            <a:r>
              <a:rPr lang="en-US" dirty="0"/>
              <a:t> </a:t>
            </a:r>
            <a:r>
              <a:rPr lang="ru-RU" dirty="0"/>
              <a:t>Шаповалов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ru-RU" dirty="0"/>
              <a:t>Директор отдела финансов</a:t>
            </a:r>
            <a:endParaRPr lang="en-RU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FF7DC41-8029-66EE-19B0-346BC797F22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0 w 12960350"/>
              <a:gd name="connsiteY0" fmla="*/ 0 h 14579600"/>
              <a:gd name="connsiteX1" fmla="*/ 11322350 w 12960350"/>
              <a:gd name="connsiteY1" fmla="*/ 0 h 14579600"/>
              <a:gd name="connsiteX2" fmla="*/ 11322350 w 12960350"/>
              <a:gd name="connsiteY2" fmla="*/ 1638000 h 14579600"/>
              <a:gd name="connsiteX3" fmla="*/ 12960350 w 12960350"/>
              <a:gd name="connsiteY3" fmla="*/ 1638000 h 14579600"/>
              <a:gd name="connsiteX4" fmla="*/ 12960350 w 12960350"/>
              <a:gd name="connsiteY4" fmla="*/ 14579600 h 14579600"/>
              <a:gd name="connsiteX5" fmla="*/ 0 w 12960350"/>
              <a:gd name="connsiteY5" fmla="*/ 14579600 h 1457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60350" h="14579600">
                <a:moveTo>
                  <a:pt x="0" y="0"/>
                </a:moveTo>
                <a:lnTo>
                  <a:pt x="11322350" y="0"/>
                </a:lnTo>
                <a:lnTo>
                  <a:pt x="11322350" y="1638000"/>
                </a:lnTo>
                <a:lnTo>
                  <a:pt x="12960350" y="1638000"/>
                </a:lnTo>
                <a:lnTo>
                  <a:pt x="12960350" y="14579600"/>
                </a:lnTo>
                <a:lnTo>
                  <a:pt x="0" y="145796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solidFill>
                  <a:schemeClr val="accent1">
                    <a:lumMod val="60000"/>
                    <a:lumOff val="40000"/>
                  </a:schemeClr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44852146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0AFDC63-E252-D496-6A0E-40609A627068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852C25B-E413-8A1D-9762-0CF214DA7B85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49DEBBE-9613-517E-88ED-62460BC49DAB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847C801-1610-4930-B5C7-1A0E13D05783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A3D74B5-0B0A-AB28-C30C-FC5CEDFF2C97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E1583D41-5EBE-834F-0501-FE41984EF3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348" y="1453943"/>
            <a:ext cx="5319138" cy="1944334"/>
          </a:xfrm>
        </p:spPr>
        <p:txBody>
          <a:bodyPr/>
          <a:lstStyle>
            <a:lvl1pPr>
              <a:lnSpc>
                <a:spcPct val="90000"/>
              </a:lnSpc>
              <a:defRPr sz="2352" b="0" i="0" spc="71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«Мы повысили популярность среди возрастной категории 20-35 лет на 40%*, перевыполнив поставленную цель в два раза».</a:t>
            </a:r>
            <a:endParaRPr lang="en-R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739FB8A-D47D-741A-CFF8-0170A6F6513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51147" y="5745154"/>
            <a:ext cx="1765590" cy="99390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FontTx/>
              <a:buNone/>
              <a:defRPr sz="1317" b="0" i="0" spc="28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Олег</a:t>
            </a:r>
            <a:r>
              <a:rPr lang="en-US" dirty="0"/>
              <a:t> </a:t>
            </a:r>
            <a:r>
              <a:rPr lang="ru-RU" dirty="0"/>
              <a:t>Шаповалов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ru-RU" dirty="0"/>
              <a:t>Директор отдела финансов</a:t>
            </a:r>
            <a:endParaRPr lang="en-RU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FF7DC41-8029-66EE-19B0-346BC797F22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0 w 12960350"/>
              <a:gd name="connsiteY0" fmla="*/ 0 h 14579600"/>
              <a:gd name="connsiteX1" fmla="*/ 11322350 w 12960350"/>
              <a:gd name="connsiteY1" fmla="*/ 0 h 14579600"/>
              <a:gd name="connsiteX2" fmla="*/ 11322350 w 12960350"/>
              <a:gd name="connsiteY2" fmla="*/ 1638000 h 14579600"/>
              <a:gd name="connsiteX3" fmla="*/ 12960350 w 12960350"/>
              <a:gd name="connsiteY3" fmla="*/ 1638000 h 14579600"/>
              <a:gd name="connsiteX4" fmla="*/ 12960350 w 12960350"/>
              <a:gd name="connsiteY4" fmla="*/ 14579600 h 14579600"/>
              <a:gd name="connsiteX5" fmla="*/ 0 w 12960350"/>
              <a:gd name="connsiteY5" fmla="*/ 14579600 h 1457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60350" h="14579600">
                <a:moveTo>
                  <a:pt x="0" y="0"/>
                </a:moveTo>
                <a:lnTo>
                  <a:pt x="11322350" y="0"/>
                </a:lnTo>
                <a:lnTo>
                  <a:pt x="11322350" y="1638000"/>
                </a:lnTo>
                <a:lnTo>
                  <a:pt x="12960350" y="1638000"/>
                </a:lnTo>
                <a:lnTo>
                  <a:pt x="12960350" y="14579600"/>
                </a:lnTo>
                <a:lnTo>
                  <a:pt x="0" y="145796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solidFill>
                  <a:schemeClr val="bg2">
                    <a:lumMod val="75000"/>
                  </a:schemeClr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91848353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иден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CC3FE9EA-88CA-AF4D-0AB6-63C781E815C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CBC8212-1124-90A2-8BE9-084D21FF10C7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16EBB01-2B75-9005-F4E4-A6442E5ACB6E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BB2000B-DC36-F2B6-E552-54E2BC39B37B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64391C5-E1FE-BADE-82C6-AFDE1F4E5050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E1583D41-5EBE-834F-0501-FE41984EF3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348" y="742118"/>
            <a:ext cx="2355515" cy="1220298"/>
          </a:xfrm>
        </p:spPr>
        <p:txBody>
          <a:bodyPr/>
          <a:lstStyle>
            <a:lvl1pPr>
              <a:lnSpc>
                <a:spcPct val="90000"/>
              </a:lnSpc>
              <a:defRPr sz="2352" b="0" i="0" spc="71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5 лет</a:t>
            </a:r>
            <a:br>
              <a:rPr lang="ru-RU" dirty="0"/>
            </a:br>
            <a:r>
              <a:rPr lang="ru-RU" dirty="0"/>
              <a:t>подряд</a:t>
            </a:r>
            <a:endParaRPr lang="en-R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8694C4A-260F-4D53-8D33-6FE75C84F39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32377" y="742117"/>
            <a:ext cx="7688696" cy="122029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12695" indent="-12695">
              <a:tabLst/>
              <a:defRPr lang="en-GB" sz="2352" b="0" i="0" cap="none" spc="71" baseline="0" smtClean="0"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</a:defRPr>
            </a:lvl1pPr>
            <a:lvl2pPr>
              <a:defRPr lang="en-GB" smtClean="0"/>
            </a:lvl2pPr>
            <a:lvl3pPr>
              <a:defRPr lang="en-GB" smtClean="0"/>
            </a:lvl3pPr>
            <a:lvl4pPr>
              <a:defRPr lang="en-GB" smtClean="0"/>
            </a:lvl4pPr>
            <a:lvl5pPr>
              <a:defRPr lang="en-RU"/>
            </a:lvl5pPr>
          </a:lstStyle>
          <a:p>
            <a:pPr lvl="0">
              <a:lnSpc>
                <a:spcPct val="90000"/>
              </a:lnSpc>
              <a:spcBef>
                <a:spcPct val="0"/>
              </a:spcBef>
              <a:buNone/>
            </a:pPr>
            <a:r>
              <a:rPr lang="ru-RU" dirty="0"/>
              <a:t>В кино мы сопереживаем героям, испытываем те же эмоции. Все дело в законах драматургии, которые одинаковы для всех видов контента.</a:t>
            </a:r>
            <a:endParaRPr lang="en-R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FF4392F-1A47-B834-7BEB-8C87A89355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AD288D46-2543-4E45-CAAC-38036CDA36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53BBECB-1B4A-95D1-8EA6-05583EE577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83E1332-A7B1-9228-CE52-BCEAEE317B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132377" y="1796954"/>
            <a:ext cx="8289783" cy="324725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2579" b="0" i="0">
                <a:solidFill>
                  <a:srgbClr val="010604"/>
                </a:solidFill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49</a:t>
            </a:r>
            <a:r>
              <a:rPr lang="en-US" dirty="0"/>
              <a:t>%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800108183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иденция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FF4392F-1A47-B834-7BEB-8C87A89355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AD288D46-2543-4E45-CAAC-38036CDA36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53BBECB-1B4A-95D1-8EA6-05583EE577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94D9F986-AA09-70A2-C715-567F1A44A0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69734" y="5446360"/>
            <a:ext cx="2951338" cy="99390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FontTx/>
              <a:buNone/>
              <a:defRPr sz="1317" b="0" i="0" spc="28" baseline="0">
                <a:solidFill>
                  <a:schemeClr val="accent6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Количество пользователей, присоединившихся в этом году </a:t>
            </a:r>
            <a:br>
              <a:rPr lang="ru-RU" dirty="0"/>
            </a:br>
            <a:r>
              <a:rPr lang="ru-RU" dirty="0"/>
              <a:t>в сервису </a:t>
            </a:r>
            <a:r>
              <a:rPr lang="en-GB" dirty="0"/>
              <a:t>KION.</a:t>
            </a:r>
            <a:endParaRPr lang="en-RU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5F6980-10DF-088C-6484-4B1B3181CA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ru-RU" dirty="0"/>
              <a:t>Достижения</a:t>
            </a:r>
            <a:endParaRPr lang="en-RU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DA73F72-B0D9-442C-2ACD-222C4B09EA7F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D7AC0E4-61CA-2DC3-0D80-7B89836FA60F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8BD514D-49CD-E291-3335-EFB47F596C17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4325F05-EDB9-1846-0640-77FB27264DF9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50912AB-9D88-4FD1-FCA2-A8725203573A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27C87-3BF7-1E49-EAF4-AFA51268864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54148" y="2209737"/>
            <a:ext cx="9683706" cy="2438528"/>
          </a:xfrm>
          <a:prstGeom prst="roundRect">
            <a:avLst>
              <a:gd name="adj" fmla="val 50000"/>
            </a:avLst>
          </a:prstGeom>
          <a:ln w="25400">
            <a:solidFill>
              <a:schemeClr val="accent6"/>
            </a:solidFill>
          </a:ln>
        </p:spPr>
        <p:txBody>
          <a:bodyPr wrap="none" lIns="1620000" tIns="468000" rIns="1620000" bIns="468000" anchor="ctr">
            <a:spAutoFit/>
          </a:bodyPr>
          <a:lstStyle>
            <a:lvl1pPr algn="ctr">
              <a:defRPr sz="5127" b="0" i="0" cap="all" baseline="0">
                <a:solidFill>
                  <a:schemeClr val="accent6"/>
                </a:solidFill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</a:lstStyle>
          <a:p>
            <a:pPr lvl="0"/>
            <a:r>
              <a:rPr lang="ru-RU" dirty="0"/>
              <a:t>6 миллионов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629556886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E803689-4647-EFC6-E5C4-A3E9195962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32377" y="2836300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solidFill>
                  <a:schemeClr val="bg1">
                    <a:lumMod val="50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01</a:t>
            </a:r>
            <a:endParaRPr lang="en-RU" dirty="0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988B1068-49AB-7E60-59DD-CD56DF3F8B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90407" y="2836300"/>
            <a:ext cx="2334360" cy="7111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2352" b="0" i="0" spc="71" baseline="0">
                <a:solidFill>
                  <a:schemeClr val="bg1">
                    <a:lumMod val="50000"/>
                  </a:schemeClr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Сделано</a:t>
            </a:r>
            <a:endParaRPr lang="en-RU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2C541CF-B692-C25D-29EB-67A5961303C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32377" y="3001663"/>
            <a:ext cx="2673907" cy="4779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solidFill>
                  <a:schemeClr val="bg1">
                    <a:lumMod val="50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Встроили счётчик на сайт ХХХ, он позволяет отслеживать заходы на различные страницы сайта ХХХ</a:t>
            </a:r>
          </a:p>
          <a:p>
            <a:pPr rtl="0"/>
            <a:br>
              <a:rPr lang="ru-RU" dirty="0"/>
            </a:br>
            <a:endParaRPr lang="ru-RU" dirty="0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2045CB0-5DF7-8067-8B7D-96EC8A535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1"/>
            <a:ext cx="5905593" cy="1204420"/>
          </a:xfrm>
        </p:spPr>
        <p:txBody>
          <a:bodyPr/>
          <a:lstStyle/>
          <a:p>
            <a:r>
              <a:rPr lang="ru-RU" dirty="0"/>
              <a:t>Цели и шаги на квартал</a:t>
            </a:r>
            <a:endParaRPr lang="en-RU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3C04CC56-FDBA-5FC9-3A96-E4AF2FA24B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132377" y="3569095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solidFill>
                  <a:schemeClr val="bg1">
                    <a:lumMod val="50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02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072FEB3-EFDC-ACF7-5651-4074420B81E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132377" y="3734457"/>
            <a:ext cx="2673907" cy="4779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solidFill>
                  <a:schemeClr val="bg1">
                    <a:lumMod val="50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  <a:br>
              <a:rPr lang="ru-RU" dirty="0"/>
            </a:br>
            <a:endParaRPr lang="ru-RU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2F50C80B-D20E-B93A-1537-D59E2BE54B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132377" y="4429332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solidFill>
                  <a:schemeClr val="bg1">
                    <a:lumMod val="50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03</a:t>
            </a:r>
            <a:endParaRPr lang="en-R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2A9FCBB-5A23-92C6-FCD5-6975E677CD4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132377" y="4594694"/>
            <a:ext cx="2673907" cy="4779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solidFill>
                  <a:schemeClr val="bg1">
                    <a:lumMod val="50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Сделали аналитику по характеристикам аудитории сайта Первого канала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F931DA1-182F-6CA9-850E-153A23079554}"/>
              </a:ext>
            </a:extLst>
          </p:cNvPr>
          <p:cNvCxnSpPr/>
          <p:nvPr userDrawn="1"/>
        </p:nvCxnSpPr>
        <p:spPr>
          <a:xfrm>
            <a:off x="190407" y="2661358"/>
            <a:ext cx="5615876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E3313CE4-539A-14A6-20F0-26E88C3B38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328434" y="2836300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01</a:t>
            </a:r>
            <a:endParaRPr lang="en-RU" dirty="0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0386F9A0-6312-86AE-AAF6-0877FDE9C85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386464" y="2836300"/>
            <a:ext cx="2334360" cy="7111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2352" b="0" i="0" spc="71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Планы</a:t>
            </a:r>
            <a:endParaRPr lang="en-RU" dirty="0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59BEE4FB-E3DA-AE25-8896-1A047563120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328433" y="3001663"/>
            <a:ext cx="2673907" cy="4779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Встроили счётчик на сайт ХХХ, он позволяет отслеживать заходы на различные страницы сайта ХХХ</a:t>
            </a:r>
          </a:p>
          <a:p>
            <a:pPr rtl="0"/>
            <a:br>
              <a:rPr lang="ru-RU" dirty="0"/>
            </a:br>
            <a:endParaRPr lang="ru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C438C8CA-69AB-1A6F-1BCC-1AE9FB993BD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328434" y="3569095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02</a:t>
            </a:r>
            <a:endParaRPr lang="en-RU" dirty="0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6F1A4324-6EF1-BE96-8A4C-3E77E2BF68A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328433" y="3734457"/>
            <a:ext cx="2673907" cy="4779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  <a:br>
              <a:rPr lang="ru-RU" dirty="0"/>
            </a:br>
            <a:endParaRPr lang="ru-RU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C55D2D8D-9B43-0A8C-BFC0-A5AE5E018FC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328434" y="4429332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03</a:t>
            </a:r>
            <a:endParaRPr lang="en-RU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F8CF74ED-8A22-59D6-0181-CC1A238F0A8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328433" y="4594694"/>
            <a:ext cx="2673907" cy="4779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Сделали аналитику по характеристикам аудитории сайта Первого канала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BAE205D-D7CC-4540-53D0-CD0E9D0CADBC}"/>
              </a:ext>
            </a:extLst>
          </p:cNvPr>
          <p:cNvCxnSpPr/>
          <p:nvPr userDrawn="1"/>
        </p:nvCxnSpPr>
        <p:spPr>
          <a:xfrm>
            <a:off x="6386464" y="2661358"/>
            <a:ext cx="561587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5BD09882-9865-6E85-7A99-B82FD4B155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267390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3A9BBCD8-49D2-9AD7-428C-6F2CBC64D2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8433" y="6507468"/>
            <a:ext cx="2673160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A9225A5-2DF1-88D7-61B0-5CBF80B284A7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79E854A-C374-7C8C-1990-21E81B76031E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97EA8B19-0645-52F6-A3C6-E00353EF0744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3925D155-1ACE-E1A5-5994-7ADDA600FAF9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A9004B87-7105-7A06-80F3-0B2D10FA1B43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1325888632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E1583D41-5EBE-834F-0501-FE41984EF3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348" y="742118"/>
            <a:ext cx="7667890" cy="1220298"/>
          </a:xfrm>
        </p:spPr>
        <p:txBody>
          <a:bodyPr/>
          <a:lstStyle>
            <a:lvl1pPr>
              <a:lnSpc>
                <a:spcPct val="90000"/>
              </a:lnSpc>
              <a:defRPr sz="2352" b="0" i="0" spc="71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Немного важного текста, суммирующего общий смысл абзацев, либо факт, который впоследствии подробнее раскрыт в тексте.</a:t>
            </a:r>
            <a:endParaRPr lang="en-R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FF4392F-1A47-B834-7BEB-8C87A89355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AD288D46-2543-4E45-CAAC-38036CDA36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53BBECB-1B4A-95D1-8EA6-05583EE577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26AD1E6A-C444-0F8A-6D8D-D47522AE834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429000"/>
            <a:ext cx="4124731" cy="2931361"/>
          </a:xfrm>
          <a:prstGeom prst="rect">
            <a:avLst/>
          </a:prstGeom>
        </p:spPr>
        <p:txBody>
          <a:bodyPr lIns="0" tIns="0" rIns="0" bIns="0" anchor="t"/>
          <a:lstStyle>
            <a:lvl1pPr marL="241950" indent="-241950">
              <a:spcBef>
                <a:spcPts val="0"/>
              </a:spcBef>
              <a:spcAft>
                <a:spcPts val="3105"/>
              </a:spcAft>
              <a:buFont typeface="+mj-lt"/>
              <a:buAutoNum type="arabicPeriod"/>
              <a:defRPr sz="1317" b="0" i="0" spc="28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Встроили счётчик на сайт ХХХ, </a:t>
            </a:r>
            <a:br>
              <a:rPr lang="ru-RU" dirty="0"/>
            </a:br>
            <a:r>
              <a:rPr lang="ru-RU" dirty="0"/>
              <a:t>он позволяет отслеживать заходы </a:t>
            </a:r>
            <a:br>
              <a:rPr lang="ru-RU" dirty="0"/>
            </a:br>
            <a:r>
              <a:rPr lang="ru-RU" dirty="0"/>
              <a:t>на различные страницы сайта ХХХ  </a:t>
            </a:r>
          </a:p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аналитики  </a:t>
            </a:r>
          </a:p>
          <a:p>
            <a:pPr rtl="0"/>
            <a:r>
              <a:rPr lang="ru-RU" dirty="0"/>
              <a:t>Сделали аналитику по характеристикам аудитории сайта Первого канала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36B124F-DBE4-3983-E832-3444F16DDB2A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720327-6171-6BBF-C360-3FFD5D912052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D1F7C2CA-5019-4864-8ED7-91EEB7EF30B4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281887C-3A03-D29C-81D8-63FA668DEB4D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066152F4-258C-DC41-A989-E79AEB32D96A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2122588647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988B1068-49AB-7E60-59DD-CD56DF3F8B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32377" y="2132269"/>
            <a:ext cx="2334360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Заголовок</a:t>
            </a:r>
            <a:endParaRPr lang="en-RU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2C541CF-B692-C25D-29EB-67A5961303C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32376" y="2446120"/>
            <a:ext cx="4132198" cy="8265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 устройств ХХХ млн людей — совершенно репрезентативная выборка для построения аналитики.</a:t>
            </a: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2045CB0-5DF7-8067-8B7D-96EC8A535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10630665" cy="834154"/>
          </a:xfrm>
        </p:spPr>
        <p:txBody>
          <a:bodyPr/>
          <a:lstStyle/>
          <a:p>
            <a:r>
              <a:rPr lang="ru-RU" dirty="0"/>
              <a:t>Цели и шаги на квартал</a:t>
            </a:r>
            <a:endParaRPr lang="en-RU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F931DA1-182F-6CA9-850E-153A23079554}"/>
              </a:ext>
            </a:extLst>
          </p:cNvPr>
          <p:cNvCxnSpPr>
            <a:cxnSpLocks/>
          </p:cNvCxnSpPr>
          <p:nvPr userDrawn="1"/>
        </p:nvCxnSpPr>
        <p:spPr>
          <a:xfrm>
            <a:off x="3132377" y="2008215"/>
            <a:ext cx="4132197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5BD09882-9865-6E85-7A99-B82FD4B155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0407" y="2446121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19FAAD44-9412-6712-7422-19374353497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00512" y="3325058"/>
            <a:ext cx="3964062" cy="676914"/>
          </a:xfrm>
          <a:prstGeom prst="rect">
            <a:avLst/>
          </a:prstGeom>
        </p:spPr>
        <p:txBody>
          <a:bodyPr lIns="0" tIns="0" rIns="0" bIns="0"/>
          <a:lstStyle>
            <a:lvl1pPr marL="161300" indent="-161300">
              <a:spcBef>
                <a:spcPts val="0"/>
              </a:spcBef>
              <a:buFont typeface="Wingdings" pitchFamily="2" charset="2"/>
              <a:buChar char="§"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</a:p>
          <a:p>
            <a:pPr rtl="0"/>
            <a:r>
              <a:rPr lang="ru-RU" dirty="0"/>
              <a:t>ХХХ млн людей / месяц</a:t>
            </a:r>
          </a:p>
          <a:p>
            <a:pPr rtl="0"/>
            <a:r>
              <a:rPr lang="en-GB" dirty="0"/>
              <a:t>C</a:t>
            </a:r>
            <a:r>
              <a:rPr lang="ru-RU" dirty="0" err="1"/>
              <a:t>овершенно</a:t>
            </a:r>
            <a:r>
              <a:rPr lang="ru-RU" dirty="0"/>
              <a:t> репрезентативная выборка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0BAAED2-0989-67EF-F43D-AD9A5D38FF8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132377" y="4526666"/>
            <a:ext cx="2334360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Заголовок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0B01FD2-BA77-330F-C62B-8612D2A3998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2376" y="4840517"/>
            <a:ext cx="4132197" cy="8265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 устройств ХХХ млн людей — совершенно репрезентативная выборка для построения аналитики.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2B56DBF-C6C2-34E5-7F14-7179C62EF1C8}"/>
              </a:ext>
            </a:extLst>
          </p:cNvPr>
          <p:cNvCxnSpPr>
            <a:cxnSpLocks/>
          </p:cNvCxnSpPr>
          <p:nvPr userDrawn="1"/>
        </p:nvCxnSpPr>
        <p:spPr>
          <a:xfrm>
            <a:off x="3132377" y="4402612"/>
            <a:ext cx="4132197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50EEA6F9-E2C7-ACC4-F46D-2E476A44807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00512" y="5719455"/>
            <a:ext cx="3964061" cy="676914"/>
          </a:xfrm>
          <a:prstGeom prst="rect">
            <a:avLst/>
          </a:prstGeom>
        </p:spPr>
        <p:txBody>
          <a:bodyPr lIns="0" tIns="0" rIns="0" bIns="0"/>
          <a:lstStyle>
            <a:lvl1pPr marL="161300" indent="-161300">
              <a:spcBef>
                <a:spcPts val="0"/>
              </a:spcBef>
              <a:buFont typeface="Wingdings" pitchFamily="2" charset="2"/>
              <a:buChar char="§"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</a:p>
          <a:p>
            <a:pPr rtl="0"/>
            <a:r>
              <a:rPr lang="ru-RU" dirty="0"/>
              <a:t>ХХХ млн людей / месяц</a:t>
            </a:r>
          </a:p>
          <a:p>
            <a:pPr rtl="0"/>
            <a:r>
              <a:rPr lang="en-GB" dirty="0"/>
              <a:t>C</a:t>
            </a:r>
            <a:r>
              <a:rPr lang="ru-RU" dirty="0" err="1"/>
              <a:t>овершенно</a:t>
            </a:r>
            <a:r>
              <a:rPr lang="ru-RU" dirty="0"/>
              <a:t> репрезентативная выборка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6279723-4C1B-3341-326C-5C85F883318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54073" y="2132269"/>
            <a:ext cx="2334360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Заголовок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EEE6AB05-4E70-AF1E-86F5-583E613002C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4072" y="2446120"/>
            <a:ext cx="4147521" cy="8265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 устройств ХХХ млн людей — совершенно репрезентативная выборка для построения аналитики.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7300B6E-28AD-FF2A-D05B-18B59175924D}"/>
              </a:ext>
            </a:extLst>
          </p:cNvPr>
          <p:cNvCxnSpPr>
            <a:cxnSpLocks/>
          </p:cNvCxnSpPr>
          <p:nvPr userDrawn="1"/>
        </p:nvCxnSpPr>
        <p:spPr>
          <a:xfrm>
            <a:off x="7854073" y="2008215"/>
            <a:ext cx="4147521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C3851B56-FDA0-3C44-13F7-1AB103F4EF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22208" y="3325058"/>
            <a:ext cx="3979386" cy="676914"/>
          </a:xfrm>
          <a:prstGeom prst="rect">
            <a:avLst/>
          </a:prstGeom>
        </p:spPr>
        <p:txBody>
          <a:bodyPr lIns="0" tIns="0" rIns="0" bIns="0"/>
          <a:lstStyle>
            <a:lvl1pPr marL="161300" indent="-161300">
              <a:spcBef>
                <a:spcPts val="0"/>
              </a:spcBef>
              <a:buFont typeface="Wingdings" pitchFamily="2" charset="2"/>
              <a:buChar char="§"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</a:p>
          <a:p>
            <a:pPr rtl="0"/>
            <a:r>
              <a:rPr lang="ru-RU" dirty="0"/>
              <a:t>ХХХ млн людей / месяц</a:t>
            </a:r>
          </a:p>
          <a:p>
            <a:pPr rtl="0"/>
            <a:r>
              <a:rPr lang="en-GB" dirty="0"/>
              <a:t>C</a:t>
            </a:r>
            <a:r>
              <a:rPr lang="ru-RU" dirty="0" err="1"/>
              <a:t>овершенно</a:t>
            </a:r>
            <a:r>
              <a:rPr lang="ru-RU" dirty="0"/>
              <a:t> репрезентативная выборка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10F6C59F-D1E7-FFC9-B162-1E5832D34F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54073" y="4526666"/>
            <a:ext cx="2334360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Заголовок</a:t>
            </a:r>
            <a:endParaRPr lang="en-RU" dirty="0"/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B170F026-F176-5489-2E67-3C5DC6CA311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54072" y="4840517"/>
            <a:ext cx="4147521" cy="8265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 устройств ХХХ млн людей — совершенно репрезентативная выборка для построения аналитики.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18E8ACF-C60D-B874-780D-4E2EEF9D8324}"/>
              </a:ext>
            </a:extLst>
          </p:cNvPr>
          <p:cNvCxnSpPr>
            <a:cxnSpLocks/>
          </p:cNvCxnSpPr>
          <p:nvPr userDrawn="1"/>
        </p:nvCxnSpPr>
        <p:spPr>
          <a:xfrm>
            <a:off x="7854073" y="4402612"/>
            <a:ext cx="4147521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0DEA82A4-338E-1316-B35E-4445C50D008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22208" y="5719455"/>
            <a:ext cx="3979386" cy="676914"/>
          </a:xfrm>
          <a:prstGeom prst="rect">
            <a:avLst/>
          </a:prstGeom>
        </p:spPr>
        <p:txBody>
          <a:bodyPr lIns="0" tIns="0" rIns="0" bIns="0"/>
          <a:lstStyle>
            <a:lvl1pPr marL="161300" indent="-161300">
              <a:spcBef>
                <a:spcPts val="0"/>
              </a:spcBef>
              <a:buFont typeface="Wingdings" pitchFamily="2" charset="2"/>
              <a:buChar char="§"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</a:p>
          <a:p>
            <a:pPr rtl="0"/>
            <a:r>
              <a:rPr lang="ru-RU" dirty="0"/>
              <a:t>ХХХ млн людей / месяц</a:t>
            </a:r>
          </a:p>
          <a:p>
            <a:pPr rtl="0"/>
            <a:r>
              <a:rPr lang="en-GB" dirty="0"/>
              <a:t>C</a:t>
            </a:r>
            <a:r>
              <a:rPr lang="ru-RU" dirty="0" err="1"/>
              <a:t>овершенно</a:t>
            </a:r>
            <a:r>
              <a:rPr lang="ru-RU" dirty="0"/>
              <a:t> репрезентативная выборка</a:t>
            </a: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DE597823-A8CF-2A4B-D90F-7D8E16D423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0407" y="2806997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46B817E-1B62-0B76-58AB-379FF65FE7DE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6933A67-12DB-F7FF-8CD7-53486F67C88C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7E54BEA-A51C-7073-C7B2-E5A472320D8B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4ECBCEBE-04C1-8622-79F6-F71F5755C76C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72063DF4-D145-3B87-2137-9997345678DD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3028713995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988B1068-49AB-7E60-59DD-CD56DF3F8B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15216" y="2132269"/>
            <a:ext cx="2334360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Заголовок</a:t>
            </a:r>
            <a:endParaRPr lang="en-RU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2C541CF-B692-C25D-29EB-67A5961303C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12542" y="2446120"/>
            <a:ext cx="5300658" cy="1132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Встроили счётчик на сайт ХХХ, он позволяет отслеживать </a:t>
            </a:r>
            <a:br>
              <a:rPr lang="en-US" dirty="0"/>
            </a:br>
            <a:r>
              <a:rPr lang="ru-RU" dirty="0"/>
              <a:t>заходы на различные страницы сайта ХХХ. За месяц на сайт заходят с мобильных устройств ХХХ млн людей — совершенно репрезентативная выборка для построения </a:t>
            </a:r>
            <a:br>
              <a:rPr lang="en-US" dirty="0"/>
            </a:br>
            <a:r>
              <a:rPr lang="ru-RU" dirty="0"/>
              <a:t>аналитики.</a:t>
            </a: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2045CB0-5DF7-8067-8B7D-96EC8A535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10630665" cy="834154"/>
          </a:xfrm>
        </p:spPr>
        <p:txBody>
          <a:bodyPr/>
          <a:lstStyle/>
          <a:p>
            <a:r>
              <a:rPr lang="ru-RU" dirty="0"/>
              <a:t>Цели и шаги на квартал</a:t>
            </a:r>
            <a:endParaRPr lang="en-RU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F931DA1-182F-6CA9-850E-153A23079554}"/>
              </a:ext>
            </a:extLst>
          </p:cNvPr>
          <p:cNvCxnSpPr>
            <a:cxnSpLocks/>
          </p:cNvCxnSpPr>
          <p:nvPr userDrawn="1"/>
        </p:nvCxnSpPr>
        <p:spPr>
          <a:xfrm>
            <a:off x="6112542" y="2008215"/>
            <a:ext cx="588905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19FAAD44-9412-6712-7422-19374353497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12542" y="3820598"/>
            <a:ext cx="3964062" cy="1447160"/>
          </a:xfrm>
          <a:prstGeom prst="rect">
            <a:avLst/>
          </a:prstGeom>
        </p:spPr>
        <p:txBody>
          <a:bodyPr lIns="0" tIns="0" rIns="0" bIns="0"/>
          <a:lstStyle>
            <a:lvl1pPr marL="161300" indent="-161300">
              <a:spcBef>
                <a:spcPts val="0"/>
              </a:spcBef>
              <a:buFont typeface="Wingdings" pitchFamily="2" charset="2"/>
              <a:buChar char="§"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</a:p>
          <a:p>
            <a:pPr rtl="0"/>
            <a:r>
              <a:rPr lang="ru-RU" dirty="0"/>
              <a:t>ХХХ млн людей / месяц</a:t>
            </a:r>
          </a:p>
          <a:p>
            <a:pPr rtl="0"/>
            <a:r>
              <a:rPr lang="en-GB" dirty="0"/>
              <a:t>C</a:t>
            </a:r>
            <a:r>
              <a:rPr lang="ru-RU" dirty="0" err="1"/>
              <a:t>овершенно</a:t>
            </a:r>
            <a:r>
              <a:rPr lang="ru-RU" dirty="0"/>
              <a:t> репрезентативная выборка</a:t>
            </a:r>
            <a:endParaRPr lang="en-US" dirty="0"/>
          </a:p>
          <a:p>
            <a:pPr rt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</a:p>
          <a:p>
            <a:pPr rtl="0"/>
            <a:r>
              <a:rPr lang="ru-RU" dirty="0"/>
              <a:t>ХХХ млн людей / месяц</a:t>
            </a:r>
          </a:p>
          <a:p>
            <a:pPr rtl="0"/>
            <a:r>
              <a:rPr lang="en-GB" dirty="0"/>
              <a:t>C</a:t>
            </a:r>
            <a:r>
              <a:rPr lang="ru-RU" dirty="0" err="1"/>
              <a:t>овершенно</a:t>
            </a:r>
            <a:r>
              <a:rPr lang="ru-RU" dirty="0"/>
              <a:t> репрезентативная выборка</a:t>
            </a:r>
          </a:p>
          <a:p>
            <a:pPr rtl="0"/>
            <a:endParaRPr lang="ru-RU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3418EB2-0DAE-5444-A15A-590828A79A8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65821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A5345BB-C6A9-A99C-6E26-7C8CD6BF79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1254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2EC670D-2E87-693B-952E-C9ADDD4F5B82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1B4BD31-B67D-2B1C-CD60-FE628F49D6F3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698D2A7-19DE-2E22-56FF-A6DF523D5B9E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ADF3F854-A564-9CA7-91E6-CCBE4BBA0435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E6B7915-CE2A-8A2A-7201-AAB961F9B8F5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2815610866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2C541CF-B692-C25D-29EB-67A5961303C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32377" y="2075030"/>
            <a:ext cx="4132198" cy="14471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мобильных.</a:t>
            </a: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2045CB0-5DF7-8067-8B7D-96EC8A535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10630665" cy="834154"/>
          </a:xfrm>
        </p:spPr>
        <p:txBody>
          <a:bodyPr/>
          <a:lstStyle/>
          <a:p>
            <a:r>
              <a:rPr lang="ru-RU" dirty="0"/>
              <a:t>Цели и шаги на квартал</a:t>
            </a:r>
            <a:endParaRPr lang="en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19FAAD44-9412-6712-7422-19374353497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32376" y="4060861"/>
            <a:ext cx="7078648" cy="2013059"/>
          </a:xfrm>
          <a:prstGeom prst="rect">
            <a:avLst/>
          </a:prstGeom>
        </p:spPr>
        <p:txBody>
          <a:bodyPr lIns="0" tIns="0" rIns="0" bIns="0"/>
          <a:lstStyle>
            <a:lvl1pPr marL="161300" indent="-161300">
              <a:lnSpc>
                <a:spcPct val="90000"/>
              </a:lnSpc>
              <a:spcBef>
                <a:spcPts val="0"/>
              </a:spcBef>
              <a:buSzPct val="70000"/>
              <a:buFont typeface="Wingdings" pitchFamily="2" charset="2"/>
              <a:buChar char="§"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</a:p>
          <a:p>
            <a:pPr rtl="0"/>
            <a:r>
              <a:rPr lang="ru-RU" dirty="0"/>
              <a:t>ХХХ млн людей / месяц</a:t>
            </a:r>
          </a:p>
          <a:p>
            <a:pPr rtl="0"/>
            <a:r>
              <a:rPr lang="en-GB" dirty="0"/>
              <a:t>C</a:t>
            </a:r>
            <a:r>
              <a:rPr lang="ru-RU" dirty="0" err="1"/>
              <a:t>овершенно</a:t>
            </a:r>
            <a:r>
              <a:rPr lang="ru-RU" dirty="0"/>
              <a:t> репрезентативная выборка</a:t>
            </a:r>
            <a:endParaRPr lang="en-US" dirty="0"/>
          </a:p>
          <a:p>
            <a:pPr rt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</a:p>
          <a:p>
            <a:pPr rtl="0"/>
            <a:r>
              <a:rPr lang="ru-RU" dirty="0"/>
              <a:t>ХХХ млн людей / месяц</a:t>
            </a:r>
          </a:p>
          <a:p>
            <a:pPr rtl="0"/>
            <a:r>
              <a:rPr lang="en-GB" dirty="0"/>
              <a:t>C</a:t>
            </a:r>
            <a:r>
              <a:rPr lang="ru-RU" dirty="0" err="1"/>
              <a:t>овершенно</a:t>
            </a:r>
            <a:r>
              <a:rPr lang="ru-RU" dirty="0"/>
              <a:t> репрезентативная выборка</a:t>
            </a:r>
          </a:p>
          <a:p>
            <a:pPr rtl="0"/>
            <a:endParaRPr lang="ru-RU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CB17CBE2-D39F-AA31-06C7-A23A54537C2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63422" y="2075030"/>
            <a:ext cx="4132198" cy="14471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мобильных.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BBD793A-3663-0F2A-26FB-27469725DD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0407" y="2075030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063C171-DFB8-F5E9-1E78-F0CE0C5F310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0407" y="2435906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E8B8639-D79C-E235-AA6F-490FE150C83F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A204601-A81C-91A6-513D-79A7982255DE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EE9E924-A83D-4B8B-2076-F94B25A08744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66F5726-F073-567B-E994-BDACAE05A056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074A937-1099-CE26-C3DF-3C5D6FCF635F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976445239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2045CB0-5DF7-8067-8B7D-96EC8A535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10630665" cy="834154"/>
          </a:xfrm>
        </p:spPr>
        <p:txBody>
          <a:bodyPr/>
          <a:lstStyle/>
          <a:p>
            <a:r>
              <a:rPr lang="ru-RU" dirty="0"/>
              <a:t>Цели и шаги на квартал</a:t>
            </a:r>
            <a:endParaRPr lang="en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19FAAD44-9412-6712-7422-19374353497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32376" y="4541678"/>
            <a:ext cx="7078648" cy="2013059"/>
          </a:xfrm>
          <a:prstGeom prst="rect">
            <a:avLst/>
          </a:prstGeom>
        </p:spPr>
        <p:txBody>
          <a:bodyPr lIns="0" tIns="0" rIns="0" bIns="0"/>
          <a:lstStyle>
            <a:lvl1pPr marL="274061" marR="0" indent="-274061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Blip>
                <a:blip r:embed="rId2"/>
              </a:buBlip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Поставим счётчик на сайт ХХХ</a:t>
            </a:r>
          </a:p>
          <a:p>
            <a:pPr rtl="0"/>
            <a:r>
              <a:rPr lang="ru-RU" dirty="0"/>
              <a:t>ХХХ млн людей / месяц </a:t>
            </a:r>
          </a:p>
          <a:p>
            <a:pPr rtl="0"/>
            <a:r>
              <a:rPr lang="en-GB" dirty="0"/>
              <a:t>C</a:t>
            </a:r>
            <a:r>
              <a:rPr lang="ru-RU" dirty="0" err="1"/>
              <a:t>овершенно</a:t>
            </a:r>
            <a:r>
              <a:rPr lang="ru-RU" dirty="0"/>
              <a:t> репрезентативная выборка</a:t>
            </a:r>
          </a:p>
          <a:p>
            <a:pPr rtl="0"/>
            <a:r>
              <a:rPr lang="ru-RU" dirty="0"/>
              <a:t>Поставим счётчик на сайт ХХХ</a:t>
            </a:r>
          </a:p>
          <a:p>
            <a:pPr rtl="0"/>
            <a:r>
              <a:rPr lang="ru-RU" dirty="0"/>
              <a:t>ХХХ млн людей / месяц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BBD793A-3663-0F2A-26FB-27469725DD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0407" y="2075030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063C171-DFB8-F5E9-1E78-F0CE0C5F310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0407" y="2435906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CE0C4139-E927-C995-E362-206B72BC7EB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132376" y="2109105"/>
            <a:ext cx="7078648" cy="530227"/>
          </a:xfrm>
          <a:prstGeom prst="rect">
            <a:avLst/>
          </a:prstGeom>
        </p:spPr>
        <p:txBody>
          <a:bodyPr lIns="0" tIns="0" rIns="0" bIns="0"/>
          <a:lstStyle>
            <a:lvl1pPr marL="274061" marR="0" indent="-274061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Blip>
                <a:blip r:embed="rId3"/>
              </a:buBlip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en-GB" dirty="0"/>
              <a:t>C</a:t>
            </a:r>
            <a:r>
              <a:rPr lang="ru-RU" dirty="0" err="1"/>
              <a:t>овершенно</a:t>
            </a:r>
            <a:r>
              <a:rPr lang="ru-RU" dirty="0"/>
              <a:t> репрезентативная выборка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32D1316D-B8D5-1960-FE91-1BC8855F933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25251" y="2714892"/>
            <a:ext cx="4132198" cy="14471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мобильных.</a:t>
            </a:r>
            <a:br>
              <a:rPr lang="en-US" dirty="0"/>
            </a:br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мобильных.</a:t>
            </a:r>
          </a:p>
          <a:p>
            <a:pPr rtl="0"/>
            <a:endParaRPr lang="ru-RU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5D20340-29F7-FCA7-ED51-DCDE766A0C5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AC080C6-38B6-5879-782D-F07A9BC808E2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3A18D80-CDAC-0F42-CDAA-7BCC4DFC38BA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0E24B9A-3462-E837-FB32-D9A294B4F037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6E55049-A6D9-76A5-C122-EF64A4954A59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1505275599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2045CB0-5DF7-8067-8B7D-96EC8A535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10630665" cy="470327"/>
          </a:xfrm>
        </p:spPr>
        <p:txBody>
          <a:bodyPr/>
          <a:lstStyle/>
          <a:p>
            <a:r>
              <a:rPr lang="ru-RU" dirty="0"/>
              <a:t>Цели и шаги на квартал</a:t>
            </a:r>
            <a:endParaRPr lang="en-RU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BBD793A-3663-0F2A-26FB-27469725DD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0407" y="5224111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063C171-DFB8-F5E9-1E78-F0CE0C5F310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0407" y="5584987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1BB5986-9224-1E4D-823B-AA93332DD25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9010" y="1626830"/>
            <a:ext cx="761979" cy="5784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bg1">
                    <a:lumMod val="6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44585294-8B9F-1FFD-E9B8-90175B805B3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226068" y="1626830"/>
            <a:ext cx="761979" cy="5784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bg1">
                    <a:lumMod val="6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673F794F-7974-A182-6496-BFFABAB4E634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226068" y="4277764"/>
            <a:ext cx="761979" cy="5784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bg1">
                    <a:lumMod val="6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1CEB6ED1-7C65-72F9-8352-7FACBD5B8117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8363580" y="1626830"/>
            <a:ext cx="761979" cy="5784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bg1">
                    <a:lumMod val="6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388777C6-5FD3-FD44-7942-01879D4A1992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363580" y="4277764"/>
            <a:ext cx="761979" cy="5784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bg1">
                    <a:lumMod val="6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F7F9AA8-0D7E-C2B6-3B75-A4ECE8BD5C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90407" y="2516114"/>
            <a:ext cx="2334360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D971856-E64C-B555-4520-156CB2AAA73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0407" y="2829964"/>
            <a:ext cx="2941970" cy="1132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48FCEE6-B7F0-D08B-C0CA-13C7893CB5B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24586" y="2516114"/>
            <a:ext cx="2334360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7234C189-6B34-6F1E-C081-F781B4BAABF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24586" y="2829964"/>
            <a:ext cx="2941970" cy="1132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87554EB-1B41-B8C3-8D5C-6F56866E478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458765" y="2516114"/>
            <a:ext cx="2334360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2A4ECECC-689E-6F70-A9F7-FC7F0D0EAEB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458765" y="2829964"/>
            <a:ext cx="2941970" cy="1132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D6368A73-B635-1360-74EE-EB731332892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24586" y="5175826"/>
            <a:ext cx="2334360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D470211-5304-1904-0785-16FCC33B734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324586" y="5489676"/>
            <a:ext cx="2941970" cy="1132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4B5DEFC0-23BE-131F-1A76-B7D9C9F9C39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458765" y="5175826"/>
            <a:ext cx="2334360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9B7D57DA-2968-D641-CBA5-F142020DCA8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458765" y="5489676"/>
            <a:ext cx="2941970" cy="1132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8164E48-7C33-8EC7-4439-2697047FA678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0D17940-14B3-11D2-DF23-C7B38F1F6562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FCE8B754-1374-72EE-E88A-E0DB805C5A30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7824A444-B7AA-4304-CD8D-BCFA87501E9A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D4942824-BAB1-8BF4-813D-DBA81C0764DC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1222705767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с изображ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2045CB0-5DF7-8067-8B7D-96EC8A535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10630665" cy="470327"/>
          </a:xfrm>
        </p:spPr>
        <p:txBody>
          <a:bodyPr/>
          <a:lstStyle/>
          <a:p>
            <a:r>
              <a:rPr lang="ru-RU" dirty="0"/>
              <a:t>Цели и шаги на квартал</a:t>
            </a:r>
            <a:endParaRPr lang="en-RU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BBD793A-3663-0F2A-26FB-27469725DD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24586" y="6220347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063C171-DFB8-F5E9-1E78-F0CE0C5F310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324586" y="6486210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F7F9AA8-0D7E-C2B6-3B75-A4ECE8BD5C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90407" y="1858132"/>
            <a:ext cx="2939412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D971856-E64C-B555-4520-156CB2AAA73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0407" y="2191048"/>
            <a:ext cx="2941970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48FCEE6-B7F0-D08B-C0CA-13C7893CB5B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24586" y="1858132"/>
            <a:ext cx="2939412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87554EB-1B41-B8C3-8D5C-6F56866E478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458765" y="1858132"/>
            <a:ext cx="2954435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CB0FC424-5508-1639-8F8B-C107584B173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324586" y="2191048"/>
            <a:ext cx="2941970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8C8F7E4E-26CB-305E-75FC-D5C0CD83F93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458765" y="2191048"/>
            <a:ext cx="2954435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88F2B318-7400-08F6-81B4-AB4D2772224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90407" y="3764991"/>
            <a:ext cx="2941970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84D8E917-4CA1-E3BA-BFB6-87F7991C442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90407" y="4097906"/>
            <a:ext cx="2941970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E77A29A-7B9C-A03B-6C4D-305AD1E653E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324586" y="3764991"/>
            <a:ext cx="2939412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D048CEA6-4770-65A8-D077-4561AC0C7BFD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324586" y="4097906"/>
            <a:ext cx="2941970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7AF66CA-7AF6-D361-BD63-20254E5B8FF3}"/>
              </a:ext>
            </a:extLst>
          </p:cNvPr>
          <p:cNvCxnSpPr>
            <a:cxnSpLocks/>
          </p:cNvCxnSpPr>
          <p:nvPr userDrawn="1"/>
        </p:nvCxnSpPr>
        <p:spPr>
          <a:xfrm>
            <a:off x="192965" y="1518827"/>
            <a:ext cx="293941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BCD7E5D-4EE0-1CD0-8D50-F49B82A6C567}"/>
              </a:ext>
            </a:extLst>
          </p:cNvPr>
          <p:cNvCxnSpPr>
            <a:cxnSpLocks/>
          </p:cNvCxnSpPr>
          <p:nvPr userDrawn="1"/>
        </p:nvCxnSpPr>
        <p:spPr>
          <a:xfrm>
            <a:off x="192965" y="3425686"/>
            <a:ext cx="293941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E0EE1AE-8B03-1374-4FA5-FF7C4E8537FC}"/>
              </a:ext>
            </a:extLst>
          </p:cNvPr>
          <p:cNvCxnSpPr>
            <a:cxnSpLocks/>
          </p:cNvCxnSpPr>
          <p:nvPr userDrawn="1"/>
        </p:nvCxnSpPr>
        <p:spPr>
          <a:xfrm>
            <a:off x="4307540" y="1518827"/>
            <a:ext cx="2959015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1CD780F-C9CF-19FC-C7CE-4E7388617345}"/>
              </a:ext>
            </a:extLst>
          </p:cNvPr>
          <p:cNvCxnSpPr>
            <a:cxnSpLocks/>
          </p:cNvCxnSpPr>
          <p:nvPr userDrawn="1"/>
        </p:nvCxnSpPr>
        <p:spPr>
          <a:xfrm>
            <a:off x="4307540" y="3425686"/>
            <a:ext cx="2959015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1D48FEF-D3C9-19D4-5D68-AB1A5BC3126E}"/>
              </a:ext>
            </a:extLst>
          </p:cNvPr>
          <p:cNvCxnSpPr>
            <a:cxnSpLocks/>
          </p:cNvCxnSpPr>
          <p:nvPr userDrawn="1"/>
        </p:nvCxnSpPr>
        <p:spPr>
          <a:xfrm>
            <a:off x="8450790" y="1518827"/>
            <a:ext cx="2971051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Picture Placeholder 50">
            <a:extLst>
              <a:ext uri="{FF2B5EF4-FFF2-40B4-BE49-F238E27FC236}">
                <a16:creationId xmlns:a16="http://schemas.microsoft.com/office/drawing/2014/main" id="{D4FA3F01-6C6E-CF7E-A926-0332DDDEA808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7865891" y="3429000"/>
            <a:ext cx="4350751" cy="3429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RU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D8DECAE-9CAC-F4CF-BA87-D3B63C6B28B9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4F2240A-1EBD-88C2-BABB-E4644292C8BA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BCB7C3EB-BDFA-4590-C9A4-4CECB873A407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96C7D2FB-2379-C71B-5AAA-EE21360A89A0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B8B101D0-6911-CA2B-E1C7-154A946A2258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1434216664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2045CB0-5DF7-8067-8B7D-96EC8A535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10630665" cy="470327"/>
          </a:xfrm>
        </p:spPr>
        <p:txBody>
          <a:bodyPr/>
          <a:lstStyle/>
          <a:p>
            <a:r>
              <a:rPr lang="ru-RU" dirty="0"/>
              <a:t>Цели и шаги на квартал</a:t>
            </a:r>
            <a:endParaRPr lang="en-RU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BBD793A-3663-0F2A-26FB-27469725DD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54030" y="6220347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063C171-DFB8-F5E9-1E78-F0CE0C5F310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154030" y="6486210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F7F9AA8-0D7E-C2B6-3B75-A4ECE8BD5C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54030" y="1858132"/>
            <a:ext cx="3534844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D971856-E64C-B555-4520-156CB2AAA73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54030" y="2191048"/>
            <a:ext cx="3534844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48FCEE6-B7F0-D08B-C0CA-13C7893CB5B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881660" y="1858132"/>
            <a:ext cx="3531540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CB0FC424-5508-1639-8F8B-C107584B173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81659" y="2191048"/>
            <a:ext cx="3534844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88F2B318-7400-08F6-81B4-AB4D2772224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154030" y="3764991"/>
            <a:ext cx="3534844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84D8E917-4CA1-E3BA-BFB6-87F7991C442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154030" y="4097906"/>
            <a:ext cx="3534844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E77A29A-7B9C-A03B-6C4D-305AD1E653E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881660" y="3764991"/>
            <a:ext cx="3531540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D048CEA6-4770-65A8-D077-4561AC0C7BFD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881659" y="4097906"/>
            <a:ext cx="3534844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7AF66CA-7AF6-D361-BD63-20254E5B8FF3}"/>
              </a:ext>
            </a:extLst>
          </p:cNvPr>
          <p:cNvCxnSpPr>
            <a:cxnSpLocks/>
          </p:cNvCxnSpPr>
          <p:nvPr userDrawn="1"/>
        </p:nvCxnSpPr>
        <p:spPr>
          <a:xfrm>
            <a:off x="3132376" y="1518827"/>
            <a:ext cx="3556498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BCD7E5D-4EE0-1CD0-8D50-F49B82A6C567}"/>
              </a:ext>
            </a:extLst>
          </p:cNvPr>
          <p:cNvCxnSpPr>
            <a:cxnSpLocks/>
          </p:cNvCxnSpPr>
          <p:nvPr userDrawn="1"/>
        </p:nvCxnSpPr>
        <p:spPr>
          <a:xfrm>
            <a:off x="3132376" y="3425686"/>
            <a:ext cx="3556497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E0EE1AE-8B03-1374-4FA5-FF7C4E8537FC}"/>
              </a:ext>
            </a:extLst>
          </p:cNvPr>
          <p:cNvCxnSpPr>
            <a:cxnSpLocks/>
          </p:cNvCxnSpPr>
          <p:nvPr userDrawn="1"/>
        </p:nvCxnSpPr>
        <p:spPr>
          <a:xfrm>
            <a:off x="7864614" y="1518827"/>
            <a:ext cx="3548586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1CD780F-C9CF-19FC-C7CE-4E7388617345}"/>
              </a:ext>
            </a:extLst>
          </p:cNvPr>
          <p:cNvCxnSpPr>
            <a:cxnSpLocks/>
          </p:cNvCxnSpPr>
          <p:nvPr userDrawn="1"/>
        </p:nvCxnSpPr>
        <p:spPr>
          <a:xfrm>
            <a:off x="7864614" y="3425686"/>
            <a:ext cx="3557227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73F7568B-C5D8-F395-EF3D-8572CE9E335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881659" y="6220347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3E81D750-A060-A95E-B6A0-FB5CB476397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881659" y="6486210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1590C96-7826-0DBC-FF74-B39C479BEDD8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709D09C-BD3B-CDA7-DC8E-D6E892AF619F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0EB0C9B1-776C-E9F1-D5F0-EFE675373E34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BE24EE5B-2766-309D-39A5-3DA7E5D7892C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C29BB802-EA29-4E55-57D8-5FEAB25ED6D7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265444218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с ико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88F2B318-7400-08F6-81B4-AB4D2772224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132376" y="3197371"/>
            <a:ext cx="3556498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84D8E917-4CA1-E3BA-BFB6-87F7991C442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132376" y="3530286"/>
            <a:ext cx="3556498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E77A29A-7B9C-A03B-6C4D-305AD1E653E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449046" y="3197371"/>
            <a:ext cx="3548698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D048CEA6-4770-65A8-D077-4561AC0C7BFD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449576" y="3530286"/>
            <a:ext cx="3552018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11" name="Title 25">
            <a:extLst>
              <a:ext uri="{FF2B5EF4-FFF2-40B4-BE49-F238E27FC236}">
                <a16:creationId xmlns:a16="http://schemas.microsoft.com/office/drawing/2014/main" id="{0038BE16-32C8-C73F-609B-3463B18545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348" y="742118"/>
            <a:ext cx="7667890" cy="1220298"/>
          </a:xfrm>
        </p:spPr>
        <p:txBody>
          <a:bodyPr/>
          <a:lstStyle>
            <a:lvl1pPr>
              <a:lnSpc>
                <a:spcPct val="90000"/>
              </a:lnSpc>
              <a:defRPr sz="2352" b="0" i="0" spc="71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Немного важного текста, суммирующего общий смысл абзацев, либо факт, который впоследствии подробнее раскрыт в тексте.</a:t>
            </a:r>
            <a:endParaRPr lang="en-RU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4DDCA4F-1F6F-2DFC-1115-E04BEF2E6762}"/>
              </a:ext>
            </a:extLst>
          </p:cNvPr>
          <p:cNvCxnSpPr>
            <a:cxnSpLocks/>
          </p:cNvCxnSpPr>
          <p:nvPr userDrawn="1"/>
        </p:nvCxnSpPr>
        <p:spPr>
          <a:xfrm>
            <a:off x="1946628" y="2882917"/>
            <a:ext cx="4742245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1A1A959-E7F1-285A-D42E-EF2B8DE2289F}"/>
              </a:ext>
            </a:extLst>
          </p:cNvPr>
          <p:cNvCxnSpPr>
            <a:cxnSpLocks/>
          </p:cNvCxnSpPr>
          <p:nvPr userDrawn="1"/>
        </p:nvCxnSpPr>
        <p:spPr>
          <a:xfrm>
            <a:off x="7276735" y="2882917"/>
            <a:ext cx="4742245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EF06BDB-6FDE-31F3-A7FF-736E298E4111}"/>
              </a:ext>
            </a:extLst>
          </p:cNvPr>
          <p:cNvCxnSpPr>
            <a:cxnSpLocks/>
          </p:cNvCxnSpPr>
          <p:nvPr userDrawn="1"/>
        </p:nvCxnSpPr>
        <p:spPr>
          <a:xfrm>
            <a:off x="1946628" y="4849173"/>
            <a:ext cx="4742245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DBAF30-60CD-0453-EAEB-975D9247240C}"/>
              </a:ext>
            </a:extLst>
          </p:cNvPr>
          <p:cNvCxnSpPr>
            <a:cxnSpLocks/>
          </p:cNvCxnSpPr>
          <p:nvPr userDrawn="1"/>
        </p:nvCxnSpPr>
        <p:spPr>
          <a:xfrm>
            <a:off x="7276735" y="4849173"/>
            <a:ext cx="4742245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2A837B0-38A2-7A68-4034-A034B61B398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132376" y="5194349"/>
            <a:ext cx="3556498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00AE112-BF5C-0BE5-EC05-57C7DD327CC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132376" y="5527265"/>
            <a:ext cx="3556498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6260709-6188-24AB-645A-51DD2629831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449046" y="5194349"/>
            <a:ext cx="3548698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921C3A26-46AD-54B6-BCAE-70B08E26B54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449576" y="5527265"/>
            <a:ext cx="3552018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BD7697F4-F423-C5E9-8096-7CFC4FEE55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0407" y="5224111"/>
            <a:ext cx="1180521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08AB708-A62E-0C35-77F7-1D9EC9E3870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0407" y="5584987"/>
            <a:ext cx="1180521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D833F92C-F321-54ED-2E08-2FE9D600F78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2163525" y="3197371"/>
            <a:ext cx="761979" cy="5784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bg1">
                    <a:lumMod val="6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C7A42F-C5F2-2BB2-553A-F2C6626F514C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7486249" y="3197371"/>
            <a:ext cx="761979" cy="5784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bg1">
                    <a:lumMod val="6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39" name="Picture Placeholder 10">
            <a:extLst>
              <a:ext uri="{FF2B5EF4-FFF2-40B4-BE49-F238E27FC236}">
                <a16:creationId xmlns:a16="http://schemas.microsoft.com/office/drawing/2014/main" id="{CFC7593D-0D62-62EC-1533-7119B1B06AF2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2163525" y="5194349"/>
            <a:ext cx="761979" cy="5784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bg1">
                    <a:lumMod val="6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43" name="Picture Placeholder 10">
            <a:extLst>
              <a:ext uri="{FF2B5EF4-FFF2-40B4-BE49-F238E27FC236}">
                <a16:creationId xmlns:a16="http://schemas.microsoft.com/office/drawing/2014/main" id="{6B41A319-6D7C-2F62-5DE8-BCD91083A17E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86249" y="5194349"/>
            <a:ext cx="761979" cy="5784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bg1">
                    <a:lumMod val="6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45C1CF7-72CF-14E9-7B07-C0C0031E644A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9D559EC-4D8E-E1BD-350C-36EB5E87084E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AA9B246-702A-9028-BC28-6C3B0099FB9F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DA1A71AA-B5B8-A4F7-DAEB-6ABDB6222B97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18AE0F4F-B276-F186-0F43-DB9CC33D1322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998882902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с иконкам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BD7697F4-F423-C5E9-8096-7CFC4FEE55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0407" y="3240233"/>
            <a:ext cx="1180521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08AB708-A62E-0C35-77F7-1D9EC9E3870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0407" y="3601109"/>
            <a:ext cx="1180521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9165F17-785F-56EC-DC93-01B4A6ABDF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Цели и шаги на квартал</a:t>
            </a:r>
            <a:endParaRPr lang="en-RU" dirty="0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F9085B70-DCB6-9BEA-18C0-BB630CD8DF5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32377" y="3186756"/>
            <a:ext cx="2963623" cy="122029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12695" indent="-12695">
              <a:tabLst/>
              <a:defRPr lang="en-GB" sz="2352" b="0" i="0" cap="none" spc="71" baseline="0" smtClean="0"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</a:defRPr>
            </a:lvl1pPr>
            <a:lvl2pPr>
              <a:defRPr lang="en-GB" smtClean="0"/>
            </a:lvl2pPr>
            <a:lvl3pPr>
              <a:defRPr lang="en-GB" smtClean="0"/>
            </a:lvl3pPr>
            <a:lvl4pPr>
              <a:defRPr lang="en-GB" smtClean="0"/>
            </a:lvl4pPr>
            <a:lvl5pPr>
              <a:defRPr lang="en-RU"/>
            </a:lvl5pPr>
          </a:lstStyle>
          <a:p>
            <a:pPr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 err="1"/>
              <a:t>С</a:t>
            </a:r>
            <a:r>
              <a:rPr lang="ru-RU" dirty="0" err="1"/>
              <a:t>четчик</a:t>
            </a:r>
            <a:r>
              <a:rPr lang="ru-RU" dirty="0"/>
              <a:t>, вставленный на сайт X</a:t>
            </a:r>
            <a:r>
              <a:rPr lang="en-US" dirty="0"/>
              <a:t>XX</a:t>
            </a:r>
            <a:endParaRPr lang="en-RU" dirty="0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9BE030B9-CB0C-77FB-EF71-301ABCC839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132377" y="5091566"/>
            <a:ext cx="2963623" cy="122029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12695" indent="-12695">
              <a:tabLst/>
              <a:defRPr lang="en-GB" sz="2352" b="0" i="0" cap="none" spc="71" baseline="0" smtClean="0"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</a:defRPr>
            </a:lvl1pPr>
            <a:lvl2pPr>
              <a:defRPr lang="en-GB" smtClean="0"/>
            </a:lvl2pPr>
            <a:lvl3pPr>
              <a:defRPr lang="en-GB" smtClean="0"/>
            </a:lvl3pPr>
            <a:lvl4pPr>
              <a:defRPr lang="en-GB" smtClean="0"/>
            </a:lvl4pPr>
            <a:lvl5pPr>
              <a:defRPr lang="en-RU"/>
            </a:lvl5pPr>
          </a:lstStyle>
          <a:p>
            <a:pPr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 err="1"/>
              <a:t>С</a:t>
            </a:r>
            <a:r>
              <a:rPr lang="ru-RU" dirty="0" err="1"/>
              <a:t>четчик</a:t>
            </a:r>
            <a:r>
              <a:rPr lang="ru-RU" dirty="0"/>
              <a:t>, вставленный на сайт X</a:t>
            </a:r>
            <a:r>
              <a:rPr lang="en-US" dirty="0"/>
              <a:t>XX</a:t>
            </a:r>
            <a:endParaRPr lang="en-RU" dirty="0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66BF3B58-A0E6-A05D-5E18-B0BA9A516BFA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598721" y="3197371"/>
            <a:ext cx="761979" cy="5784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bg1">
                    <a:lumMod val="6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30" name="Picture Placeholder 10">
            <a:extLst>
              <a:ext uri="{FF2B5EF4-FFF2-40B4-BE49-F238E27FC236}">
                <a16:creationId xmlns:a16="http://schemas.microsoft.com/office/drawing/2014/main" id="{F50C4DE8-75DE-C9FB-49AB-665667414938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598721" y="5071459"/>
            <a:ext cx="761979" cy="5784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bg1">
                    <a:lumMod val="6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CFB28FA-7AFE-86B7-16FC-13C54D00AE0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863422" y="3186756"/>
            <a:ext cx="2957650" cy="122029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12695" indent="-12695">
              <a:tabLst/>
              <a:defRPr lang="en-GB" sz="2352" b="0" i="0" cap="none" spc="71" baseline="0" smtClean="0"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</a:defRPr>
            </a:lvl1pPr>
            <a:lvl2pPr>
              <a:defRPr lang="en-GB" smtClean="0"/>
            </a:lvl2pPr>
            <a:lvl3pPr>
              <a:defRPr lang="en-GB" smtClean="0"/>
            </a:lvl3pPr>
            <a:lvl4pPr>
              <a:defRPr lang="en-GB" smtClean="0"/>
            </a:lvl4pPr>
            <a:lvl5pPr>
              <a:defRPr lang="en-RU"/>
            </a:lvl5pPr>
          </a:lstStyle>
          <a:p>
            <a:pPr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 err="1"/>
              <a:t>С</a:t>
            </a:r>
            <a:r>
              <a:rPr lang="ru-RU" dirty="0" err="1"/>
              <a:t>четчик</a:t>
            </a:r>
            <a:r>
              <a:rPr lang="ru-RU" dirty="0"/>
              <a:t>, вставленный на сайт X</a:t>
            </a:r>
            <a:r>
              <a:rPr lang="en-US" dirty="0"/>
              <a:t>XX</a:t>
            </a:r>
            <a:endParaRPr lang="en-RU" dirty="0"/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672F4833-4617-9895-3870-B71FA41469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863422" y="5091566"/>
            <a:ext cx="2957650" cy="122029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12695" indent="-12695">
              <a:tabLst/>
              <a:defRPr lang="en-GB" sz="2352" b="0" i="0" cap="none" spc="71" baseline="0" smtClean="0"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</a:defRPr>
            </a:lvl1pPr>
            <a:lvl2pPr>
              <a:defRPr lang="en-GB" smtClean="0"/>
            </a:lvl2pPr>
            <a:lvl3pPr>
              <a:defRPr lang="en-GB" smtClean="0"/>
            </a:lvl3pPr>
            <a:lvl4pPr>
              <a:defRPr lang="en-GB" smtClean="0"/>
            </a:lvl4pPr>
            <a:lvl5pPr>
              <a:defRPr lang="en-RU"/>
            </a:lvl5pPr>
          </a:lstStyle>
          <a:p>
            <a:pPr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 err="1"/>
              <a:t>С</a:t>
            </a:r>
            <a:r>
              <a:rPr lang="ru-RU" dirty="0" err="1"/>
              <a:t>четчик</a:t>
            </a:r>
            <a:r>
              <a:rPr lang="ru-RU" dirty="0"/>
              <a:t>, вставленный на сайт X</a:t>
            </a:r>
            <a:r>
              <a:rPr lang="en-US" dirty="0"/>
              <a:t>XX</a:t>
            </a:r>
            <a:endParaRPr lang="en-RU" dirty="0"/>
          </a:p>
        </p:txBody>
      </p:sp>
      <p:sp>
        <p:nvSpPr>
          <p:cNvPr id="40" name="Picture Placeholder 10">
            <a:extLst>
              <a:ext uri="{FF2B5EF4-FFF2-40B4-BE49-F238E27FC236}">
                <a16:creationId xmlns:a16="http://schemas.microsoft.com/office/drawing/2014/main" id="{1CC18AFE-2696-B264-340B-0B6044D686EA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1337041" y="3197371"/>
            <a:ext cx="761979" cy="5784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bg1">
                    <a:lumMod val="6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41" name="Picture Placeholder 10">
            <a:extLst>
              <a:ext uri="{FF2B5EF4-FFF2-40B4-BE49-F238E27FC236}">
                <a16:creationId xmlns:a16="http://schemas.microsoft.com/office/drawing/2014/main" id="{082D5ECB-36E4-8F94-8F12-53DDEDF20335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1337041" y="5071459"/>
            <a:ext cx="761979" cy="5784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bg1">
                    <a:lumMod val="6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B1FE96B-762C-668F-AA65-A700C0AA5D1B}"/>
              </a:ext>
            </a:extLst>
          </p:cNvPr>
          <p:cNvCxnSpPr>
            <a:cxnSpLocks/>
          </p:cNvCxnSpPr>
          <p:nvPr userDrawn="1"/>
        </p:nvCxnSpPr>
        <p:spPr>
          <a:xfrm>
            <a:off x="3132377" y="2882917"/>
            <a:ext cx="4132198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AA2A2F1-D6CA-1D3A-D41E-E810301F4604}"/>
              </a:ext>
            </a:extLst>
          </p:cNvPr>
          <p:cNvCxnSpPr>
            <a:cxnSpLocks/>
          </p:cNvCxnSpPr>
          <p:nvPr userDrawn="1"/>
        </p:nvCxnSpPr>
        <p:spPr>
          <a:xfrm>
            <a:off x="3132377" y="4849173"/>
            <a:ext cx="4132198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3A6CEA1-742C-35C6-4E04-CE57160495BC}"/>
              </a:ext>
            </a:extLst>
          </p:cNvPr>
          <p:cNvCxnSpPr>
            <a:cxnSpLocks/>
          </p:cNvCxnSpPr>
          <p:nvPr userDrawn="1"/>
        </p:nvCxnSpPr>
        <p:spPr>
          <a:xfrm>
            <a:off x="7863422" y="2882917"/>
            <a:ext cx="4132198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572920E-B229-7406-567C-EF585BE0A6CF}"/>
              </a:ext>
            </a:extLst>
          </p:cNvPr>
          <p:cNvCxnSpPr>
            <a:cxnSpLocks/>
          </p:cNvCxnSpPr>
          <p:nvPr userDrawn="1"/>
        </p:nvCxnSpPr>
        <p:spPr>
          <a:xfrm>
            <a:off x="7863422" y="4849173"/>
            <a:ext cx="4132198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14">
            <a:extLst>
              <a:ext uri="{FF2B5EF4-FFF2-40B4-BE49-F238E27FC236}">
                <a16:creationId xmlns:a16="http://schemas.microsoft.com/office/drawing/2014/main" id="{7B664044-89A3-F03C-5739-FDD14376B2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35018" y="1854533"/>
            <a:ext cx="2586054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83C4A85-119E-8A88-FC38-DEEFFCCA7462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FEB09C8-78B1-2987-B794-0DA15A73706F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6CC0CA-F394-7145-CBAD-D4BE61508763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0440A3B8-1218-7499-5732-858105BDAED0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C708B326-2FB0-01DA-8395-935557DCA838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2994294039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на плашка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F3EA5239-C60D-7906-7219-F905258B85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7661" y="768408"/>
            <a:ext cx="5904789" cy="2660592"/>
          </a:xfrm>
          <a:prstGeom prst="rect">
            <a:avLst/>
          </a:prstGeom>
          <a:solidFill>
            <a:schemeClr val="accent3"/>
          </a:solidFill>
        </p:spPr>
        <p:txBody>
          <a:bodyPr lIns="360000" tIns="180000"/>
          <a:lstStyle>
            <a:lvl1pPr marL="0" indent="0">
              <a:buFontTx/>
              <a:buNone/>
              <a:defRPr sz="2352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2pPr>
            <a:lvl3pPr marL="967525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3pPr>
            <a:lvl4pPr marL="1451289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4pPr>
            <a:lvl5pPr marL="1935052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5pPr>
          </a:lstStyle>
          <a:p>
            <a:pPr lvl="0"/>
            <a:r>
              <a:rPr lang="ru-RU" dirty="0"/>
              <a:t>Статистика</a:t>
            </a:r>
            <a:endParaRPr lang="en-RU" dirty="0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679332A-152A-E7A1-A6B5-6D0E08C624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46628" y="1297784"/>
            <a:ext cx="8264396" cy="3774433"/>
          </a:xfrm>
          <a:prstGeom prst="rect">
            <a:avLst/>
          </a:prstGeom>
          <a:solidFill>
            <a:schemeClr val="accent1"/>
          </a:solidFill>
        </p:spPr>
        <p:txBody>
          <a:bodyPr lIns="360000" tIns="180000"/>
          <a:lstStyle>
            <a:lvl1pPr marL="0" indent="0">
              <a:buFontTx/>
              <a:buNone/>
              <a:defRPr sz="2352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2pPr>
            <a:lvl3pPr marL="967525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3pPr>
            <a:lvl4pPr marL="1451289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4pPr>
            <a:lvl5pPr marL="1935052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5pPr>
          </a:lstStyle>
          <a:p>
            <a:pPr lvl="0"/>
            <a:r>
              <a:rPr lang="ru-RU" dirty="0"/>
              <a:t>Рассылка</a:t>
            </a:r>
            <a:endParaRPr lang="en-RU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82D401DC-933A-9E21-4A02-29C7A44499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801" y="1997132"/>
            <a:ext cx="10643040" cy="4860868"/>
          </a:xfrm>
          <a:prstGeom prst="rect">
            <a:avLst/>
          </a:prstGeom>
          <a:solidFill>
            <a:schemeClr val="accent2"/>
          </a:solidFill>
        </p:spPr>
        <p:txBody>
          <a:bodyPr lIns="360000" tIns="180000"/>
          <a:lstStyle>
            <a:lvl1pPr marL="0" indent="0">
              <a:buFontTx/>
              <a:buNone/>
              <a:defRPr sz="2352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2pPr>
            <a:lvl3pPr marL="967525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3pPr>
            <a:lvl4pPr marL="1451289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4pPr>
            <a:lvl5pPr marL="1935052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5pPr>
          </a:lstStyle>
          <a:p>
            <a:pPr lvl="0"/>
            <a:r>
              <a:rPr lang="ru-RU" dirty="0"/>
              <a:t>Аудитория</a:t>
            </a:r>
            <a:endParaRPr lang="en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B993857D-BCD2-30DB-FB6D-5E6ED05BAA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4125" y="4208341"/>
            <a:ext cx="4522459" cy="20781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7762" b="0" i="0" cap="all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42 </a:t>
            </a:r>
            <a:br>
              <a:rPr lang="ru-RU" dirty="0"/>
            </a:br>
            <a:r>
              <a:rPr lang="ru-RU" dirty="0"/>
              <a:t>МЛН</a:t>
            </a:r>
            <a:endParaRPr lang="en-RU" dirty="0"/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CB4174CE-88CE-9C4E-B0A1-F445A0ED35E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8723" y="4208341"/>
            <a:ext cx="4712349" cy="20781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7762" b="0" i="0" cap="all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115 </a:t>
            </a:r>
            <a:br>
              <a:rPr lang="ru-RU" dirty="0"/>
            </a:br>
            <a:r>
              <a:rPr lang="ru-RU" dirty="0"/>
              <a:t>МЛН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DC38ED4B-E122-6151-EFF4-2E24C340AC4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4125" y="6333295"/>
            <a:ext cx="4522459" cy="369469"/>
          </a:xfrm>
          <a:prstGeom prst="rect">
            <a:avLst/>
          </a:prstGeom>
        </p:spPr>
        <p:txBody>
          <a:bodyPr lIns="18000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уникальных пользователей </a:t>
            </a:r>
            <a:br>
              <a:rPr lang="ru-RU" dirty="0"/>
            </a:br>
            <a:r>
              <a:rPr lang="ru-RU" dirty="0"/>
              <a:t>ежедневно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149DBFA0-FE2C-B77D-B514-766A022D3AF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6333295"/>
            <a:ext cx="4725072" cy="477911"/>
          </a:xfrm>
          <a:prstGeom prst="rect">
            <a:avLst/>
          </a:prstGeom>
        </p:spPr>
        <p:txBody>
          <a:bodyPr lIns="18000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уникальных пользователей </a:t>
            </a:r>
            <a:br>
              <a:rPr lang="ru-RU" dirty="0"/>
            </a:br>
            <a:r>
              <a:rPr lang="ru-RU" dirty="0"/>
              <a:t>ежедневно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6F5453E-3F84-10FA-690E-1070AF66E35D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C792561-A106-9CFA-68F9-B58B1C27F2E4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21E8B72-776A-110A-704B-4567827E4D1A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211D526E-53D1-7E41-1FEF-53BEBF6CEDB1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138BC381-5D8E-2E79-D7AE-9D861E2FFE6B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3513464053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на плашках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F3EA5239-C60D-7906-7219-F905258B85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7661" y="768408"/>
            <a:ext cx="5904789" cy="2660592"/>
          </a:xfrm>
          <a:prstGeom prst="rect">
            <a:avLst/>
          </a:prstGeom>
          <a:solidFill>
            <a:schemeClr val="accent4"/>
          </a:solidFill>
        </p:spPr>
        <p:txBody>
          <a:bodyPr lIns="360000" tIns="180000"/>
          <a:lstStyle>
            <a:lvl1pPr marL="0" indent="0">
              <a:buFontTx/>
              <a:buNone/>
              <a:defRPr sz="2352" b="0" i="0">
                <a:solidFill>
                  <a:schemeClr val="bg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2pPr>
            <a:lvl3pPr marL="967525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3pPr>
            <a:lvl4pPr marL="1451289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4pPr>
            <a:lvl5pPr marL="1935052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5pPr>
          </a:lstStyle>
          <a:p>
            <a:pPr lvl="0"/>
            <a:r>
              <a:rPr lang="ru-RU" dirty="0"/>
              <a:t>Показатели</a:t>
            </a:r>
            <a:endParaRPr lang="en-RU" dirty="0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679332A-152A-E7A1-A6B5-6D0E08C624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46628" y="1297784"/>
            <a:ext cx="8264396" cy="3774433"/>
          </a:xfrm>
          <a:prstGeom prst="rect">
            <a:avLst/>
          </a:prstGeom>
          <a:solidFill>
            <a:schemeClr val="accent3"/>
          </a:solidFill>
        </p:spPr>
        <p:txBody>
          <a:bodyPr lIns="360000" tIns="180000"/>
          <a:lstStyle>
            <a:lvl1pPr marL="0" indent="0">
              <a:buFontTx/>
              <a:buNone/>
              <a:defRPr sz="2352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2pPr>
            <a:lvl3pPr marL="967525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3pPr>
            <a:lvl4pPr marL="1451289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4pPr>
            <a:lvl5pPr marL="1935052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5pPr>
          </a:lstStyle>
          <a:p>
            <a:pPr lvl="0"/>
            <a:r>
              <a:rPr lang="ru-RU" dirty="0"/>
              <a:t>Статистика</a:t>
            </a:r>
            <a:endParaRPr lang="en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82D401DC-933A-9E21-4A02-29C7A44499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801" y="1997132"/>
            <a:ext cx="10643040" cy="4860868"/>
          </a:xfrm>
          <a:prstGeom prst="rect">
            <a:avLst/>
          </a:prstGeom>
          <a:solidFill>
            <a:schemeClr val="accent1"/>
          </a:solidFill>
        </p:spPr>
        <p:txBody>
          <a:bodyPr lIns="360000" tIns="180000"/>
          <a:lstStyle>
            <a:lvl1pPr marL="0" indent="0">
              <a:buFontTx/>
              <a:buNone/>
              <a:defRPr sz="2352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2pPr>
            <a:lvl3pPr marL="967525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3pPr>
            <a:lvl4pPr marL="1451289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4pPr>
            <a:lvl5pPr marL="1935052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5pPr>
          </a:lstStyle>
          <a:p>
            <a:pPr lvl="0"/>
            <a:r>
              <a:rPr lang="ru-RU" dirty="0"/>
              <a:t>Рассылка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DC38ED4B-E122-6151-EFF4-2E24C340AC4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4124" y="3429000"/>
            <a:ext cx="9281248" cy="32737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FontTx/>
              <a:buNone/>
              <a:defRPr sz="3998" b="0" i="0" spc="0" baseline="0">
                <a:solidFill>
                  <a:schemeClr val="tx1"/>
                </a:solidFill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Какой-нибудь небольшой, текст для перебивки внимания.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9D4802-04EC-D72D-868A-71C36773DBA8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1F62E00-D3B0-96A5-1AF9-A61FFFA5C003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31BF771-4817-A54D-02E7-D86B6E975624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E386F0B-3A5D-E840-2D82-55D0FFE52AB1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061AA2A-5DEA-C493-E771-C84F12FFEFE8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1963110522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на плашках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F3EA5239-C60D-7906-7219-F905258B85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7661" y="768408"/>
            <a:ext cx="5904789" cy="2660592"/>
          </a:xfrm>
          <a:prstGeom prst="rect">
            <a:avLst/>
          </a:prstGeom>
          <a:solidFill>
            <a:schemeClr val="accent2"/>
          </a:solidFill>
        </p:spPr>
        <p:txBody>
          <a:bodyPr lIns="360000" tIns="180000"/>
          <a:lstStyle>
            <a:lvl1pPr marL="0" indent="0">
              <a:buFontTx/>
              <a:buNone/>
              <a:defRPr sz="2352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2pPr>
            <a:lvl3pPr marL="967525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3pPr>
            <a:lvl4pPr marL="1451289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4pPr>
            <a:lvl5pPr marL="1935052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5pPr>
          </a:lstStyle>
          <a:p>
            <a:pPr lvl="0"/>
            <a:r>
              <a:rPr lang="ru-RU" dirty="0"/>
              <a:t>Аудитория</a:t>
            </a:r>
            <a:endParaRPr lang="en-RU" dirty="0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679332A-152A-E7A1-A6B5-6D0E08C624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46628" y="1297784"/>
            <a:ext cx="8264396" cy="3774433"/>
          </a:xfrm>
          <a:prstGeom prst="rect">
            <a:avLst/>
          </a:prstGeom>
          <a:solidFill>
            <a:schemeClr val="accent4"/>
          </a:solidFill>
        </p:spPr>
        <p:txBody>
          <a:bodyPr lIns="360000" tIns="180000"/>
          <a:lstStyle>
            <a:lvl1pPr marL="0" indent="0">
              <a:buFontTx/>
              <a:buNone/>
              <a:defRPr sz="2352" b="0" i="0">
                <a:solidFill>
                  <a:schemeClr val="bg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2pPr>
            <a:lvl3pPr marL="967525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3pPr>
            <a:lvl4pPr marL="1451289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4pPr>
            <a:lvl5pPr marL="1935052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5pPr>
          </a:lstStyle>
          <a:p>
            <a:pPr lvl="0"/>
            <a:r>
              <a:rPr lang="ru-RU" dirty="0"/>
              <a:t>Показатели</a:t>
            </a:r>
            <a:endParaRPr lang="en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82D401DC-933A-9E21-4A02-29C7A44499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801" y="1997132"/>
            <a:ext cx="10643040" cy="4860868"/>
          </a:xfrm>
          <a:prstGeom prst="rect">
            <a:avLst/>
          </a:prstGeom>
          <a:solidFill>
            <a:schemeClr val="accent3"/>
          </a:solidFill>
        </p:spPr>
        <p:txBody>
          <a:bodyPr lIns="360000" tIns="180000"/>
          <a:lstStyle>
            <a:lvl1pPr marL="0" indent="0">
              <a:buFontTx/>
              <a:buNone/>
              <a:defRPr sz="2352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2pPr>
            <a:lvl3pPr marL="967525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3pPr>
            <a:lvl4pPr marL="1451289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4pPr>
            <a:lvl5pPr marL="1935052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5pPr>
          </a:lstStyle>
          <a:p>
            <a:pPr lvl="0"/>
            <a:r>
              <a:rPr lang="ru-RU" dirty="0"/>
              <a:t>Статистика</a:t>
            </a:r>
            <a:endParaRPr lang="en-RU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B993857D-BCD2-30DB-FB6D-5E6ED05BAA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4125" y="4208341"/>
            <a:ext cx="4522459" cy="20781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7762" b="0" i="0" cap="all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42 </a:t>
            </a:r>
            <a:br>
              <a:rPr lang="ru-RU" dirty="0"/>
            </a:br>
            <a:r>
              <a:rPr lang="ru-RU" dirty="0"/>
              <a:t>МЛН</a:t>
            </a:r>
            <a:endParaRPr lang="en-RU" dirty="0"/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CB4174CE-88CE-9C4E-B0A1-F445A0ED35E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8723" y="4208341"/>
            <a:ext cx="4712349" cy="20781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7762" b="0" i="0" cap="all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115 </a:t>
            </a:r>
            <a:br>
              <a:rPr lang="ru-RU" dirty="0"/>
            </a:br>
            <a:r>
              <a:rPr lang="ru-RU" dirty="0"/>
              <a:t>МЛН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DC38ED4B-E122-6151-EFF4-2E24C340AC4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4125" y="6333295"/>
            <a:ext cx="4522459" cy="369469"/>
          </a:xfrm>
          <a:prstGeom prst="rect">
            <a:avLst/>
          </a:prstGeom>
        </p:spPr>
        <p:txBody>
          <a:bodyPr lIns="18000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уникальных пользователей </a:t>
            </a:r>
            <a:br>
              <a:rPr lang="ru-RU" dirty="0"/>
            </a:br>
            <a:r>
              <a:rPr lang="ru-RU" dirty="0"/>
              <a:t>ежедневно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149DBFA0-FE2C-B77D-B514-766A022D3AF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6333295"/>
            <a:ext cx="4725072" cy="477911"/>
          </a:xfrm>
          <a:prstGeom prst="rect">
            <a:avLst/>
          </a:prstGeom>
        </p:spPr>
        <p:txBody>
          <a:bodyPr lIns="18000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уникальных пользователей </a:t>
            </a:r>
            <a:br>
              <a:rPr lang="ru-RU" dirty="0"/>
            </a:br>
            <a:r>
              <a:rPr lang="ru-RU" dirty="0"/>
              <a:t>ежедневно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1DD58D2-9775-3258-618E-8EEF6213410A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3F70D5-1F4A-9C9E-CC6F-15BB7D41959A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559981A-4D4E-1EA7-0644-D580565BBDCE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9A3659D-084E-C773-8278-6F71AFDE7EB2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3D43639-0E7C-94D9-BA98-75491C524209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2979260487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F2D576CB-EFCA-E417-3F6D-E4F2587D409E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-88985" y="4197364"/>
            <a:ext cx="12369970" cy="272902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234F2CC-433B-5403-FA61-BEED6B82A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Каналы прибыли</a:t>
            </a:r>
            <a:endParaRPr lang="en-RU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B9C3DDA-22FC-E403-D595-E88DC13191E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0407" y="3185710"/>
            <a:ext cx="2978051" cy="9470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7762" b="0" i="0" cap="all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70</a:t>
            </a:r>
            <a:r>
              <a:rPr lang="en-US" dirty="0"/>
              <a:t>%</a:t>
            </a:r>
            <a:endParaRPr lang="en-RU" dirty="0"/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0F59FC28-561D-B655-D184-73C44DB83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51198" y="3185710"/>
            <a:ext cx="2978051" cy="9470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7762" b="0" i="0" cap="all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en-US" dirty="0"/>
              <a:t>3</a:t>
            </a:r>
            <a:r>
              <a:rPr lang="ru-RU" dirty="0"/>
              <a:t>0</a:t>
            </a:r>
            <a:r>
              <a:rPr lang="en-US" dirty="0"/>
              <a:t>%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0435AAC-E7F8-0B4F-CA9D-CA61EB1C623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0407" y="4414846"/>
            <a:ext cx="2978050" cy="369469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Пользователей услуг мобильной связи и интернета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77764E38-16CB-F1CE-4251-3CCD1087CE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37580" y="4414846"/>
            <a:ext cx="2978050" cy="369469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Пользователей услуг мобильной связи и интернета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A23118-05B1-8567-188E-1A4C59987C9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39BD7E-362E-B7D9-86B3-7C600F3597B0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5A50B02-5A02-F375-10F1-BC6CD116DF68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6979191-88F8-2B3E-E85C-151E9F4CB4C6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BC037D9-C311-9E65-30C1-07E287089C6E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2950697598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иденция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B9C3DDA-22FC-E403-D595-E88DC13191E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4458" y="3824683"/>
            <a:ext cx="11911543" cy="288434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FontTx/>
              <a:buNone/>
              <a:defRPr sz="22579" b="0" i="0" cap="all" spc="0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12 млн</a:t>
            </a:r>
            <a:endParaRPr lang="en-RU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A23118-05B1-8567-188E-1A4C59987C9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39BD7E-362E-B7D9-86B3-7C600F3597B0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5A50B02-5A02-F375-10F1-BC6CD116DF68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6979191-88F8-2B3E-E85C-151E9F4CB4C6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BC037D9-C311-9E65-30C1-07E287089C6E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06D503F-C213-A189-0BBE-091431A0DD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180C67B-F430-5AF3-8DFC-113025D4CD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3E94E7A-F8E6-DCA1-DD02-A9A5940C79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3" name="Title 25">
            <a:extLst>
              <a:ext uri="{FF2B5EF4-FFF2-40B4-BE49-F238E27FC236}">
                <a16:creationId xmlns:a16="http://schemas.microsoft.com/office/drawing/2014/main" id="{02A825DA-4FEB-C9AB-447C-FD5493363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348" y="742118"/>
            <a:ext cx="5303778" cy="1220298"/>
          </a:xfrm>
        </p:spPr>
        <p:txBody>
          <a:bodyPr/>
          <a:lstStyle>
            <a:lvl1pPr>
              <a:lnSpc>
                <a:spcPct val="90000"/>
              </a:lnSpc>
              <a:defRPr sz="2352" b="0" i="0" spc="71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Более 70% населения Москвы пользуются услугами МТС.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99585429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F2D576CB-EFCA-E417-3F6D-E4F2587D409E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-88985" y="2374254"/>
            <a:ext cx="12369970" cy="45521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234F2CC-433B-5403-FA61-BEED6B82A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Каналы прибыли</a:t>
            </a:r>
            <a:endParaRPr lang="en-RU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B9C3DDA-22FC-E403-D595-E88DC13191E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4815" y="2879223"/>
            <a:ext cx="1756221" cy="54771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90000"/>
              </a:lnSpc>
              <a:buFontTx/>
              <a:buNone/>
              <a:defRPr sz="2869" b="0" i="0" cap="all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10</a:t>
            </a:r>
            <a:r>
              <a:rPr lang="en-US" dirty="0"/>
              <a:t>%</a:t>
            </a:r>
            <a:endParaRPr lang="en-RU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A23118-05B1-8567-188E-1A4C59987C9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39BD7E-362E-B7D9-86B3-7C600F3597B0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5A50B02-5A02-F375-10F1-BC6CD116DF68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6979191-88F8-2B3E-E85C-151E9F4CB4C6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BC037D9-C311-9E65-30C1-07E287089C6E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7C5D639-070C-48C5-0DBF-ED7F47ED6E4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4815" y="2522406"/>
            <a:ext cx="1756221" cy="2707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Данные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58D8356-7D2E-909A-2D53-29325B782D4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4815" y="3431059"/>
            <a:ext cx="2314687" cy="9045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 этом квартале мы сделали вот это и вот это, что дало успешный показатель.</a:t>
            </a:r>
          </a:p>
        </p:txBody>
      </p:sp>
    </p:spTree>
    <p:extLst>
      <p:ext uri="{BB962C8B-B14F-4D97-AF65-F5344CB8AC3E}">
        <p14:creationId xmlns:p14="http://schemas.microsoft.com/office/powerpoint/2010/main" val="332543660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F2D576CB-EFCA-E417-3F6D-E4F2587D409E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-88985" y="2374254"/>
            <a:ext cx="12369970" cy="45521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marL="0" marR="0" lvl="0" indent="0" algn="ctr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234F2CC-433B-5403-FA61-BEED6B82A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Каналы прибыли</a:t>
            </a:r>
            <a:endParaRPr lang="en-RU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B9C3DDA-22FC-E403-D595-E88DC13191E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4814" y="2851172"/>
            <a:ext cx="2314687" cy="77138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FontTx/>
              <a:buNone/>
              <a:defRPr sz="5127" b="0" i="0" cap="all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10</a:t>
            </a:r>
            <a:r>
              <a:rPr lang="en-US" dirty="0"/>
              <a:t>%</a:t>
            </a:r>
            <a:endParaRPr lang="en-RU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A23118-05B1-8567-188E-1A4C59987C9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39BD7E-362E-B7D9-86B3-7C600F3597B0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5A50B02-5A02-F375-10F1-BC6CD116DF68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6979191-88F8-2B3E-E85C-151E9F4CB4C6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BC037D9-C311-9E65-30C1-07E287089C6E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7C5D639-070C-48C5-0DBF-ED7F47ED6E4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32377" y="2851172"/>
            <a:ext cx="1756221" cy="2707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Данные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58D8356-7D2E-909A-2D53-29325B782D4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32377" y="3180766"/>
            <a:ext cx="2314687" cy="9045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 этом квартале мы сделали вот это и вот это, что дало успешный показатель.</a:t>
            </a:r>
          </a:p>
        </p:txBody>
      </p:sp>
    </p:spTree>
    <p:extLst>
      <p:ext uri="{BB962C8B-B14F-4D97-AF65-F5344CB8AC3E}">
        <p14:creationId xmlns:p14="http://schemas.microsoft.com/office/powerpoint/2010/main" val="2028779763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с таблиц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F2D576CB-EFCA-E417-3F6D-E4F2587D409E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-88985" y="3121966"/>
            <a:ext cx="12369970" cy="2951954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b="0" i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pPr marL="0" marR="0" lvl="0" indent="0" algn="ctr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234F2CC-433B-5403-FA61-BEED6B82A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Каналы прибыли</a:t>
            </a:r>
            <a:endParaRPr lang="en-RU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A23118-05B1-8567-188E-1A4C59987C9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39BD7E-362E-B7D9-86B3-7C600F3597B0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5A50B02-5A02-F375-10F1-BC6CD116DF68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6979191-88F8-2B3E-E85C-151E9F4CB4C6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BC037D9-C311-9E65-30C1-07E287089C6E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B6D9C6E-F54C-2C86-0593-248E0B3462AA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0" y="1376230"/>
            <a:ext cx="12192000" cy="1745863"/>
          </a:xfrm>
        </p:spPr>
        <p:txBody>
          <a:bodyPr anchor="ctr"/>
          <a:lstStyle>
            <a:lvl1pPr algn="ctr">
              <a:defRPr/>
            </a:lvl1pPr>
          </a:lstStyle>
          <a:p>
            <a:pPr marL="0" marR="0" lvl="0" indent="0" algn="ctr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Таблица</a:t>
            </a:r>
            <a:endParaRPr lang="en-RU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BE17368-618B-6E9E-5DC0-F57EAFBA02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AD66CB3-6AE7-4DBD-389A-80D9B16315C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42AD494-794A-491F-4D61-DFF138D7DD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144619003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с таблице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F2D576CB-EFCA-E417-3F6D-E4F2587D409E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88986" y="1927123"/>
            <a:ext cx="10732087" cy="414679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b="0" i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pPr marL="0" marR="0" lvl="0" indent="0" algn="ctr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234F2CC-433B-5403-FA61-BEED6B82A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Каналы прибыли</a:t>
            </a:r>
            <a:endParaRPr lang="en-RU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A23118-05B1-8567-188E-1A4C59987C9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39BD7E-362E-B7D9-86B3-7C600F3597B0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5A50B02-5A02-F375-10F1-BC6CD116DF68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6979191-88F8-2B3E-E85C-151E9F4CB4C6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BC037D9-C311-9E65-30C1-07E287089C6E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B6D9C6E-F54C-2C86-0593-248E0B3462AA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10211024" y="1995750"/>
            <a:ext cx="1790569" cy="4025909"/>
          </a:xfrm>
        </p:spPr>
        <p:txBody>
          <a:bodyPr anchor="ctr">
            <a:normAutofit/>
          </a:bodyPr>
          <a:lstStyle>
            <a:lvl1pPr algn="ctr">
              <a:defRPr sz="1882" b="0" i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pPr marL="0" marR="0" lvl="0" indent="0" algn="ctr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Таблица</a:t>
            </a:r>
            <a:endParaRPr lang="en-RU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BE17368-618B-6E9E-5DC0-F57EAFBA02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AD66CB3-6AE7-4DBD-389A-80D9B16315C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42AD494-794A-491F-4D61-DFF138D7DD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100296321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с таблице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234F2CC-433B-5403-FA61-BEED6B82A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7074168" cy="1271352"/>
          </a:xfrm>
        </p:spPr>
        <p:txBody>
          <a:bodyPr/>
          <a:lstStyle/>
          <a:p>
            <a:r>
              <a:rPr lang="ru-RU" dirty="0"/>
              <a:t>Каналы прибыли</a:t>
            </a:r>
            <a:endParaRPr lang="en-RU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A23118-05B1-8567-188E-1A4C59987C9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39BD7E-362E-B7D9-86B3-7C600F3597B0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5A50B02-5A02-F375-10F1-BC6CD116DF68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6979191-88F8-2B3E-E85C-151E9F4CB4C6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BC037D9-C311-9E65-30C1-07E287089C6E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B6D9C6E-F54C-2C86-0593-248E0B3462AA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6096000" y="2494687"/>
            <a:ext cx="5905593" cy="1306867"/>
          </a:xfrm>
        </p:spPr>
        <p:txBody>
          <a:bodyPr anchor="ctr"/>
          <a:lstStyle>
            <a:lvl1pPr algn="ctr">
              <a:defRPr/>
            </a:lvl1pPr>
          </a:lstStyle>
          <a:p>
            <a:pPr marL="0" marR="0" lvl="0" indent="0" algn="ctr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Таблица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BE17368-618B-6E9E-5DC0-F57EAFBA02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AD66CB3-6AE7-4DBD-389A-80D9B16315C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42AD494-794A-491F-4D61-DFF138D7DD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" name="Chart Placeholder 10">
            <a:extLst>
              <a:ext uri="{FF2B5EF4-FFF2-40B4-BE49-F238E27FC236}">
                <a16:creationId xmlns:a16="http://schemas.microsoft.com/office/drawing/2014/main" id="{050B4B7F-BD2D-F807-2CA9-3587E2B50CDF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028051" y="3429000"/>
            <a:ext cx="6046469" cy="26449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b="0" i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pPr marL="0" marR="0" lvl="0" indent="0" algn="ctr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99804CBB-DACA-6CB5-21FA-19448A63B06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0177" y="2675575"/>
            <a:ext cx="1166903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Домашние сервисы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DE7669D2-E1CF-965E-14DD-EBE8B1E76DC8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1762343" y="2675575"/>
            <a:ext cx="183942" cy="183952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F9D823CE-1964-16DC-5041-D68F1E49470F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4137170" y="2675575"/>
            <a:ext cx="183942" cy="183952"/>
          </a:xfrm>
          <a:prstGeom prst="ellipse">
            <a:avLst/>
          </a:prstGeom>
          <a:solidFill>
            <a:schemeClr val="accent4"/>
          </a:solidFill>
          <a:ln w="127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FB3DC3F-872F-0264-0914-E59DB0AC7AC3}"/>
              </a:ext>
            </a:extLst>
          </p:cNvPr>
          <p:cNvCxnSpPr/>
          <p:nvPr userDrawn="1"/>
        </p:nvCxnSpPr>
        <p:spPr>
          <a:xfrm>
            <a:off x="190407" y="249956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716F7C5-DB61-CEF1-49A9-1457FA6FF3F4}"/>
              </a:ext>
            </a:extLst>
          </p:cNvPr>
          <p:cNvCxnSpPr/>
          <p:nvPr userDrawn="1"/>
        </p:nvCxnSpPr>
        <p:spPr>
          <a:xfrm>
            <a:off x="2555930" y="249956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2EEF48FC-CE2B-5567-BBFA-89CF07EBF712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2538623" y="2675575"/>
            <a:ext cx="1166903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Домашние сервисы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42EFDEA3-DD80-7811-4AF1-F8EFDF4A799E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210177" y="3796155"/>
            <a:ext cx="1166903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Домашние сервисы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1DC3B1C8-3BBA-AFB0-DE6A-57B05E7EA8D9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1762343" y="3796155"/>
            <a:ext cx="183942" cy="183952"/>
          </a:xfrm>
          <a:prstGeom prst="ellipse">
            <a:avLst/>
          </a:prstGeom>
          <a:solidFill>
            <a:schemeClr val="accent2"/>
          </a:solidFill>
          <a:ln w="127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3D5ED279-3133-FAE6-1DC1-42D0C43B6A66}"/>
              </a:ext>
            </a:extLst>
          </p:cNvPr>
          <p:cNvSpPr>
            <a:spLocks noGrp="1"/>
          </p:cNvSpPr>
          <p:nvPr>
            <p:ph type="body" sz="quarter" idx="142" hasCustomPrompt="1"/>
          </p:nvPr>
        </p:nvSpPr>
        <p:spPr>
          <a:xfrm>
            <a:off x="4137170" y="3796155"/>
            <a:ext cx="183942" cy="183952"/>
          </a:xfrm>
          <a:prstGeom prst="ellipse">
            <a:avLst/>
          </a:prstGeom>
          <a:solidFill>
            <a:schemeClr val="accent3"/>
          </a:solidFill>
          <a:ln w="127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DC86425-BC33-B020-D15E-6660A4DA1899}"/>
              </a:ext>
            </a:extLst>
          </p:cNvPr>
          <p:cNvCxnSpPr/>
          <p:nvPr userDrawn="1"/>
        </p:nvCxnSpPr>
        <p:spPr>
          <a:xfrm>
            <a:off x="190407" y="362014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459B026-8D22-5B26-B40B-5D4114735EC1}"/>
              </a:ext>
            </a:extLst>
          </p:cNvPr>
          <p:cNvCxnSpPr/>
          <p:nvPr userDrawn="1"/>
        </p:nvCxnSpPr>
        <p:spPr>
          <a:xfrm>
            <a:off x="2555930" y="362014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6703EA67-5401-EC05-DDEE-6DDADA5B34C4}"/>
              </a:ext>
            </a:extLst>
          </p:cNvPr>
          <p:cNvSpPr>
            <a:spLocks noGrp="1"/>
          </p:cNvSpPr>
          <p:nvPr>
            <p:ph type="body" sz="quarter" idx="143" hasCustomPrompt="1"/>
          </p:nvPr>
        </p:nvSpPr>
        <p:spPr>
          <a:xfrm>
            <a:off x="2538623" y="3796155"/>
            <a:ext cx="1166903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Домашние сервисы</a:t>
            </a:r>
          </a:p>
        </p:txBody>
      </p:sp>
    </p:spTree>
    <p:extLst>
      <p:ext uri="{BB962C8B-B14F-4D97-AF65-F5344CB8AC3E}">
        <p14:creationId xmlns:p14="http://schemas.microsoft.com/office/powerpoint/2010/main" val="3952824363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с таблице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234F2CC-433B-5403-FA61-BEED6B82A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10751211" cy="1271352"/>
          </a:xfrm>
        </p:spPr>
        <p:txBody>
          <a:bodyPr/>
          <a:lstStyle/>
          <a:p>
            <a:r>
              <a:rPr lang="ru-RU" dirty="0"/>
              <a:t>Каналы прибыли</a:t>
            </a:r>
            <a:endParaRPr lang="en-RU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A23118-05B1-8567-188E-1A4C59987C9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39BD7E-362E-B7D9-86B3-7C600F3597B0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5A50B02-5A02-F375-10F1-BC6CD116DF68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6979191-88F8-2B3E-E85C-151E9F4CB4C6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BC037D9-C311-9E65-30C1-07E287089C6E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BE17368-618B-6E9E-5DC0-F57EAFBA02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AD66CB3-6AE7-4DBD-389A-80D9B16315C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42AD494-794A-491F-4D61-DFF138D7DD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6756776-5593-7CA3-A33C-B86F8A32F2C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4815" y="5281508"/>
            <a:ext cx="4655977" cy="92940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Москва и </a:t>
            </a:r>
            <a:br>
              <a:rPr lang="ru-RU" dirty="0"/>
            </a:br>
            <a:r>
              <a:rPr lang="ru-RU" dirty="0"/>
              <a:t>Московская область</a:t>
            </a:r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8DCE4EA3-F820-AA3B-BD68-A2602DD0BE7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4459" y="4304930"/>
            <a:ext cx="4769366" cy="1154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FontTx/>
              <a:buNone/>
              <a:defRPr sz="5127" b="0" i="0" cap="all" spc="0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12млн</a:t>
            </a:r>
            <a:endParaRPr lang="en-RU" dirty="0"/>
          </a:p>
        </p:txBody>
      </p:sp>
      <p:sp>
        <p:nvSpPr>
          <p:cNvPr id="4" name="Table Placeholder 7">
            <a:extLst>
              <a:ext uri="{FF2B5EF4-FFF2-40B4-BE49-F238E27FC236}">
                <a16:creationId xmlns:a16="http://schemas.microsoft.com/office/drawing/2014/main" id="{A4767902-F4B5-5497-4012-2445724B04C4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6096000" y="2494687"/>
            <a:ext cx="5905593" cy="1306867"/>
          </a:xfrm>
        </p:spPr>
        <p:txBody>
          <a:bodyPr anchor="ctr"/>
          <a:lstStyle>
            <a:lvl1pPr algn="ctr">
              <a:defRPr/>
            </a:lvl1pPr>
          </a:lstStyle>
          <a:p>
            <a:pPr marL="0" marR="0" lvl="0" indent="0" algn="ctr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Таблица</a:t>
            </a:r>
            <a:endParaRPr lang="en-RU" dirty="0"/>
          </a:p>
        </p:txBody>
      </p:sp>
      <p:sp>
        <p:nvSpPr>
          <p:cNvPr id="7" name="Chart Placeholder 10">
            <a:extLst>
              <a:ext uri="{FF2B5EF4-FFF2-40B4-BE49-F238E27FC236}">
                <a16:creationId xmlns:a16="http://schemas.microsoft.com/office/drawing/2014/main" id="{0C39FE10-0A18-4D97-8E63-678716936F6E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028051" y="3429000"/>
            <a:ext cx="6046469" cy="26449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b="0" i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pPr marL="0" marR="0" lvl="0" indent="0" algn="ctr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График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259187660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с таблице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F2D576CB-EFCA-E417-3F6D-E4F2587D409E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117679" y="3429000"/>
            <a:ext cx="11956642" cy="26449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b="0" i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pPr marL="0" marR="0" lvl="0" indent="0" algn="ctr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234F2CC-433B-5403-FA61-BEED6B82A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8259169" cy="1271352"/>
          </a:xfrm>
        </p:spPr>
        <p:txBody>
          <a:bodyPr/>
          <a:lstStyle/>
          <a:p>
            <a:r>
              <a:rPr lang="ru-RU" dirty="0"/>
              <a:t>Каналы прибыли</a:t>
            </a:r>
            <a:endParaRPr lang="en-RU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A23118-05B1-8567-188E-1A4C59987C9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39BD7E-362E-B7D9-86B3-7C600F3597B0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5A50B02-5A02-F375-10F1-BC6CD116DF68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6979191-88F8-2B3E-E85C-151E9F4CB4C6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BC037D9-C311-9E65-30C1-07E287089C6E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B6D9C6E-F54C-2C86-0593-248E0B3462AA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190407" y="2840584"/>
            <a:ext cx="11811187" cy="158103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ru-RU" dirty="0"/>
              <a:t>Таблица</a:t>
            </a:r>
            <a:endParaRPr lang="en-RU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BE17368-618B-6E9E-5DC0-F57EAFBA02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AD66CB3-6AE7-4DBD-389A-80D9B16315C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42AD494-794A-491F-4D61-DFF138D7DD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718A05B-31CE-33A3-523F-CBEA4750B48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42450" y="1477633"/>
            <a:ext cx="2370750" cy="92940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Москва и </a:t>
            </a:r>
            <a:br>
              <a:rPr lang="ru-RU" dirty="0"/>
            </a:br>
            <a:r>
              <a:rPr lang="ru-RU" dirty="0"/>
              <a:t>Московская область</a:t>
            </a:r>
          </a:p>
        </p:txBody>
      </p:sp>
    </p:spTree>
    <p:extLst>
      <p:ext uri="{BB962C8B-B14F-4D97-AF65-F5344CB8AC3E}">
        <p14:creationId xmlns:p14="http://schemas.microsoft.com/office/powerpoint/2010/main" val="1873278758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хе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234F2CC-433B-5403-FA61-BEED6B82A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5312719" cy="1271352"/>
          </a:xfrm>
        </p:spPr>
        <p:txBody>
          <a:bodyPr/>
          <a:lstStyle/>
          <a:p>
            <a:r>
              <a:rPr lang="ru-RU" dirty="0"/>
              <a:t>Разделение потребителей</a:t>
            </a:r>
            <a:endParaRPr lang="en-RU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A23118-05B1-8567-188E-1A4C59987C9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39BD7E-362E-B7D9-86B3-7C600F3597B0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5A50B02-5A02-F375-10F1-BC6CD116DF68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6979191-88F8-2B3E-E85C-151E9F4CB4C6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BC037D9-C311-9E65-30C1-07E287089C6E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BE17368-618B-6E9E-5DC0-F57EAFBA02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AD66CB3-6AE7-4DBD-389A-80D9B16315C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42AD494-794A-491F-4D61-DFF138D7DD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4E412A-F048-A7FA-9063-743CED7D06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92583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CA7DA4AE-D56C-EED9-FA70-B46E744C1F6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3219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17CAA5B-174F-252A-6521-D984B47B26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93854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9C8FD1B-19AB-DB19-5D7C-2E3C9BCB062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94490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E8AC6AF-875C-37B9-2DF8-0038BD6B9EB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95125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D3CC7A8-E55B-BA30-7F1F-3BFD95107B8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695761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A1BF3FCD-D458-942C-66EB-F7588A2497C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196396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F90B85AB-B341-6785-995F-5CC3B7B6B4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97032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751B846-0CDD-2E51-1C7C-E69E3BD40A1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97667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E4815962-5331-FE8A-386B-C9551F1FFA2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698303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0C35C54E-FC29-9651-E1C0-7B27D686E60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198938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203CF024-D2A2-A04A-53A6-B483E06DB24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699574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62E4F16-6EC2-3DEC-17C1-83CDA5BFDEA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00210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6CC2CF11-F8A9-2EA4-60F0-634B893401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00845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70EA5AF5-2F4F-BEF8-B39A-0E337CB3670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201481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69909721-D6CC-F041-3D9B-6B891CB2143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702116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95AAE725-40CF-7097-EE24-F6B69DC08B5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02752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9A655F4C-57F9-FAA4-E03D-19A79307CCB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03387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E1BC5316-A47B-380D-5D7A-27CDB8BAF1A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204023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114D425-8CA2-FD1B-A05B-6C95024E5E2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704655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19" name="Text Placeholder 4">
            <a:extLst>
              <a:ext uri="{FF2B5EF4-FFF2-40B4-BE49-F238E27FC236}">
                <a16:creationId xmlns:a16="http://schemas.microsoft.com/office/drawing/2014/main" id="{0E1A3F75-2E70-0F70-ACF6-DD2192525B6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92583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20" name="Text Placeholder 4">
            <a:extLst>
              <a:ext uri="{FF2B5EF4-FFF2-40B4-BE49-F238E27FC236}">
                <a16:creationId xmlns:a16="http://schemas.microsoft.com/office/drawing/2014/main" id="{24341FA8-1D06-44EF-1228-03D5965E826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93219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21" name="Text Placeholder 4">
            <a:extLst>
              <a:ext uri="{FF2B5EF4-FFF2-40B4-BE49-F238E27FC236}">
                <a16:creationId xmlns:a16="http://schemas.microsoft.com/office/drawing/2014/main" id="{55449987-B44E-88BD-CB66-13B9740A742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193854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22" name="Text Placeholder 4">
            <a:extLst>
              <a:ext uri="{FF2B5EF4-FFF2-40B4-BE49-F238E27FC236}">
                <a16:creationId xmlns:a16="http://schemas.microsoft.com/office/drawing/2014/main" id="{89A61400-3742-D53D-BDC4-D96AA71EB97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694490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23" name="Text Placeholder 4">
            <a:extLst>
              <a:ext uri="{FF2B5EF4-FFF2-40B4-BE49-F238E27FC236}">
                <a16:creationId xmlns:a16="http://schemas.microsoft.com/office/drawing/2014/main" id="{30B15067-8E45-79A9-3AB4-710E9DCB3D2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195125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24" name="Text Placeholder 4">
            <a:extLst>
              <a:ext uri="{FF2B5EF4-FFF2-40B4-BE49-F238E27FC236}">
                <a16:creationId xmlns:a16="http://schemas.microsoft.com/office/drawing/2014/main" id="{A160165C-EEFA-9BA7-5B4F-4D7A15F03CB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695761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25" name="Text Placeholder 4">
            <a:extLst>
              <a:ext uri="{FF2B5EF4-FFF2-40B4-BE49-F238E27FC236}">
                <a16:creationId xmlns:a16="http://schemas.microsoft.com/office/drawing/2014/main" id="{33C7DC14-B883-0FF9-891B-6EFB57353E4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196396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26" name="Text Placeholder 4">
            <a:extLst>
              <a:ext uri="{FF2B5EF4-FFF2-40B4-BE49-F238E27FC236}">
                <a16:creationId xmlns:a16="http://schemas.microsoft.com/office/drawing/2014/main" id="{E20A3CD0-DACB-9903-5ADD-8F4D67AAD55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697032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27" name="Text Placeholder 4">
            <a:extLst>
              <a:ext uri="{FF2B5EF4-FFF2-40B4-BE49-F238E27FC236}">
                <a16:creationId xmlns:a16="http://schemas.microsoft.com/office/drawing/2014/main" id="{E396E8DE-4CBA-27F1-922B-7FD06AB7CC1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197667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28" name="Text Placeholder 4">
            <a:extLst>
              <a:ext uri="{FF2B5EF4-FFF2-40B4-BE49-F238E27FC236}">
                <a16:creationId xmlns:a16="http://schemas.microsoft.com/office/drawing/2014/main" id="{86CFA94C-BD38-B417-C173-5A84BAFA3EF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698303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29" name="Text Placeholder 4">
            <a:extLst>
              <a:ext uri="{FF2B5EF4-FFF2-40B4-BE49-F238E27FC236}">
                <a16:creationId xmlns:a16="http://schemas.microsoft.com/office/drawing/2014/main" id="{1E3828B4-F696-622A-8A74-6DDAA68D94E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198938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30" name="Text Placeholder 4">
            <a:extLst>
              <a:ext uri="{FF2B5EF4-FFF2-40B4-BE49-F238E27FC236}">
                <a16:creationId xmlns:a16="http://schemas.microsoft.com/office/drawing/2014/main" id="{3071D5B7-0E74-2D00-85C4-A82A0AF6D84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699574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31" name="Text Placeholder 4">
            <a:extLst>
              <a:ext uri="{FF2B5EF4-FFF2-40B4-BE49-F238E27FC236}">
                <a16:creationId xmlns:a16="http://schemas.microsoft.com/office/drawing/2014/main" id="{BDC6BAF9-B475-E533-D6FD-566EB06132B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200210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32" name="Text Placeholder 4">
            <a:extLst>
              <a:ext uri="{FF2B5EF4-FFF2-40B4-BE49-F238E27FC236}">
                <a16:creationId xmlns:a16="http://schemas.microsoft.com/office/drawing/2014/main" id="{A31FEE68-650D-1893-E921-5907DE0BB3E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700845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33" name="Text Placeholder 4">
            <a:extLst>
              <a:ext uri="{FF2B5EF4-FFF2-40B4-BE49-F238E27FC236}">
                <a16:creationId xmlns:a16="http://schemas.microsoft.com/office/drawing/2014/main" id="{7FD85117-E866-9437-0611-DD637FA9015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7201481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34" name="Text Placeholder 4">
            <a:extLst>
              <a:ext uri="{FF2B5EF4-FFF2-40B4-BE49-F238E27FC236}">
                <a16:creationId xmlns:a16="http://schemas.microsoft.com/office/drawing/2014/main" id="{ABE07947-F1C7-34D3-BDD6-42413597EBB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702116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35" name="Text Placeholder 4">
            <a:extLst>
              <a:ext uri="{FF2B5EF4-FFF2-40B4-BE49-F238E27FC236}">
                <a16:creationId xmlns:a16="http://schemas.microsoft.com/office/drawing/2014/main" id="{DD250E49-FEE0-F0EE-EBB3-E81DAAB75C7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8202752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36" name="Text Placeholder 4">
            <a:extLst>
              <a:ext uri="{FF2B5EF4-FFF2-40B4-BE49-F238E27FC236}">
                <a16:creationId xmlns:a16="http://schemas.microsoft.com/office/drawing/2014/main" id="{DBBAB72A-EEA8-F720-8891-6582D41FB859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703387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37" name="Text Placeholder 4">
            <a:extLst>
              <a:ext uri="{FF2B5EF4-FFF2-40B4-BE49-F238E27FC236}">
                <a16:creationId xmlns:a16="http://schemas.microsoft.com/office/drawing/2014/main" id="{3333BAE0-F312-56A2-3755-F000B03C8C19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9204023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38" name="Text Placeholder 4">
            <a:extLst>
              <a:ext uri="{FF2B5EF4-FFF2-40B4-BE49-F238E27FC236}">
                <a16:creationId xmlns:a16="http://schemas.microsoft.com/office/drawing/2014/main" id="{E2520068-13B0-9FAE-00B2-3F6482FA8F7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704655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39" name="Text Placeholder 4">
            <a:extLst>
              <a:ext uri="{FF2B5EF4-FFF2-40B4-BE49-F238E27FC236}">
                <a16:creationId xmlns:a16="http://schemas.microsoft.com/office/drawing/2014/main" id="{6BC31824-1B7D-17E9-3DD5-02B240FB89B4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92583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5B753E74-8E29-81A3-39E0-1E911D90240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93219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41" name="Text Placeholder 4">
            <a:extLst>
              <a:ext uri="{FF2B5EF4-FFF2-40B4-BE49-F238E27FC236}">
                <a16:creationId xmlns:a16="http://schemas.microsoft.com/office/drawing/2014/main" id="{939A6672-8442-9E81-9FDC-62D64079F88B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193854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42" name="Text Placeholder 4">
            <a:extLst>
              <a:ext uri="{FF2B5EF4-FFF2-40B4-BE49-F238E27FC236}">
                <a16:creationId xmlns:a16="http://schemas.microsoft.com/office/drawing/2014/main" id="{3BD8E7FB-364D-5EF2-717F-9DF4865064B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94490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43" name="Text Placeholder 4">
            <a:extLst>
              <a:ext uri="{FF2B5EF4-FFF2-40B4-BE49-F238E27FC236}">
                <a16:creationId xmlns:a16="http://schemas.microsoft.com/office/drawing/2014/main" id="{A18C14B9-68E9-5C36-2401-F25A43F8CDC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2195125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44" name="Text Placeholder 4">
            <a:extLst>
              <a:ext uri="{FF2B5EF4-FFF2-40B4-BE49-F238E27FC236}">
                <a16:creationId xmlns:a16="http://schemas.microsoft.com/office/drawing/2014/main" id="{86D3A77E-C01B-90B5-31BE-4E0B5B384B04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5761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45" name="Text Placeholder 4">
            <a:extLst>
              <a:ext uri="{FF2B5EF4-FFF2-40B4-BE49-F238E27FC236}">
                <a16:creationId xmlns:a16="http://schemas.microsoft.com/office/drawing/2014/main" id="{234CF932-4B8A-E66C-48C6-35A76998E4E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196396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46" name="Text Placeholder 4">
            <a:extLst>
              <a:ext uri="{FF2B5EF4-FFF2-40B4-BE49-F238E27FC236}">
                <a16:creationId xmlns:a16="http://schemas.microsoft.com/office/drawing/2014/main" id="{AF197324-8250-D5E7-74BD-E277611B4D50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697032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47" name="Text Placeholder 4">
            <a:extLst>
              <a:ext uri="{FF2B5EF4-FFF2-40B4-BE49-F238E27FC236}">
                <a16:creationId xmlns:a16="http://schemas.microsoft.com/office/drawing/2014/main" id="{B4EB1796-D613-F85F-A6FF-49CEB48F4804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4197667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48" name="Text Placeholder 4">
            <a:extLst>
              <a:ext uri="{FF2B5EF4-FFF2-40B4-BE49-F238E27FC236}">
                <a16:creationId xmlns:a16="http://schemas.microsoft.com/office/drawing/2014/main" id="{EF6E941F-21FB-0528-9ED4-4DCBC5672FE5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698303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49" name="Text Placeholder 4">
            <a:extLst>
              <a:ext uri="{FF2B5EF4-FFF2-40B4-BE49-F238E27FC236}">
                <a16:creationId xmlns:a16="http://schemas.microsoft.com/office/drawing/2014/main" id="{29E5E8ED-000E-DFE7-2167-50F8BA342731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198938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50" name="Text Placeholder 4">
            <a:extLst>
              <a:ext uri="{FF2B5EF4-FFF2-40B4-BE49-F238E27FC236}">
                <a16:creationId xmlns:a16="http://schemas.microsoft.com/office/drawing/2014/main" id="{AEBBD294-47C6-948B-07D0-B2F60DC1C93A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5699574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51" name="Text Placeholder 4">
            <a:extLst>
              <a:ext uri="{FF2B5EF4-FFF2-40B4-BE49-F238E27FC236}">
                <a16:creationId xmlns:a16="http://schemas.microsoft.com/office/drawing/2014/main" id="{BC5B4B22-2E02-56FA-BD62-E6B228FFA504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200210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52" name="Text Placeholder 4">
            <a:extLst>
              <a:ext uri="{FF2B5EF4-FFF2-40B4-BE49-F238E27FC236}">
                <a16:creationId xmlns:a16="http://schemas.microsoft.com/office/drawing/2014/main" id="{43BFC31A-8688-68BA-AAEB-C047F510C52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700845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53" name="Text Placeholder 4">
            <a:extLst>
              <a:ext uri="{FF2B5EF4-FFF2-40B4-BE49-F238E27FC236}">
                <a16:creationId xmlns:a16="http://schemas.microsoft.com/office/drawing/2014/main" id="{2E273DF2-8CC3-0DB7-28C4-3A4883CF8977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7201481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54" name="Text Placeholder 4">
            <a:extLst>
              <a:ext uri="{FF2B5EF4-FFF2-40B4-BE49-F238E27FC236}">
                <a16:creationId xmlns:a16="http://schemas.microsoft.com/office/drawing/2014/main" id="{BC83388D-C023-16E4-B6C7-E74AADB4CE1A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7702116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55" name="Text Placeholder 4">
            <a:extLst>
              <a:ext uri="{FF2B5EF4-FFF2-40B4-BE49-F238E27FC236}">
                <a16:creationId xmlns:a16="http://schemas.microsoft.com/office/drawing/2014/main" id="{FDA6640B-4E2D-668F-059D-F49A9872985A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8202752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56" name="Text Placeholder 4">
            <a:extLst>
              <a:ext uri="{FF2B5EF4-FFF2-40B4-BE49-F238E27FC236}">
                <a16:creationId xmlns:a16="http://schemas.microsoft.com/office/drawing/2014/main" id="{D7338CF2-9748-44CB-5EEB-A1819675FE38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8703387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57" name="Text Placeholder 4">
            <a:extLst>
              <a:ext uri="{FF2B5EF4-FFF2-40B4-BE49-F238E27FC236}">
                <a16:creationId xmlns:a16="http://schemas.microsoft.com/office/drawing/2014/main" id="{47A41D57-C005-F450-18EF-015F1FCE0767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9204023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58" name="Text Placeholder 4">
            <a:extLst>
              <a:ext uri="{FF2B5EF4-FFF2-40B4-BE49-F238E27FC236}">
                <a16:creationId xmlns:a16="http://schemas.microsoft.com/office/drawing/2014/main" id="{33A7F23D-EDEC-2C70-A6EE-45DA09362147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704655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59" name="Text Placeholder 4">
            <a:extLst>
              <a:ext uri="{FF2B5EF4-FFF2-40B4-BE49-F238E27FC236}">
                <a16:creationId xmlns:a16="http://schemas.microsoft.com/office/drawing/2014/main" id="{6F1931FD-2389-933F-654F-6236ABF13F39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92583" y="4944149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60" name="Text Placeholder 4">
            <a:extLst>
              <a:ext uri="{FF2B5EF4-FFF2-40B4-BE49-F238E27FC236}">
                <a16:creationId xmlns:a16="http://schemas.microsoft.com/office/drawing/2014/main" id="{5181D65E-814B-6DC5-8F30-4FFC00E78941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693219" y="4944149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61" name="Text Placeholder 4">
            <a:extLst>
              <a:ext uri="{FF2B5EF4-FFF2-40B4-BE49-F238E27FC236}">
                <a16:creationId xmlns:a16="http://schemas.microsoft.com/office/drawing/2014/main" id="{96CECD0D-63DC-A92A-80F6-8180CF8A1CB9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1193854" y="4944149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62" name="Text Placeholder 4">
            <a:extLst>
              <a:ext uri="{FF2B5EF4-FFF2-40B4-BE49-F238E27FC236}">
                <a16:creationId xmlns:a16="http://schemas.microsoft.com/office/drawing/2014/main" id="{60CD9A04-79C5-D9BA-AF9E-933B440E243D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1694490" y="4944149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63" name="Text Placeholder 4">
            <a:extLst>
              <a:ext uri="{FF2B5EF4-FFF2-40B4-BE49-F238E27FC236}">
                <a16:creationId xmlns:a16="http://schemas.microsoft.com/office/drawing/2014/main" id="{01622E4C-0A76-B3FC-45A7-B5D1F6A4092E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2195125" y="4944149"/>
            <a:ext cx="499520" cy="49954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6E2379C-F489-6A74-D607-9824636970E2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2695761" y="4944149"/>
            <a:ext cx="499520" cy="49954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E9087B43-CE16-6DDE-A558-78CCBD14B525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3196396" y="4944149"/>
            <a:ext cx="499520" cy="49954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66" name="Text Placeholder 4">
            <a:extLst>
              <a:ext uri="{FF2B5EF4-FFF2-40B4-BE49-F238E27FC236}">
                <a16:creationId xmlns:a16="http://schemas.microsoft.com/office/drawing/2014/main" id="{3306BE3F-07AC-4861-2C62-68F347C3DE1A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3697032" y="4944149"/>
            <a:ext cx="499520" cy="49954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67" name="Text Placeholder 4">
            <a:extLst>
              <a:ext uri="{FF2B5EF4-FFF2-40B4-BE49-F238E27FC236}">
                <a16:creationId xmlns:a16="http://schemas.microsoft.com/office/drawing/2014/main" id="{A278F3C3-2707-859D-A090-C1566A4CF34B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197667" y="4944149"/>
            <a:ext cx="499520" cy="49954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68" name="Text Placeholder 4">
            <a:extLst>
              <a:ext uri="{FF2B5EF4-FFF2-40B4-BE49-F238E27FC236}">
                <a16:creationId xmlns:a16="http://schemas.microsoft.com/office/drawing/2014/main" id="{178D3708-2506-B0CB-0AA6-8B2E86E73468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4698303" y="4944149"/>
            <a:ext cx="499520" cy="49954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69" name="Text Placeholder 4">
            <a:extLst>
              <a:ext uri="{FF2B5EF4-FFF2-40B4-BE49-F238E27FC236}">
                <a16:creationId xmlns:a16="http://schemas.microsoft.com/office/drawing/2014/main" id="{7F8317DD-B4E4-7C36-116C-CF78FD655264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5198938" y="4944149"/>
            <a:ext cx="499520" cy="49954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70" name="Text Placeholder 4">
            <a:extLst>
              <a:ext uri="{FF2B5EF4-FFF2-40B4-BE49-F238E27FC236}">
                <a16:creationId xmlns:a16="http://schemas.microsoft.com/office/drawing/2014/main" id="{F2950DD3-08F7-9867-7EA8-71604A4814F1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5699574" y="4944149"/>
            <a:ext cx="499520" cy="49954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71" name="Text Placeholder 4">
            <a:extLst>
              <a:ext uri="{FF2B5EF4-FFF2-40B4-BE49-F238E27FC236}">
                <a16:creationId xmlns:a16="http://schemas.microsoft.com/office/drawing/2014/main" id="{80CC9CB5-3D2A-AD2F-049B-F01D090EEC8F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6200210" y="4944149"/>
            <a:ext cx="499520" cy="49954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72" name="Text Placeholder 4">
            <a:extLst>
              <a:ext uri="{FF2B5EF4-FFF2-40B4-BE49-F238E27FC236}">
                <a16:creationId xmlns:a16="http://schemas.microsoft.com/office/drawing/2014/main" id="{1D02B040-84BD-F20F-8B2E-CA6397D96F65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6700845" y="4944149"/>
            <a:ext cx="499520" cy="49954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73" name="Text Placeholder 4">
            <a:extLst>
              <a:ext uri="{FF2B5EF4-FFF2-40B4-BE49-F238E27FC236}">
                <a16:creationId xmlns:a16="http://schemas.microsoft.com/office/drawing/2014/main" id="{E7CA6172-FEF3-234A-0CD0-FF4C63680E5C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7201481" y="4944149"/>
            <a:ext cx="499520" cy="49954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74" name="Text Placeholder 4">
            <a:extLst>
              <a:ext uri="{FF2B5EF4-FFF2-40B4-BE49-F238E27FC236}">
                <a16:creationId xmlns:a16="http://schemas.microsoft.com/office/drawing/2014/main" id="{CC58F7E6-1BC9-2876-9812-2293F0811B74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7702116" y="494414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75" name="Text Placeholder 4">
            <a:extLst>
              <a:ext uri="{FF2B5EF4-FFF2-40B4-BE49-F238E27FC236}">
                <a16:creationId xmlns:a16="http://schemas.microsoft.com/office/drawing/2014/main" id="{34818E20-B12F-AE85-219E-FE9D69A39B9E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8202752" y="494414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2266D572-7373-3C87-F72C-74F16D30AE54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8703387" y="494414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77" name="Text Placeholder 4">
            <a:extLst>
              <a:ext uri="{FF2B5EF4-FFF2-40B4-BE49-F238E27FC236}">
                <a16:creationId xmlns:a16="http://schemas.microsoft.com/office/drawing/2014/main" id="{4A0C2745-C289-BFBB-F68D-047C03B908E2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9204023" y="494414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78" name="Text Placeholder 4">
            <a:extLst>
              <a:ext uri="{FF2B5EF4-FFF2-40B4-BE49-F238E27FC236}">
                <a16:creationId xmlns:a16="http://schemas.microsoft.com/office/drawing/2014/main" id="{63EC01F6-E907-EBFC-3FE2-E88134459782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9704655" y="494414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79" name="Text Placeholder 4">
            <a:extLst>
              <a:ext uri="{FF2B5EF4-FFF2-40B4-BE49-F238E27FC236}">
                <a16:creationId xmlns:a16="http://schemas.microsoft.com/office/drawing/2014/main" id="{EA659694-0914-7E60-763C-6AD084D6425E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192583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80" name="Text Placeholder 4">
            <a:extLst>
              <a:ext uri="{FF2B5EF4-FFF2-40B4-BE49-F238E27FC236}">
                <a16:creationId xmlns:a16="http://schemas.microsoft.com/office/drawing/2014/main" id="{4A6854AA-34FF-38C5-6FFE-A5199EE157C9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693219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81" name="Text Placeholder 4">
            <a:extLst>
              <a:ext uri="{FF2B5EF4-FFF2-40B4-BE49-F238E27FC236}">
                <a16:creationId xmlns:a16="http://schemas.microsoft.com/office/drawing/2014/main" id="{703DE434-94BF-C5B3-F527-A2CE5F7CFC78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1193854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82" name="Text Placeholder 4">
            <a:extLst>
              <a:ext uri="{FF2B5EF4-FFF2-40B4-BE49-F238E27FC236}">
                <a16:creationId xmlns:a16="http://schemas.microsoft.com/office/drawing/2014/main" id="{125DD4E5-3A54-088E-BBE2-5D28E4DD575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1694490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83" name="Text Placeholder 4">
            <a:extLst>
              <a:ext uri="{FF2B5EF4-FFF2-40B4-BE49-F238E27FC236}">
                <a16:creationId xmlns:a16="http://schemas.microsoft.com/office/drawing/2014/main" id="{6F26BBCF-614D-164C-7C22-9229F1E496A8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2195125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84" name="Text Placeholder 4">
            <a:extLst>
              <a:ext uri="{FF2B5EF4-FFF2-40B4-BE49-F238E27FC236}">
                <a16:creationId xmlns:a16="http://schemas.microsoft.com/office/drawing/2014/main" id="{E14CECFE-09DE-4358-69F8-98B86FFA4B25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2695761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85" name="Text Placeholder 4">
            <a:extLst>
              <a:ext uri="{FF2B5EF4-FFF2-40B4-BE49-F238E27FC236}">
                <a16:creationId xmlns:a16="http://schemas.microsoft.com/office/drawing/2014/main" id="{3C65F5DC-2AE7-4590-3FF3-96E3A0D889D9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3196396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86" name="Text Placeholder 4">
            <a:extLst>
              <a:ext uri="{FF2B5EF4-FFF2-40B4-BE49-F238E27FC236}">
                <a16:creationId xmlns:a16="http://schemas.microsoft.com/office/drawing/2014/main" id="{6DF691F0-F5DC-1BB6-E1F9-6EC31B39DFB4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3697032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87" name="Text Placeholder 4">
            <a:extLst>
              <a:ext uri="{FF2B5EF4-FFF2-40B4-BE49-F238E27FC236}">
                <a16:creationId xmlns:a16="http://schemas.microsoft.com/office/drawing/2014/main" id="{FA6B0260-8767-F5D2-8D85-A1D2C84F8C3E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4197667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88" name="Text Placeholder 4">
            <a:extLst>
              <a:ext uri="{FF2B5EF4-FFF2-40B4-BE49-F238E27FC236}">
                <a16:creationId xmlns:a16="http://schemas.microsoft.com/office/drawing/2014/main" id="{D4A97AFB-340B-013D-6BE6-B0323C8ADCF2}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4698303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89" name="Text Placeholder 4">
            <a:extLst>
              <a:ext uri="{FF2B5EF4-FFF2-40B4-BE49-F238E27FC236}">
                <a16:creationId xmlns:a16="http://schemas.microsoft.com/office/drawing/2014/main" id="{FAEBDCFA-CFA0-A9DE-9A85-9F4E08484BB7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5198938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90" name="Text Placeholder 4">
            <a:extLst>
              <a:ext uri="{FF2B5EF4-FFF2-40B4-BE49-F238E27FC236}">
                <a16:creationId xmlns:a16="http://schemas.microsoft.com/office/drawing/2014/main" id="{1D9FB26D-48D8-56EF-CF37-18DB10DD4AF4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5699574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91" name="Text Placeholder 4">
            <a:extLst>
              <a:ext uri="{FF2B5EF4-FFF2-40B4-BE49-F238E27FC236}">
                <a16:creationId xmlns:a16="http://schemas.microsoft.com/office/drawing/2014/main" id="{B21CE896-503F-E57C-DEE7-FDC58690B5AE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6200210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92" name="Text Placeholder 4">
            <a:extLst>
              <a:ext uri="{FF2B5EF4-FFF2-40B4-BE49-F238E27FC236}">
                <a16:creationId xmlns:a16="http://schemas.microsoft.com/office/drawing/2014/main" id="{2F1BFC64-7F32-B267-6A44-1A1166250119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6700845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93" name="Text Placeholder 4">
            <a:extLst>
              <a:ext uri="{FF2B5EF4-FFF2-40B4-BE49-F238E27FC236}">
                <a16:creationId xmlns:a16="http://schemas.microsoft.com/office/drawing/2014/main" id="{4B547A9A-18EA-C9E5-A10D-AD97194646EE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7201481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94" name="Text Placeholder 4">
            <a:extLst>
              <a:ext uri="{FF2B5EF4-FFF2-40B4-BE49-F238E27FC236}">
                <a16:creationId xmlns:a16="http://schemas.microsoft.com/office/drawing/2014/main" id="{4CEC5281-1425-D43D-7279-D83802188B4F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7702116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95" name="Text Placeholder 4">
            <a:extLst>
              <a:ext uri="{FF2B5EF4-FFF2-40B4-BE49-F238E27FC236}">
                <a16:creationId xmlns:a16="http://schemas.microsoft.com/office/drawing/2014/main" id="{8651CEE6-FF21-17AD-01F9-51DF1682C642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8202752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96" name="Text Placeholder 4">
            <a:extLst>
              <a:ext uri="{FF2B5EF4-FFF2-40B4-BE49-F238E27FC236}">
                <a16:creationId xmlns:a16="http://schemas.microsoft.com/office/drawing/2014/main" id="{9DB8DB5E-300E-2D5D-B219-CBF8ADDB8D82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8703387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97" name="Text Placeholder 4">
            <a:extLst>
              <a:ext uri="{FF2B5EF4-FFF2-40B4-BE49-F238E27FC236}">
                <a16:creationId xmlns:a16="http://schemas.microsoft.com/office/drawing/2014/main" id="{4F37978D-8BB5-F511-9E99-7D7AEBCAFF96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9204023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98" name="Text Placeholder 4">
            <a:extLst>
              <a:ext uri="{FF2B5EF4-FFF2-40B4-BE49-F238E27FC236}">
                <a16:creationId xmlns:a16="http://schemas.microsoft.com/office/drawing/2014/main" id="{F4E77403-3A83-8FAB-0E5C-DC0FBEA56612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9704655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01" name="Text Placeholder 14">
            <a:extLst>
              <a:ext uri="{FF2B5EF4-FFF2-40B4-BE49-F238E27FC236}">
                <a16:creationId xmlns:a16="http://schemas.microsoft.com/office/drawing/2014/main" id="{133BBCD3-FE88-12E4-1364-44341415BEA9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6115770" y="982574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24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202" name="Text Placeholder 14">
            <a:extLst>
              <a:ext uri="{FF2B5EF4-FFF2-40B4-BE49-F238E27FC236}">
                <a16:creationId xmlns:a16="http://schemas.microsoft.com/office/drawing/2014/main" id="{DD0A5B79-672F-5C3D-51BB-37CCA45170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15770" y="1314920"/>
            <a:ext cx="1166903" cy="386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Домашние сервисы</a:t>
            </a:r>
          </a:p>
        </p:txBody>
      </p:sp>
      <p:sp>
        <p:nvSpPr>
          <p:cNvPr id="203" name="Text Placeholder 4">
            <a:extLst>
              <a:ext uri="{FF2B5EF4-FFF2-40B4-BE49-F238E27FC236}">
                <a16:creationId xmlns:a16="http://schemas.microsoft.com/office/drawing/2014/main" id="{AA090E2F-9D81-346E-3CAD-56BD4F1257B4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7667936" y="991757"/>
            <a:ext cx="183942" cy="1839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04" name="Text Placeholder 14">
            <a:extLst>
              <a:ext uri="{FF2B5EF4-FFF2-40B4-BE49-F238E27FC236}">
                <a16:creationId xmlns:a16="http://schemas.microsoft.com/office/drawing/2014/main" id="{A51AE00D-9FED-B36C-7B51-27B2F54A9E44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8472557" y="982574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7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205" name="Text Placeholder 14">
            <a:extLst>
              <a:ext uri="{FF2B5EF4-FFF2-40B4-BE49-F238E27FC236}">
                <a16:creationId xmlns:a16="http://schemas.microsoft.com/office/drawing/2014/main" id="{F2188B74-0D23-1924-42D7-E074B3F6A47D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8472557" y="1314920"/>
            <a:ext cx="1166903" cy="386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Домашние сервисы</a:t>
            </a:r>
          </a:p>
        </p:txBody>
      </p:sp>
      <p:sp>
        <p:nvSpPr>
          <p:cNvPr id="206" name="Text Placeholder 4">
            <a:extLst>
              <a:ext uri="{FF2B5EF4-FFF2-40B4-BE49-F238E27FC236}">
                <a16:creationId xmlns:a16="http://schemas.microsoft.com/office/drawing/2014/main" id="{636F9D1D-1CF5-7448-C188-A12151698504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10020233" y="991757"/>
            <a:ext cx="183942" cy="18395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07" name="Text Placeholder 14">
            <a:extLst>
              <a:ext uri="{FF2B5EF4-FFF2-40B4-BE49-F238E27FC236}">
                <a16:creationId xmlns:a16="http://schemas.microsoft.com/office/drawing/2014/main" id="{03F3857E-7BE3-87A8-B938-1B16E0D507A2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6115770" y="2060754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65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208" name="Text Placeholder 14">
            <a:extLst>
              <a:ext uri="{FF2B5EF4-FFF2-40B4-BE49-F238E27FC236}">
                <a16:creationId xmlns:a16="http://schemas.microsoft.com/office/drawing/2014/main" id="{7FC64143-BD84-6BAC-E0E8-7E6A8998F759}"/>
              </a:ext>
            </a:extLst>
          </p:cNvPr>
          <p:cNvSpPr>
            <a:spLocks noGrp="1"/>
          </p:cNvSpPr>
          <p:nvPr>
            <p:ph type="body" sz="quarter" idx="134" hasCustomPrompt="1"/>
          </p:nvPr>
        </p:nvSpPr>
        <p:spPr>
          <a:xfrm>
            <a:off x="6115770" y="2393100"/>
            <a:ext cx="1166903" cy="386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Услуги мобильной связи и интернета</a:t>
            </a:r>
          </a:p>
        </p:txBody>
      </p:sp>
      <p:sp>
        <p:nvSpPr>
          <p:cNvPr id="209" name="Text Placeholder 4">
            <a:extLst>
              <a:ext uri="{FF2B5EF4-FFF2-40B4-BE49-F238E27FC236}">
                <a16:creationId xmlns:a16="http://schemas.microsoft.com/office/drawing/2014/main" id="{4D6A4911-1383-E2A0-B6B9-AB261BCAE5D9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7667936" y="2069937"/>
            <a:ext cx="183942" cy="18395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10" name="Text Placeholder 14">
            <a:extLst>
              <a:ext uri="{FF2B5EF4-FFF2-40B4-BE49-F238E27FC236}">
                <a16:creationId xmlns:a16="http://schemas.microsoft.com/office/drawing/2014/main" id="{B88FC079-B8B6-C846-EF01-2F0308F28209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8472557" y="2060754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4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211" name="Text Placeholder 14">
            <a:extLst>
              <a:ext uri="{FF2B5EF4-FFF2-40B4-BE49-F238E27FC236}">
                <a16:creationId xmlns:a16="http://schemas.microsoft.com/office/drawing/2014/main" id="{A261A146-CF1E-6A0A-9297-D920AE98907C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8472557" y="2393100"/>
            <a:ext cx="1166903" cy="386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Услуги мобильной связи и интернета</a:t>
            </a:r>
          </a:p>
        </p:txBody>
      </p:sp>
      <p:sp>
        <p:nvSpPr>
          <p:cNvPr id="212" name="Text Placeholder 4">
            <a:extLst>
              <a:ext uri="{FF2B5EF4-FFF2-40B4-BE49-F238E27FC236}">
                <a16:creationId xmlns:a16="http://schemas.microsoft.com/office/drawing/2014/main" id="{B1E2E927-9DB7-6F5E-F1C8-91DE0AED53F9}"/>
              </a:ext>
            </a:extLst>
          </p:cNvPr>
          <p:cNvSpPr>
            <a:spLocks noGrp="1"/>
          </p:cNvSpPr>
          <p:nvPr>
            <p:ph type="body" sz="quarter" idx="138" hasCustomPrompt="1"/>
          </p:nvPr>
        </p:nvSpPr>
        <p:spPr>
          <a:xfrm>
            <a:off x="10020233" y="2069937"/>
            <a:ext cx="183942" cy="18395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38CB5D45-40C8-8A18-A72E-DBFA749F2E40}"/>
              </a:ext>
            </a:extLst>
          </p:cNvPr>
          <p:cNvCxnSpPr/>
          <p:nvPr userDrawn="1"/>
        </p:nvCxnSpPr>
        <p:spPr>
          <a:xfrm>
            <a:off x="6096000" y="845405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165542BE-3EE4-8703-338D-C69D8ACE0026}"/>
              </a:ext>
            </a:extLst>
          </p:cNvPr>
          <p:cNvCxnSpPr/>
          <p:nvPr userDrawn="1"/>
        </p:nvCxnSpPr>
        <p:spPr>
          <a:xfrm>
            <a:off x="8461523" y="845405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DF86D281-E93C-0D66-C9BC-EECDDE9BDCC8}"/>
              </a:ext>
            </a:extLst>
          </p:cNvPr>
          <p:cNvCxnSpPr/>
          <p:nvPr userDrawn="1"/>
        </p:nvCxnSpPr>
        <p:spPr>
          <a:xfrm>
            <a:off x="8461523" y="193724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9626D09B-56AD-155E-98EF-E6CD75BB25F8}"/>
              </a:ext>
            </a:extLst>
          </p:cNvPr>
          <p:cNvCxnSpPr/>
          <p:nvPr userDrawn="1"/>
        </p:nvCxnSpPr>
        <p:spPr>
          <a:xfrm>
            <a:off x="6096000" y="193724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858449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акциден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958D2E5-BA92-E5C5-7CAB-4F3A82F20586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5300CE5-D6E0-49AF-3D29-36CF3E981AE0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9BDE7EE-3E29-8A80-28A5-7D8164B0C4FC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5530F1BF-31EE-F607-028F-FD2DBF5C80DA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983F310-3D4D-86B5-7447-0738AE221151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F2D576CB-EFCA-E417-3F6D-E4F2587D409E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5503126" y="-74158"/>
            <a:ext cx="6777859" cy="7000549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marL="0" marR="0" lvl="0" indent="0" algn="ctr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B9C3DDA-22FC-E403-D595-E88DC13191E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0407" y="714342"/>
            <a:ext cx="4127718" cy="9470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7762" b="0" i="0" cap="all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6 млн</a:t>
            </a:r>
            <a:endParaRPr lang="en-RU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FAD85ED-E3B0-77BE-5F1A-27A58C4D76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04025" y="1796588"/>
            <a:ext cx="4689800" cy="163241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новых пользователей присоединилось к нашим сервисами за 2022 год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D039D7D-225E-3539-C31B-E7BA76AD314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84729" y="6526972"/>
            <a:ext cx="2334360" cy="20658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buFontTx/>
              <a:buNone/>
              <a:defRPr sz="1317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Данные</a:t>
            </a:r>
            <a:endParaRPr lang="en-RU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52014F-D39D-CB66-FF31-2338DEDF8E2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143658"/>
            <a:ext cx="1761448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0CD756BA-76A7-3A0C-999D-C7F2F6AB268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132377" y="6504534"/>
            <a:ext cx="1761448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110602851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F2D576CB-EFCA-E417-3F6D-E4F2587D409E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096000" y="761669"/>
            <a:ext cx="5905593" cy="5815547"/>
          </a:xfrm>
          <a:prstGeom prst="rect">
            <a:avLst/>
          </a:prstGeom>
        </p:spPr>
        <p:txBody>
          <a:bodyPr anchor="t"/>
          <a:lstStyle>
            <a:lvl1pPr marL="0" indent="0" algn="ctr">
              <a:buFontTx/>
              <a:buNone/>
              <a:defRPr b="0" i="0">
                <a:solidFill>
                  <a:schemeClr val="bg2">
                    <a:lumMod val="90000"/>
                  </a:schemeClr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marL="0" marR="0" lvl="0" indent="0" algn="ctr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52014F-D39D-CB66-FF31-2338DEDF8E2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143658"/>
            <a:ext cx="1761448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0CD756BA-76A7-3A0C-999D-C7F2F6AB268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132377" y="6504534"/>
            <a:ext cx="1761448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2CF373DB-4E66-BB50-DC22-A00551363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7" y="784080"/>
            <a:ext cx="4703418" cy="1796630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RU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FE294E8-AA2C-765E-DFA3-D7540F9A4DEF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B94C341-45FF-2557-437C-D0571A816179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B0F0FFB-19A0-EC2E-E8C5-EDFA02AD7DAD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F1A61CC-5800-7780-CF6E-EE9FA6B2CFAA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53D10494-6E86-5267-0F01-EFEAE8C28F25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2" name="Text Placeholder 28">
            <a:extLst>
              <a:ext uri="{FF2B5EF4-FFF2-40B4-BE49-F238E27FC236}">
                <a16:creationId xmlns:a16="http://schemas.microsoft.com/office/drawing/2014/main" id="{1288E977-42F2-4C57-F638-51F4A0BA44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87567" y="2630363"/>
            <a:ext cx="4522459" cy="207815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90000"/>
              </a:lnSpc>
              <a:buFontTx/>
              <a:buNone/>
              <a:defRPr sz="7762" b="0" i="0" cap="all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МТС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110034601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льцев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F2D576CB-EFCA-E417-3F6D-E4F2587D409E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096000" y="761669"/>
            <a:ext cx="5905593" cy="5815547"/>
          </a:xfrm>
          <a:prstGeom prst="rect">
            <a:avLst/>
          </a:prstGeom>
        </p:spPr>
        <p:txBody>
          <a:bodyPr anchor="t"/>
          <a:lstStyle>
            <a:lvl1pPr marL="0" indent="0" algn="l">
              <a:buFontTx/>
              <a:buNone/>
              <a:defRPr b="0" i="0">
                <a:solidFill>
                  <a:schemeClr val="bg2">
                    <a:lumMod val="90000"/>
                  </a:schemeClr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52014F-D39D-CB66-FF31-2338DEDF8E2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143658"/>
            <a:ext cx="1761448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0CD756BA-76A7-3A0C-999D-C7F2F6AB268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132377" y="6504534"/>
            <a:ext cx="1761448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FE294E8-AA2C-765E-DFA3-D7540F9A4DEF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B94C341-45FF-2557-437C-D0571A816179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B0F0FFB-19A0-EC2E-E8C5-EDFA02AD7DAD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F1A61CC-5800-7780-CF6E-EE9FA6B2CFAA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53D10494-6E86-5267-0F01-EFEAE8C28F25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2" name="Title 25">
            <a:extLst>
              <a:ext uri="{FF2B5EF4-FFF2-40B4-BE49-F238E27FC236}">
                <a16:creationId xmlns:a16="http://schemas.microsoft.com/office/drawing/2014/main" id="{97D570E6-D5E0-0FAA-9572-4031E9A1A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348" y="742118"/>
            <a:ext cx="5303778" cy="1220298"/>
          </a:xfrm>
        </p:spPr>
        <p:txBody>
          <a:bodyPr/>
          <a:lstStyle>
            <a:lvl1pPr>
              <a:lnSpc>
                <a:spcPct val="90000"/>
              </a:lnSpc>
              <a:defRPr sz="2352" b="0" i="0" spc="71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Более 70% населения Москвы пользуются услугами МТС.</a:t>
            </a:r>
            <a:endParaRPr lang="en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45EE3D-6D7B-31F3-497E-93739435CDC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54871" y="875365"/>
            <a:ext cx="5587849" cy="558815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8" name="Text Placeholder 28">
            <a:extLst>
              <a:ext uri="{FF2B5EF4-FFF2-40B4-BE49-F238E27FC236}">
                <a16:creationId xmlns:a16="http://schemas.microsoft.com/office/drawing/2014/main" id="{EE1CF02E-B1FD-81F4-5070-59F4C607D4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87567" y="2630363"/>
            <a:ext cx="4522459" cy="207815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90000"/>
              </a:lnSpc>
              <a:buFontTx/>
              <a:buNone/>
              <a:defRPr sz="7762" b="0" i="0" cap="all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МТС</a:t>
            </a:r>
            <a:endParaRPr lang="en-RU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0A5058A-6D6D-1B58-6FE8-67BCF5F050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0177" y="3027216"/>
            <a:ext cx="1736108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Москва и Московская область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68D58B2F-E633-3701-D47A-A9E65D9462C4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1762343" y="2675575"/>
            <a:ext cx="183942" cy="18395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73AE944E-0901-159A-860B-5B9C66777A0A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4137170" y="2675575"/>
            <a:ext cx="183942" cy="183952"/>
          </a:xfrm>
          <a:prstGeom prst="ellipse">
            <a:avLst/>
          </a:prstGeom>
          <a:noFill/>
          <a:ln w="25400">
            <a:solidFill>
              <a:schemeClr val="tx1"/>
            </a:solidFill>
            <a:prstDash val="lgDash"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806B9A4-FB9D-8E7A-EE87-232F051E1DF3}"/>
              </a:ext>
            </a:extLst>
          </p:cNvPr>
          <p:cNvCxnSpPr/>
          <p:nvPr userDrawn="1"/>
        </p:nvCxnSpPr>
        <p:spPr>
          <a:xfrm>
            <a:off x="190407" y="249956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A20B53-856E-0442-6A43-75E28CBF9C4B}"/>
              </a:ext>
            </a:extLst>
          </p:cNvPr>
          <p:cNvCxnSpPr>
            <a:cxnSpLocks/>
          </p:cNvCxnSpPr>
          <p:nvPr userDrawn="1"/>
        </p:nvCxnSpPr>
        <p:spPr>
          <a:xfrm>
            <a:off x="2538827" y="2499560"/>
            <a:ext cx="17785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635CB80-CEB1-FBAE-319F-0204642CC30C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1762343" y="3796155"/>
            <a:ext cx="183942" cy="183952"/>
          </a:xfrm>
          <a:prstGeom prst="ellipse">
            <a:avLst/>
          </a:prstGeom>
          <a:noFill/>
          <a:ln w="25400">
            <a:solidFill>
              <a:schemeClr val="tx1"/>
            </a:solidFill>
            <a:prstDash val="dash"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9806DBB8-7480-7C08-F1D2-4166117CBD1D}"/>
              </a:ext>
            </a:extLst>
          </p:cNvPr>
          <p:cNvSpPr>
            <a:spLocks noGrp="1"/>
          </p:cNvSpPr>
          <p:nvPr>
            <p:ph type="body" sz="quarter" idx="142" hasCustomPrompt="1"/>
          </p:nvPr>
        </p:nvSpPr>
        <p:spPr>
          <a:xfrm>
            <a:off x="4137170" y="3796155"/>
            <a:ext cx="183942" cy="183952"/>
          </a:xfrm>
          <a:prstGeom prst="ellipse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A147CD8-09A7-2126-E996-01EA84C38831}"/>
              </a:ext>
            </a:extLst>
          </p:cNvPr>
          <p:cNvCxnSpPr/>
          <p:nvPr userDrawn="1"/>
        </p:nvCxnSpPr>
        <p:spPr>
          <a:xfrm>
            <a:off x="190407" y="362014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85D64BC-148C-2425-DFAF-E0C32B0E49EA}"/>
              </a:ext>
            </a:extLst>
          </p:cNvPr>
          <p:cNvCxnSpPr>
            <a:cxnSpLocks/>
          </p:cNvCxnSpPr>
          <p:nvPr userDrawn="1"/>
        </p:nvCxnSpPr>
        <p:spPr>
          <a:xfrm>
            <a:off x="2538827" y="3620140"/>
            <a:ext cx="17785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CB2F8E77-9789-C114-415F-B50B0C96A99A}"/>
              </a:ext>
            </a:extLst>
          </p:cNvPr>
          <p:cNvSpPr>
            <a:spLocks noGrp="1"/>
          </p:cNvSpPr>
          <p:nvPr>
            <p:ph type="body" sz="quarter" idx="144" hasCustomPrompt="1"/>
          </p:nvPr>
        </p:nvSpPr>
        <p:spPr>
          <a:xfrm>
            <a:off x="8955311" y="717794"/>
            <a:ext cx="183942" cy="183952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18F8D0F1-7715-76B4-A06F-0A4AD68E384D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6478557" y="2156466"/>
            <a:ext cx="183942" cy="183952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E8A1EE7C-9CDF-93A8-2878-E5BD1C98A469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8362077" y="6353829"/>
            <a:ext cx="183942" cy="183952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9ECA1400-166D-FBE6-69FB-16229F3369BA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204025" y="2667857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50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FF222637-8C12-6F9C-E5B3-D3C6C57D3B70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>
            <a:off x="2544978" y="3027216"/>
            <a:ext cx="1761449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Регионы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7DC08D06-6AA4-53FE-5BD8-41AB083F5384}"/>
              </a:ext>
            </a:extLst>
          </p:cNvPr>
          <p:cNvSpPr>
            <a:spLocks noGrp="1"/>
          </p:cNvSpPr>
          <p:nvPr>
            <p:ph type="body" sz="quarter" idx="148" hasCustomPrompt="1"/>
          </p:nvPr>
        </p:nvSpPr>
        <p:spPr>
          <a:xfrm>
            <a:off x="2538827" y="2667857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25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B33470A9-9275-47BB-94F0-9F9B4842EB10}"/>
              </a:ext>
            </a:extLst>
          </p:cNvPr>
          <p:cNvSpPr>
            <a:spLocks noGrp="1"/>
          </p:cNvSpPr>
          <p:nvPr>
            <p:ph type="body" sz="quarter" idx="149" hasCustomPrompt="1"/>
          </p:nvPr>
        </p:nvSpPr>
        <p:spPr>
          <a:xfrm>
            <a:off x="210177" y="4149697"/>
            <a:ext cx="1736108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Ленобласть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0B9DA084-D737-A91F-3450-4AB252FDF571}"/>
              </a:ext>
            </a:extLst>
          </p:cNvPr>
          <p:cNvSpPr>
            <a:spLocks noGrp="1"/>
          </p:cNvSpPr>
          <p:nvPr>
            <p:ph type="body" sz="quarter" idx="150" hasCustomPrompt="1"/>
          </p:nvPr>
        </p:nvSpPr>
        <p:spPr>
          <a:xfrm>
            <a:off x="204025" y="3790338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50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EE6216C-5A35-8A43-DFC9-9145D0DA46E5}"/>
              </a:ext>
            </a:extLst>
          </p:cNvPr>
          <p:cNvSpPr>
            <a:spLocks noGrp="1"/>
          </p:cNvSpPr>
          <p:nvPr>
            <p:ph type="body" sz="quarter" idx="151" hasCustomPrompt="1"/>
          </p:nvPr>
        </p:nvSpPr>
        <p:spPr>
          <a:xfrm>
            <a:off x="2544978" y="4149697"/>
            <a:ext cx="1761449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Домашние сервисы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98CC07F6-6B6A-B5F5-0F3D-EB3F855B35F7}"/>
              </a:ext>
            </a:extLst>
          </p:cNvPr>
          <p:cNvSpPr>
            <a:spLocks noGrp="1"/>
          </p:cNvSpPr>
          <p:nvPr>
            <p:ph type="body" sz="quarter" idx="152" hasCustomPrompt="1"/>
          </p:nvPr>
        </p:nvSpPr>
        <p:spPr>
          <a:xfrm>
            <a:off x="2538827" y="3790338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25</a:t>
            </a:r>
            <a:r>
              <a:rPr lang="en-US" dirty="0"/>
              <a:t>%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3741549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льцевая диаграмм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F2D576CB-EFCA-E417-3F6D-E4F2587D409E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096000" y="761668"/>
            <a:ext cx="2946450" cy="290152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Tx/>
              <a:buNone/>
              <a:defRPr sz="1317" b="0" i="0">
                <a:solidFill>
                  <a:schemeClr val="bg2">
                    <a:lumMod val="90000"/>
                  </a:schemeClr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52014F-D39D-CB66-FF31-2338DEDF8E2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143658"/>
            <a:ext cx="1761448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0CD756BA-76A7-3A0C-999D-C7F2F6AB268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132377" y="6504534"/>
            <a:ext cx="1761448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FE294E8-AA2C-765E-DFA3-D7540F9A4DEF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B94C341-45FF-2557-437C-D0571A816179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B0F0FFB-19A0-EC2E-E8C5-EDFA02AD7DAD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F1A61CC-5800-7780-CF6E-EE9FA6B2CFAA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53D10494-6E86-5267-0F01-EFEAE8C28F25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2" name="Title 25">
            <a:extLst>
              <a:ext uri="{FF2B5EF4-FFF2-40B4-BE49-F238E27FC236}">
                <a16:creationId xmlns:a16="http://schemas.microsoft.com/office/drawing/2014/main" id="{97D570E6-D5E0-0FAA-9572-4031E9A1A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348" y="742118"/>
            <a:ext cx="5303778" cy="1220298"/>
          </a:xfrm>
        </p:spPr>
        <p:txBody>
          <a:bodyPr/>
          <a:lstStyle>
            <a:lvl1pPr>
              <a:lnSpc>
                <a:spcPct val="90000"/>
              </a:lnSpc>
              <a:defRPr sz="2352" b="0" i="0" spc="71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Более 70% населения Москвы пользуются услугами МТС.</a:t>
            </a:r>
            <a:endParaRPr lang="en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45EE3D-6D7B-31F3-497E-93739435CDC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33457" y="876589"/>
            <a:ext cx="2671537" cy="26716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8" name="Text Placeholder 28">
            <a:extLst>
              <a:ext uri="{FF2B5EF4-FFF2-40B4-BE49-F238E27FC236}">
                <a16:creationId xmlns:a16="http://schemas.microsoft.com/office/drawing/2014/main" id="{EE1CF02E-B1FD-81F4-5070-59F4C607D4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70776" y="1797615"/>
            <a:ext cx="1805427" cy="82963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90000"/>
              </a:lnSpc>
              <a:buFontTx/>
              <a:buNone/>
              <a:defRPr sz="2352" b="0" i="0" cap="all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МТС</a:t>
            </a:r>
            <a:endParaRPr lang="en-RU" dirty="0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CB2F8E77-9789-C114-415F-B50B0C96A99A}"/>
              </a:ext>
            </a:extLst>
          </p:cNvPr>
          <p:cNvSpPr>
            <a:spLocks noGrp="1"/>
          </p:cNvSpPr>
          <p:nvPr>
            <p:ph type="body" sz="quarter" idx="144" hasCustomPrompt="1"/>
          </p:nvPr>
        </p:nvSpPr>
        <p:spPr>
          <a:xfrm>
            <a:off x="7508627" y="785770"/>
            <a:ext cx="121196" cy="121202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E66FAF1-0CDF-867B-C740-30F205F4017D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6128472" y="2121063"/>
            <a:ext cx="121196" cy="121202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74E3E0C-B697-3118-CD94-53813EED2A76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8875945" y="2332913"/>
            <a:ext cx="121196" cy="121202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2E56BCDE-CCB2-0201-6FDF-1731A021A46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0177" y="3027216"/>
            <a:ext cx="1736108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Москва и Московская область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F496F1E-AE65-04EE-18F2-E5911321273B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1762343" y="2675575"/>
            <a:ext cx="183942" cy="18395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77DAAB6A-D2F0-3AAF-2841-695490D9A022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4137170" y="2675575"/>
            <a:ext cx="183942" cy="183952"/>
          </a:xfrm>
          <a:prstGeom prst="ellipse">
            <a:avLst/>
          </a:prstGeom>
          <a:noFill/>
          <a:ln w="25400">
            <a:solidFill>
              <a:schemeClr val="tx1"/>
            </a:solidFill>
            <a:prstDash val="lgDash"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52DA56C-22C8-6E9D-0F00-D7F4C5A1909E}"/>
              </a:ext>
            </a:extLst>
          </p:cNvPr>
          <p:cNvCxnSpPr/>
          <p:nvPr userDrawn="1"/>
        </p:nvCxnSpPr>
        <p:spPr>
          <a:xfrm>
            <a:off x="190407" y="249956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822D7A6-461D-A2CD-8B84-432CA78A13C9}"/>
              </a:ext>
            </a:extLst>
          </p:cNvPr>
          <p:cNvCxnSpPr/>
          <p:nvPr userDrawn="1"/>
        </p:nvCxnSpPr>
        <p:spPr>
          <a:xfrm>
            <a:off x="2555930" y="249956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E9BE3E2B-F5CF-5C25-5431-729EC9BD04E8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1762343" y="3796155"/>
            <a:ext cx="183942" cy="183952"/>
          </a:xfrm>
          <a:prstGeom prst="ellipse">
            <a:avLst/>
          </a:prstGeom>
          <a:noFill/>
          <a:ln w="25400">
            <a:solidFill>
              <a:schemeClr val="tx1"/>
            </a:solidFill>
            <a:prstDash val="dash"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CD098B9B-316A-5920-4C71-9B26B6AE3EDD}"/>
              </a:ext>
            </a:extLst>
          </p:cNvPr>
          <p:cNvSpPr>
            <a:spLocks noGrp="1"/>
          </p:cNvSpPr>
          <p:nvPr>
            <p:ph type="body" sz="quarter" idx="142" hasCustomPrompt="1"/>
          </p:nvPr>
        </p:nvSpPr>
        <p:spPr>
          <a:xfrm>
            <a:off x="4137170" y="3796155"/>
            <a:ext cx="183942" cy="183952"/>
          </a:xfrm>
          <a:prstGeom prst="ellipse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3FC1E0C-8F62-52DD-77C4-778FC9BF9C6C}"/>
              </a:ext>
            </a:extLst>
          </p:cNvPr>
          <p:cNvCxnSpPr/>
          <p:nvPr userDrawn="1"/>
        </p:nvCxnSpPr>
        <p:spPr>
          <a:xfrm>
            <a:off x="190407" y="362014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38AE4AE-5481-84CF-4EE6-11197BEC16B4}"/>
              </a:ext>
            </a:extLst>
          </p:cNvPr>
          <p:cNvCxnSpPr/>
          <p:nvPr userDrawn="1"/>
        </p:nvCxnSpPr>
        <p:spPr>
          <a:xfrm>
            <a:off x="2555930" y="362014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090E31A9-64D9-C36F-9565-5AA7D20C0653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204025" y="2667857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50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9889A8A7-BEE3-A110-4BC4-06BF9762AB8A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>
            <a:off x="2544978" y="3027216"/>
            <a:ext cx="1761449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Регионы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66FB9D82-92D3-0166-0129-BCCFA7A3B8B6}"/>
              </a:ext>
            </a:extLst>
          </p:cNvPr>
          <p:cNvSpPr>
            <a:spLocks noGrp="1"/>
          </p:cNvSpPr>
          <p:nvPr>
            <p:ph type="body" sz="quarter" idx="148" hasCustomPrompt="1"/>
          </p:nvPr>
        </p:nvSpPr>
        <p:spPr>
          <a:xfrm>
            <a:off x="2538827" y="2667857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25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009DB30C-DB8F-A70F-8023-ACBFC5CF4D19}"/>
              </a:ext>
            </a:extLst>
          </p:cNvPr>
          <p:cNvSpPr>
            <a:spLocks noGrp="1"/>
          </p:cNvSpPr>
          <p:nvPr>
            <p:ph type="body" sz="quarter" idx="149" hasCustomPrompt="1"/>
          </p:nvPr>
        </p:nvSpPr>
        <p:spPr>
          <a:xfrm>
            <a:off x="210177" y="4149697"/>
            <a:ext cx="1736108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Ленобласть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0899385A-EB69-B2E9-CF55-ABD78EF3FED5}"/>
              </a:ext>
            </a:extLst>
          </p:cNvPr>
          <p:cNvSpPr>
            <a:spLocks noGrp="1"/>
          </p:cNvSpPr>
          <p:nvPr>
            <p:ph type="body" sz="quarter" idx="150" hasCustomPrompt="1"/>
          </p:nvPr>
        </p:nvSpPr>
        <p:spPr>
          <a:xfrm>
            <a:off x="204025" y="3790338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50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3D758A74-B7B7-0682-FCCE-215BAB7DC86A}"/>
              </a:ext>
            </a:extLst>
          </p:cNvPr>
          <p:cNvSpPr>
            <a:spLocks noGrp="1"/>
          </p:cNvSpPr>
          <p:nvPr>
            <p:ph type="body" sz="quarter" idx="151" hasCustomPrompt="1"/>
          </p:nvPr>
        </p:nvSpPr>
        <p:spPr>
          <a:xfrm>
            <a:off x="2544978" y="4149697"/>
            <a:ext cx="1761449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Домашние сервисы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B33A0258-F626-2F7B-FABC-5ADE1138CB11}"/>
              </a:ext>
            </a:extLst>
          </p:cNvPr>
          <p:cNvSpPr>
            <a:spLocks noGrp="1"/>
          </p:cNvSpPr>
          <p:nvPr>
            <p:ph type="body" sz="quarter" idx="152" hasCustomPrompt="1"/>
          </p:nvPr>
        </p:nvSpPr>
        <p:spPr>
          <a:xfrm>
            <a:off x="2538827" y="3790338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25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52" name="Chart Placeholder 10">
            <a:extLst>
              <a:ext uri="{FF2B5EF4-FFF2-40B4-BE49-F238E27FC236}">
                <a16:creationId xmlns:a16="http://schemas.microsoft.com/office/drawing/2014/main" id="{CAA6DEBB-1DAF-B5CF-6A53-87D9FF94C8B7}"/>
              </a:ext>
            </a:extLst>
          </p:cNvPr>
          <p:cNvSpPr>
            <a:spLocks noGrp="1"/>
          </p:cNvSpPr>
          <p:nvPr>
            <p:ph type="chart" sz="quarter" idx="153" hasCustomPrompt="1"/>
          </p:nvPr>
        </p:nvSpPr>
        <p:spPr>
          <a:xfrm>
            <a:off x="6096000" y="3803220"/>
            <a:ext cx="2946450" cy="290152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Tx/>
              <a:buNone/>
              <a:defRPr sz="1317" b="0" i="0">
                <a:solidFill>
                  <a:schemeClr val="bg2">
                    <a:lumMod val="90000"/>
                  </a:schemeClr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802EF5D0-0027-697D-21E9-B783885016D9}"/>
              </a:ext>
            </a:extLst>
          </p:cNvPr>
          <p:cNvSpPr>
            <a:spLocks noGrp="1"/>
          </p:cNvSpPr>
          <p:nvPr>
            <p:ph type="body" sz="quarter" idx="154" hasCustomPrompt="1"/>
          </p:nvPr>
        </p:nvSpPr>
        <p:spPr>
          <a:xfrm>
            <a:off x="6233457" y="3918141"/>
            <a:ext cx="2671537" cy="26716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54" name="Text Placeholder 28">
            <a:extLst>
              <a:ext uri="{FF2B5EF4-FFF2-40B4-BE49-F238E27FC236}">
                <a16:creationId xmlns:a16="http://schemas.microsoft.com/office/drawing/2014/main" id="{A0C6E700-3D90-9BE5-84B0-4E85E79C754C}"/>
              </a:ext>
            </a:extLst>
          </p:cNvPr>
          <p:cNvSpPr>
            <a:spLocks noGrp="1"/>
          </p:cNvSpPr>
          <p:nvPr>
            <p:ph type="body" sz="quarter" idx="155" hasCustomPrompt="1"/>
          </p:nvPr>
        </p:nvSpPr>
        <p:spPr>
          <a:xfrm>
            <a:off x="6670776" y="4839167"/>
            <a:ext cx="1805427" cy="82963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90000"/>
              </a:lnSpc>
              <a:buFontTx/>
              <a:buNone/>
              <a:defRPr sz="2352" b="0" i="0" cap="all" baseline="0">
                <a:solidFill>
                  <a:schemeClr val="accent2"/>
                </a:solidFill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en-US" dirty="0"/>
              <a:t>KION</a:t>
            </a:r>
            <a:endParaRPr lang="en-RU" dirty="0"/>
          </a:p>
        </p:txBody>
      </p:sp>
      <p:sp>
        <p:nvSpPr>
          <p:cNvPr id="55" name="Text Placeholder 4">
            <a:extLst>
              <a:ext uri="{FF2B5EF4-FFF2-40B4-BE49-F238E27FC236}">
                <a16:creationId xmlns:a16="http://schemas.microsoft.com/office/drawing/2014/main" id="{0C98D257-B2D4-46F0-43A8-3A5E676BD699}"/>
              </a:ext>
            </a:extLst>
          </p:cNvPr>
          <p:cNvSpPr>
            <a:spLocks noGrp="1"/>
          </p:cNvSpPr>
          <p:nvPr>
            <p:ph type="body" sz="quarter" idx="156" hasCustomPrompt="1"/>
          </p:nvPr>
        </p:nvSpPr>
        <p:spPr>
          <a:xfrm>
            <a:off x="7508627" y="3827322"/>
            <a:ext cx="121196" cy="121202"/>
          </a:xfrm>
          <a:prstGeom prst="ellipse">
            <a:avLst/>
          </a:prstGeom>
          <a:solidFill>
            <a:schemeClr val="accent2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56" name="Text Placeholder 4">
            <a:extLst>
              <a:ext uri="{FF2B5EF4-FFF2-40B4-BE49-F238E27FC236}">
                <a16:creationId xmlns:a16="http://schemas.microsoft.com/office/drawing/2014/main" id="{3F55A5E9-4191-FFFA-C424-E0ADC7C7A389}"/>
              </a:ext>
            </a:extLst>
          </p:cNvPr>
          <p:cNvSpPr>
            <a:spLocks noGrp="1"/>
          </p:cNvSpPr>
          <p:nvPr>
            <p:ph type="body" sz="quarter" idx="157" hasCustomPrompt="1"/>
          </p:nvPr>
        </p:nvSpPr>
        <p:spPr>
          <a:xfrm>
            <a:off x="6128472" y="5162615"/>
            <a:ext cx="121196" cy="121202"/>
          </a:xfrm>
          <a:prstGeom prst="ellipse">
            <a:avLst/>
          </a:prstGeom>
          <a:solidFill>
            <a:schemeClr val="accent2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57" name="Text Placeholder 4">
            <a:extLst>
              <a:ext uri="{FF2B5EF4-FFF2-40B4-BE49-F238E27FC236}">
                <a16:creationId xmlns:a16="http://schemas.microsoft.com/office/drawing/2014/main" id="{DB906079-5DE5-8364-8DCE-1FC003D3E9DC}"/>
              </a:ext>
            </a:extLst>
          </p:cNvPr>
          <p:cNvSpPr>
            <a:spLocks noGrp="1"/>
          </p:cNvSpPr>
          <p:nvPr>
            <p:ph type="body" sz="quarter" idx="158" hasCustomPrompt="1"/>
          </p:nvPr>
        </p:nvSpPr>
        <p:spPr>
          <a:xfrm>
            <a:off x="8875945" y="5374465"/>
            <a:ext cx="121196" cy="121202"/>
          </a:xfrm>
          <a:prstGeom prst="ellipse">
            <a:avLst/>
          </a:prstGeom>
          <a:solidFill>
            <a:schemeClr val="accent2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58" name="Chart Placeholder 10">
            <a:extLst>
              <a:ext uri="{FF2B5EF4-FFF2-40B4-BE49-F238E27FC236}">
                <a16:creationId xmlns:a16="http://schemas.microsoft.com/office/drawing/2014/main" id="{A58B41D0-B08E-D575-F2E1-15D29EDC3621}"/>
              </a:ext>
            </a:extLst>
          </p:cNvPr>
          <p:cNvSpPr>
            <a:spLocks noGrp="1"/>
          </p:cNvSpPr>
          <p:nvPr>
            <p:ph type="chart" sz="quarter" idx="159" hasCustomPrompt="1"/>
          </p:nvPr>
        </p:nvSpPr>
        <p:spPr>
          <a:xfrm>
            <a:off x="9106665" y="761668"/>
            <a:ext cx="2946450" cy="290152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Tx/>
              <a:buNone/>
              <a:defRPr sz="1317" b="0" i="0">
                <a:solidFill>
                  <a:schemeClr val="bg2">
                    <a:lumMod val="90000"/>
                  </a:schemeClr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CDE09F8A-1756-1649-EC03-0EF17F7FBAF1}"/>
              </a:ext>
            </a:extLst>
          </p:cNvPr>
          <p:cNvSpPr>
            <a:spLocks noGrp="1"/>
          </p:cNvSpPr>
          <p:nvPr>
            <p:ph type="body" sz="quarter" idx="160" hasCustomPrompt="1"/>
          </p:nvPr>
        </p:nvSpPr>
        <p:spPr>
          <a:xfrm>
            <a:off x="9244122" y="876589"/>
            <a:ext cx="2671537" cy="26716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60" name="Text Placeholder 28">
            <a:extLst>
              <a:ext uri="{FF2B5EF4-FFF2-40B4-BE49-F238E27FC236}">
                <a16:creationId xmlns:a16="http://schemas.microsoft.com/office/drawing/2014/main" id="{0BAF2972-F22C-9082-8163-17D10D834790}"/>
              </a:ext>
            </a:extLst>
          </p:cNvPr>
          <p:cNvSpPr>
            <a:spLocks noGrp="1"/>
          </p:cNvSpPr>
          <p:nvPr>
            <p:ph type="body" sz="quarter" idx="161" hasCustomPrompt="1"/>
          </p:nvPr>
        </p:nvSpPr>
        <p:spPr>
          <a:xfrm>
            <a:off x="9681441" y="1797615"/>
            <a:ext cx="1805427" cy="82963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90000"/>
              </a:lnSpc>
              <a:buFontTx/>
              <a:buNone/>
              <a:defRPr sz="2352" b="0" i="0" cap="none" baseline="0">
                <a:solidFill>
                  <a:schemeClr val="accent1"/>
                </a:solidFill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en-US" dirty="0"/>
              <a:t>Telecom</a:t>
            </a:r>
            <a:endParaRPr lang="en-RU" dirty="0"/>
          </a:p>
        </p:txBody>
      </p:sp>
      <p:sp>
        <p:nvSpPr>
          <p:cNvPr id="61" name="Text Placeholder 4">
            <a:extLst>
              <a:ext uri="{FF2B5EF4-FFF2-40B4-BE49-F238E27FC236}">
                <a16:creationId xmlns:a16="http://schemas.microsoft.com/office/drawing/2014/main" id="{5C0F6D94-16F0-4972-9B69-A7EEB3F1DB74}"/>
              </a:ext>
            </a:extLst>
          </p:cNvPr>
          <p:cNvSpPr>
            <a:spLocks noGrp="1"/>
          </p:cNvSpPr>
          <p:nvPr>
            <p:ph type="body" sz="quarter" idx="162" hasCustomPrompt="1"/>
          </p:nvPr>
        </p:nvSpPr>
        <p:spPr>
          <a:xfrm>
            <a:off x="10519292" y="785770"/>
            <a:ext cx="121196" cy="121202"/>
          </a:xfrm>
          <a:prstGeom prst="ellipse">
            <a:avLst/>
          </a:prstGeom>
          <a:solidFill>
            <a:schemeClr val="accent1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3C5B8ED4-1872-D1E8-6656-CCD805F3E881}"/>
              </a:ext>
            </a:extLst>
          </p:cNvPr>
          <p:cNvSpPr>
            <a:spLocks noGrp="1"/>
          </p:cNvSpPr>
          <p:nvPr>
            <p:ph type="body" sz="quarter" idx="163" hasCustomPrompt="1"/>
          </p:nvPr>
        </p:nvSpPr>
        <p:spPr>
          <a:xfrm>
            <a:off x="9139137" y="2121063"/>
            <a:ext cx="121196" cy="121202"/>
          </a:xfrm>
          <a:prstGeom prst="ellipse">
            <a:avLst/>
          </a:prstGeom>
          <a:solidFill>
            <a:schemeClr val="accent1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63" name="Text Placeholder 4">
            <a:extLst>
              <a:ext uri="{FF2B5EF4-FFF2-40B4-BE49-F238E27FC236}">
                <a16:creationId xmlns:a16="http://schemas.microsoft.com/office/drawing/2014/main" id="{797541E3-0298-F80D-94B1-15DDD50B5DD9}"/>
              </a:ext>
            </a:extLst>
          </p:cNvPr>
          <p:cNvSpPr>
            <a:spLocks noGrp="1"/>
          </p:cNvSpPr>
          <p:nvPr>
            <p:ph type="body" sz="quarter" idx="164" hasCustomPrompt="1"/>
          </p:nvPr>
        </p:nvSpPr>
        <p:spPr>
          <a:xfrm>
            <a:off x="11886610" y="2332913"/>
            <a:ext cx="121196" cy="121202"/>
          </a:xfrm>
          <a:prstGeom prst="ellipse">
            <a:avLst/>
          </a:prstGeom>
          <a:solidFill>
            <a:schemeClr val="accent1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64" name="Chart Placeholder 10">
            <a:extLst>
              <a:ext uri="{FF2B5EF4-FFF2-40B4-BE49-F238E27FC236}">
                <a16:creationId xmlns:a16="http://schemas.microsoft.com/office/drawing/2014/main" id="{B1AD0434-0D25-250C-521F-A42FF1D24C19}"/>
              </a:ext>
            </a:extLst>
          </p:cNvPr>
          <p:cNvSpPr>
            <a:spLocks noGrp="1"/>
          </p:cNvSpPr>
          <p:nvPr>
            <p:ph type="chart" sz="quarter" idx="165" hasCustomPrompt="1"/>
          </p:nvPr>
        </p:nvSpPr>
        <p:spPr>
          <a:xfrm>
            <a:off x="9106665" y="3803220"/>
            <a:ext cx="2946450" cy="290152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Tx/>
              <a:buNone/>
              <a:defRPr sz="1317" b="0" i="0">
                <a:solidFill>
                  <a:schemeClr val="bg2">
                    <a:lumMod val="90000"/>
                  </a:schemeClr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7BA43012-BCC9-9307-002D-2CA3D4901807}"/>
              </a:ext>
            </a:extLst>
          </p:cNvPr>
          <p:cNvSpPr>
            <a:spLocks noGrp="1"/>
          </p:cNvSpPr>
          <p:nvPr>
            <p:ph type="body" sz="quarter" idx="166" hasCustomPrompt="1"/>
          </p:nvPr>
        </p:nvSpPr>
        <p:spPr>
          <a:xfrm>
            <a:off x="9244122" y="3918141"/>
            <a:ext cx="2671537" cy="26716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66" name="Text Placeholder 28">
            <a:extLst>
              <a:ext uri="{FF2B5EF4-FFF2-40B4-BE49-F238E27FC236}">
                <a16:creationId xmlns:a16="http://schemas.microsoft.com/office/drawing/2014/main" id="{592DE6E3-C4F8-A5C9-C525-217D2B667E25}"/>
              </a:ext>
            </a:extLst>
          </p:cNvPr>
          <p:cNvSpPr>
            <a:spLocks noGrp="1"/>
          </p:cNvSpPr>
          <p:nvPr>
            <p:ph type="body" sz="quarter" idx="167" hasCustomPrompt="1"/>
          </p:nvPr>
        </p:nvSpPr>
        <p:spPr>
          <a:xfrm>
            <a:off x="9681441" y="4839167"/>
            <a:ext cx="1805427" cy="82963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90000"/>
              </a:lnSpc>
              <a:buFontTx/>
              <a:buNone/>
              <a:defRPr sz="2352" b="0" i="0" cap="none" baseline="0">
                <a:solidFill>
                  <a:schemeClr val="accent4"/>
                </a:solidFill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en-US" dirty="0"/>
              <a:t>Telecom</a:t>
            </a:r>
            <a:endParaRPr lang="en-RU" dirty="0"/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13784C88-499A-9D54-7198-B88F7EAE6A3F}"/>
              </a:ext>
            </a:extLst>
          </p:cNvPr>
          <p:cNvSpPr>
            <a:spLocks noGrp="1"/>
          </p:cNvSpPr>
          <p:nvPr>
            <p:ph type="body" sz="quarter" idx="168" hasCustomPrompt="1"/>
          </p:nvPr>
        </p:nvSpPr>
        <p:spPr>
          <a:xfrm>
            <a:off x="10519292" y="3827322"/>
            <a:ext cx="121196" cy="121202"/>
          </a:xfrm>
          <a:prstGeom prst="ellipse">
            <a:avLst/>
          </a:prstGeom>
          <a:solidFill>
            <a:schemeClr val="accent4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81FFF66D-E867-0CFB-B6B9-DD57FDB0AF4E}"/>
              </a:ext>
            </a:extLst>
          </p:cNvPr>
          <p:cNvSpPr>
            <a:spLocks noGrp="1"/>
          </p:cNvSpPr>
          <p:nvPr>
            <p:ph type="body" sz="quarter" idx="169" hasCustomPrompt="1"/>
          </p:nvPr>
        </p:nvSpPr>
        <p:spPr>
          <a:xfrm>
            <a:off x="9139137" y="5162615"/>
            <a:ext cx="121196" cy="121202"/>
          </a:xfrm>
          <a:prstGeom prst="ellipse">
            <a:avLst/>
          </a:prstGeom>
          <a:solidFill>
            <a:schemeClr val="accent4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69" name="Text Placeholder 4">
            <a:extLst>
              <a:ext uri="{FF2B5EF4-FFF2-40B4-BE49-F238E27FC236}">
                <a16:creationId xmlns:a16="http://schemas.microsoft.com/office/drawing/2014/main" id="{F2A3B846-58C9-1220-A33B-28C6CB18D855}"/>
              </a:ext>
            </a:extLst>
          </p:cNvPr>
          <p:cNvSpPr>
            <a:spLocks noGrp="1"/>
          </p:cNvSpPr>
          <p:nvPr>
            <p:ph type="body" sz="quarter" idx="170" hasCustomPrompt="1"/>
          </p:nvPr>
        </p:nvSpPr>
        <p:spPr>
          <a:xfrm>
            <a:off x="11886610" y="5374465"/>
            <a:ext cx="121196" cy="121202"/>
          </a:xfrm>
          <a:prstGeom prst="ellipse">
            <a:avLst/>
          </a:prstGeom>
          <a:solidFill>
            <a:schemeClr val="accent4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568815919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F2D576CB-EFCA-E417-3F6D-E4F2587D409E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096000" y="761669"/>
            <a:ext cx="5905593" cy="581554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b="0" i="0">
                <a:solidFill>
                  <a:schemeClr val="bg2">
                    <a:lumMod val="90000"/>
                  </a:schemeClr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52014F-D39D-CB66-FF31-2338DEDF8E2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143658"/>
            <a:ext cx="1761448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0CD756BA-76A7-3A0C-999D-C7F2F6AB268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132377" y="6504534"/>
            <a:ext cx="1761448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FE294E8-AA2C-765E-DFA3-D7540F9A4DEF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B94C341-45FF-2557-437C-D0571A816179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B0F0FFB-19A0-EC2E-E8C5-EDFA02AD7DAD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F1A61CC-5800-7780-CF6E-EE9FA6B2CFAA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53D10494-6E86-5267-0F01-EFEAE8C28F25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2" name="Title 25">
            <a:extLst>
              <a:ext uri="{FF2B5EF4-FFF2-40B4-BE49-F238E27FC236}">
                <a16:creationId xmlns:a16="http://schemas.microsoft.com/office/drawing/2014/main" id="{97D570E6-D5E0-0FAA-9572-4031E9A1A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348" y="742118"/>
            <a:ext cx="5303778" cy="1220298"/>
          </a:xfrm>
        </p:spPr>
        <p:txBody>
          <a:bodyPr/>
          <a:lstStyle>
            <a:lvl1pPr>
              <a:lnSpc>
                <a:spcPct val="90000"/>
              </a:lnSpc>
              <a:defRPr sz="2352" b="0" i="0" spc="71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Более 70% населения Москвы пользуются услугами МТС.</a:t>
            </a:r>
            <a:endParaRPr lang="en-RU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0A5058A-6D6D-1B58-6FE8-67BCF5F050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0177" y="3027216"/>
            <a:ext cx="1736108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Москва и Московская область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68D58B2F-E633-3701-D47A-A9E65D9462C4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1762343" y="2675575"/>
            <a:ext cx="183942" cy="183952"/>
          </a:xfrm>
          <a:prstGeom prst="ellipse">
            <a:avLst/>
          </a:prstGeom>
          <a:solidFill>
            <a:schemeClr val="accent1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73AE944E-0901-159A-860B-5B9C66777A0A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4137170" y="2675575"/>
            <a:ext cx="183942" cy="18395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noFill/>
            <a:prstDash val="lgDash"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806B9A4-FB9D-8E7A-EE87-232F051E1DF3}"/>
              </a:ext>
            </a:extLst>
          </p:cNvPr>
          <p:cNvCxnSpPr/>
          <p:nvPr userDrawn="1"/>
        </p:nvCxnSpPr>
        <p:spPr>
          <a:xfrm>
            <a:off x="190407" y="249956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A20B53-856E-0442-6A43-75E28CBF9C4B}"/>
              </a:ext>
            </a:extLst>
          </p:cNvPr>
          <p:cNvCxnSpPr/>
          <p:nvPr userDrawn="1"/>
        </p:nvCxnSpPr>
        <p:spPr>
          <a:xfrm>
            <a:off x="2555930" y="249956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635CB80-CEB1-FBAE-319F-0204642CC30C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1762343" y="3796155"/>
            <a:ext cx="183942" cy="18395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noFill/>
            <a:prstDash val="dash"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9806DBB8-7480-7C08-F1D2-4166117CBD1D}"/>
              </a:ext>
            </a:extLst>
          </p:cNvPr>
          <p:cNvSpPr>
            <a:spLocks noGrp="1"/>
          </p:cNvSpPr>
          <p:nvPr>
            <p:ph type="body" sz="quarter" idx="142" hasCustomPrompt="1"/>
          </p:nvPr>
        </p:nvSpPr>
        <p:spPr>
          <a:xfrm>
            <a:off x="4137170" y="3796155"/>
            <a:ext cx="183942" cy="18395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noFill/>
            <a:prstDash val="solid"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A147CD8-09A7-2126-E996-01EA84C38831}"/>
              </a:ext>
            </a:extLst>
          </p:cNvPr>
          <p:cNvCxnSpPr/>
          <p:nvPr userDrawn="1"/>
        </p:nvCxnSpPr>
        <p:spPr>
          <a:xfrm>
            <a:off x="190407" y="362014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85D64BC-148C-2425-DFAF-E0C32B0E49EA}"/>
              </a:ext>
            </a:extLst>
          </p:cNvPr>
          <p:cNvCxnSpPr/>
          <p:nvPr userDrawn="1"/>
        </p:nvCxnSpPr>
        <p:spPr>
          <a:xfrm>
            <a:off x="2555930" y="362014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9ECA1400-166D-FBE6-69FB-16229F3369BA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204025" y="2667857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50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FF222637-8C12-6F9C-E5B3-D3C6C57D3B70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>
            <a:off x="2544978" y="3027216"/>
            <a:ext cx="1761449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Регионы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7DC08D06-6AA4-53FE-5BD8-41AB083F5384}"/>
              </a:ext>
            </a:extLst>
          </p:cNvPr>
          <p:cNvSpPr>
            <a:spLocks noGrp="1"/>
          </p:cNvSpPr>
          <p:nvPr>
            <p:ph type="body" sz="quarter" idx="148" hasCustomPrompt="1"/>
          </p:nvPr>
        </p:nvSpPr>
        <p:spPr>
          <a:xfrm>
            <a:off x="2538827" y="2667857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25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B33470A9-9275-47BB-94F0-9F9B4842EB10}"/>
              </a:ext>
            </a:extLst>
          </p:cNvPr>
          <p:cNvSpPr>
            <a:spLocks noGrp="1"/>
          </p:cNvSpPr>
          <p:nvPr>
            <p:ph type="body" sz="quarter" idx="149" hasCustomPrompt="1"/>
          </p:nvPr>
        </p:nvSpPr>
        <p:spPr>
          <a:xfrm>
            <a:off x="210177" y="4149697"/>
            <a:ext cx="1736108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Ленобласть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0B9DA084-D737-A91F-3450-4AB252FDF571}"/>
              </a:ext>
            </a:extLst>
          </p:cNvPr>
          <p:cNvSpPr>
            <a:spLocks noGrp="1"/>
          </p:cNvSpPr>
          <p:nvPr>
            <p:ph type="body" sz="quarter" idx="150" hasCustomPrompt="1"/>
          </p:nvPr>
        </p:nvSpPr>
        <p:spPr>
          <a:xfrm>
            <a:off x="204025" y="3790338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50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EE6216C-5A35-8A43-DFC9-9145D0DA46E5}"/>
              </a:ext>
            </a:extLst>
          </p:cNvPr>
          <p:cNvSpPr>
            <a:spLocks noGrp="1"/>
          </p:cNvSpPr>
          <p:nvPr>
            <p:ph type="body" sz="quarter" idx="151" hasCustomPrompt="1"/>
          </p:nvPr>
        </p:nvSpPr>
        <p:spPr>
          <a:xfrm>
            <a:off x="2544978" y="4149697"/>
            <a:ext cx="1761449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Домашние сервисы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98CC07F6-6B6A-B5F5-0F3D-EB3F855B35F7}"/>
              </a:ext>
            </a:extLst>
          </p:cNvPr>
          <p:cNvSpPr>
            <a:spLocks noGrp="1"/>
          </p:cNvSpPr>
          <p:nvPr>
            <p:ph type="body" sz="quarter" idx="152" hasCustomPrompt="1"/>
          </p:nvPr>
        </p:nvSpPr>
        <p:spPr>
          <a:xfrm>
            <a:off x="2538827" y="3790338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25</a:t>
            </a:r>
            <a:r>
              <a:rPr lang="en-US" dirty="0"/>
              <a:t>%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1919980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A6149-122D-7A14-2AB6-5EB3D4C18E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Roadmap</a:t>
            </a:r>
            <a:endParaRPr lang="en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371C55-15DF-941E-8C8D-1EBB588343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3E9CB17B-066C-BBE4-A8A2-BE1A9CCAC5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911378-1BBC-64E8-E839-E4E63372C657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40BADB3-200F-4527-3BC2-A0488C0FBE03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15D5B3F-FD2E-F294-EB65-00B62149821A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1EBB512-DD1B-9F09-D765-782FCC8B6AEE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6367331-06A6-E2F0-D460-2DDC28A46694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4DBB9AD2-6A8D-AB1A-591D-F5EA102D453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AC80B1A9-9ABB-8D55-19D2-29806F8DEE2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AA46B5E1-FA61-1995-2669-E4C90EFD0BC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09E260A5-506E-7641-8463-F04273E1F38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4520" y="4195808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A8A7F279-5724-E84E-339C-995BBD01A36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4520" y="4397434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22CAA125-67EB-C6D3-71E9-9EE66C4664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70338" y="4195808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6EFC5BBC-0FF1-338A-00CF-FB936BC04D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70338" y="4397434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3777F3B6-9D67-86F3-ABF7-4C15691D19A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90109" y="2028011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7AB228CD-4D8C-A10F-0A5C-888837C0483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90109" y="2229637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B1FDFFAE-0B97-B77D-2B44-669A8D302A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50567" y="2028011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0D28C0C4-BC1F-38D2-E5C5-3EB3382738D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567" y="2229637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87FF090A-8795-BD80-5976-1A20274FC7B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30795" y="4195808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ACF00253-E1D9-9A22-EA90-897E0998900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30795" y="4397434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D7432110-13EA-EB99-5F95-2A017A267AC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11024" y="2028011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24AA2FE2-DB96-AB8F-683E-D43DD4D2100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211025" y="2229637"/>
            <a:ext cx="1790569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692697FE-A5EF-25DF-1969-FDA6EC001DB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449576" y="5426930"/>
            <a:ext cx="2963624" cy="9172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К 2024 году планируем выйти </a:t>
            </a:r>
            <a:br>
              <a:rPr lang="ru-RU" dirty="0"/>
            </a:br>
            <a:r>
              <a:rPr lang="ru-RU" dirty="0"/>
              <a:t>на рынок Азии и повысить </a:t>
            </a:r>
            <a:r>
              <a:rPr lang="en-GB" dirty="0"/>
              <a:t>KPI </a:t>
            </a:r>
            <a:br>
              <a:rPr lang="ru-RU" dirty="0"/>
            </a:br>
            <a:r>
              <a:rPr lang="ru-RU" dirty="0"/>
              <a:t>на 30%.</a:t>
            </a:r>
            <a:endParaRPr lang="en-RU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212BF7B-9D1A-AAAE-63A8-A7DFCF2F252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94519" y="2921221"/>
            <a:ext cx="1023716" cy="1023772"/>
          </a:xfrm>
          <a:prstGeom prst="ellipse">
            <a:avLst/>
          </a:prstGeom>
          <a:solidFill>
            <a:schemeClr val="accent3"/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2019</a:t>
            </a:r>
            <a:endParaRPr lang="en-RU" dirty="0"/>
          </a:p>
        </p:txBody>
      </p:sp>
      <p:sp>
        <p:nvSpPr>
          <p:cNvPr id="39" name="Text Placeholder 36">
            <a:extLst>
              <a:ext uri="{FF2B5EF4-FFF2-40B4-BE49-F238E27FC236}">
                <a16:creationId xmlns:a16="http://schemas.microsoft.com/office/drawing/2014/main" id="{500E6222-5C47-E874-75F2-88ACCA223CE6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290109" y="2921221"/>
            <a:ext cx="1023716" cy="1023772"/>
          </a:xfrm>
          <a:prstGeom prst="ellipse">
            <a:avLst/>
          </a:prstGeom>
          <a:solidFill>
            <a:schemeClr val="accent3"/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2020</a:t>
            </a:r>
            <a:endParaRPr lang="en-RU" dirty="0"/>
          </a:p>
        </p:txBody>
      </p:sp>
      <p:sp>
        <p:nvSpPr>
          <p:cNvPr id="40" name="Text Placeholder 36">
            <a:extLst>
              <a:ext uri="{FF2B5EF4-FFF2-40B4-BE49-F238E27FC236}">
                <a16:creationId xmlns:a16="http://schemas.microsoft.com/office/drawing/2014/main" id="{6CFB39BC-450C-4B5D-6926-D17F638292A8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270338" y="2921221"/>
            <a:ext cx="1023716" cy="1023772"/>
          </a:xfrm>
          <a:prstGeom prst="ellipse">
            <a:avLst/>
          </a:prstGeom>
          <a:solidFill>
            <a:schemeClr val="accent3"/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2021</a:t>
            </a:r>
            <a:endParaRPr lang="en-RU" dirty="0"/>
          </a:p>
        </p:txBody>
      </p:sp>
      <p:sp>
        <p:nvSpPr>
          <p:cNvPr id="41" name="Text Placeholder 36">
            <a:extLst>
              <a:ext uri="{FF2B5EF4-FFF2-40B4-BE49-F238E27FC236}">
                <a16:creationId xmlns:a16="http://schemas.microsoft.com/office/drawing/2014/main" id="{EE27E97D-A741-8573-74DD-7B31353B37C1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250566" y="2921221"/>
            <a:ext cx="1023716" cy="1023772"/>
          </a:xfrm>
          <a:prstGeom prst="ellipse">
            <a:avLst/>
          </a:prstGeom>
          <a:solidFill>
            <a:schemeClr val="accent3"/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2022</a:t>
            </a:r>
            <a:endParaRPr lang="en-RU" dirty="0"/>
          </a:p>
        </p:txBody>
      </p:sp>
      <p:sp>
        <p:nvSpPr>
          <p:cNvPr id="42" name="Text Placeholder 36">
            <a:extLst>
              <a:ext uri="{FF2B5EF4-FFF2-40B4-BE49-F238E27FC236}">
                <a16:creationId xmlns:a16="http://schemas.microsoft.com/office/drawing/2014/main" id="{EC19E6BC-9BE4-AAD1-26F9-0B048E4C5DE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230795" y="2921221"/>
            <a:ext cx="1023716" cy="1023772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2023</a:t>
            </a:r>
            <a:endParaRPr lang="en-RU" dirty="0"/>
          </a:p>
        </p:txBody>
      </p:sp>
      <p:sp>
        <p:nvSpPr>
          <p:cNvPr id="43" name="Text Placeholder 36">
            <a:extLst>
              <a:ext uri="{FF2B5EF4-FFF2-40B4-BE49-F238E27FC236}">
                <a16:creationId xmlns:a16="http://schemas.microsoft.com/office/drawing/2014/main" id="{1DF22A9F-A8D1-3219-A9DD-EE9BA4B730FA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11024" y="2921221"/>
            <a:ext cx="1023716" cy="1023772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2024</a:t>
            </a:r>
            <a:endParaRPr lang="en-RU" dirty="0"/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8A4A3A03-B17D-4102-D610-5A8EFF44CD75}"/>
              </a:ext>
            </a:extLst>
          </p:cNvPr>
          <p:cNvSpPr/>
          <p:nvPr userDrawn="1"/>
        </p:nvSpPr>
        <p:spPr>
          <a:xfrm>
            <a:off x="190407" y="2835595"/>
            <a:ext cx="12036580" cy="1194774"/>
          </a:xfrm>
          <a:custGeom>
            <a:avLst/>
            <a:gdLst>
              <a:gd name="connsiteX0" fmla="*/ 0 w 25590270"/>
              <a:gd name="connsiteY0" fmla="*/ 1269999 h 2540000"/>
              <a:gd name="connsiteX1" fmla="*/ 0 w 25590270"/>
              <a:gd name="connsiteY1" fmla="*/ 1270000 h 2540000"/>
              <a:gd name="connsiteX2" fmla="*/ 0 w 25590270"/>
              <a:gd name="connsiteY2" fmla="*/ 1270000 h 2540000"/>
              <a:gd name="connsiteX3" fmla="*/ 1269999 w 25590270"/>
              <a:gd name="connsiteY3" fmla="*/ 0 h 2540000"/>
              <a:gd name="connsiteX4" fmla="*/ 25590270 w 25590270"/>
              <a:gd name="connsiteY4" fmla="*/ 0 h 2540000"/>
              <a:gd name="connsiteX5" fmla="*/ 25590270 w 25590270"/>
              <a:gd name="connsiteY5" fmla="*/ 2540000 h 2540000"/>
              <a:gd name="connsiteX6" fmla="*/ 1269999 w 25590270"/>
              <a:gd name="connsiteY6" fmla="*/ 2539999 h 2540000"/>
              <a:gd name="connsiteX7" fmla="*/ 25801 w 25590270"/>
              <a:gd name="connsiteY7" fmla="*/ 1525949 h 2540000"/>
              <a:gd name="connsiteX8" fmla="*/ 0 w 25590270"/>
              <a:gd name="connsiteY8" fmla="*/ 1270000 h 2540000"/>
              <a:gd name="connsiteX9" fmla="*/ 25801 w 25590270"/>
              <a:gd name="connsiteY9" fmla="*/ 1014051 h 2540000"/>
              <a:gd name="connsiteX10" fmla="*/ 1269999 w 25590270"/>
              <a:gd name="connsiteY10" fmla="*/ 0 h 2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590270" h="2540000">
                <a:moveTo>
                  <a:pt x="0" y="1269999"/>
                </a:moveTo>
                <a:lnTo>
                  <a:pt x="0" y="1270000"/>
                </a:lnTo>
                <a:lnTo>
                  <a:pt x="0" y="1270000"/>
                </a:lnTo>
                <a:close/>
                <a:moveTo>
                  <a:pt x="1269999" y="0"/>
                </a:moveTo>
                <a:lnTo>
                  <a:pt x="25590270" y="0"/>
                </a:lnTo>
                <a:lnTo>
                  <a:pt x="25590270" y="2540000"/>
                </a:lnTo>
                <a:lnTo>
                  <a:pt x="1269999" y="2539999"/>
                </a:lnTo>
                <a:cubicBezTo>
                  <a:pt x="656273" y="2539999"/>
                  <a:pt x="144224" y="2104666"/>
                  <a:pt x="25801" y="1525949"/>
                </a:cubicBezTo>
                <a:lnTo>
                  <a:pt x="0" y="1270000"/>
                </a:lnTo>
                <a:lnTo>
                  <a:pt x="25801" y="1014051"/>
                </a:lnTo>
                <a:cubicBezTo>
                  <a:pt x="144224" y="435333"/>
                  <a:pt x="656273" y="0"/>
                  <a:pt x="1269999" y="0"/>
                </a:cubicBez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RU" sz="659" dirty="0" err="1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608028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A6149-122D-7A14-2AB6-5EB3D4C18E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Roadmap</a:t>
            </a:r>
            <a:endParaRPr lang="en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371C55-15DF-941E-8C8D-1EBB588343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3E9CB17B-066C-BBE4-A8A2-BE1A9CCAC5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911378-1BBC-64E8-E839-E4E63372C657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40BADB3-200F-4527-3BC2-A0488C0FBE03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15D5B3F-FD2E-F294-EB65-00B62149821A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1EBB512-DD1B-9F09-D765-782FCC8B6AEE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6367331-06A6-E2F0-D460-2DDC28A46694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4DBB9AD2-6A8D-AB1A-591D-F5EA102D453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AC80B1A9-9ABB-8D55-19D2-29806F8DEE2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AA46B5E1-FA61-1995-2669-E4C90EFD0BC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09E260A5-506E-7641-8463-F04273E1F38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4520" y="4195808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A8A7F279-5724-E84E-339C-995BBD01A36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4520" y="4397434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22CAA125-67EB-C6D3-71E9-9EE66C4664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70338" y="4195808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6EFC5BBC-0FF1-338A-00CF-FB936BC04D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70338" y="4397434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3777F3B6-9D67-86F3-ABF7-4C15691D19A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90109" y="2028011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7AB228CD-4D8C-A10F-0A5C-888837C0483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90109" y="2229637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B1FDFFAE-0B97-B77D-2B44-669A8D302A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50567" y="2028011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0D28C0C4-BC1F-38D2-E5C5-3EB3382738D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567" y="2229637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87FF090A-8795-BD80-5976-1A20274FC7B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30795" y="4195808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ACF00253-E1D9-9A22-EA90-897E0998900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30795" y="4397434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D7432110-13EA-EB99-5F95-2A017A267AC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11024" y="2028011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24AA2FE2-DB96-AB8F-683E-D43DD4D2100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211025" y="2229637"/>
            <a:ext cx="1790569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692697FE-A5EF-25DF-1969-FDA6EC001DB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449576" y="5426930"/>
            <a:ext cx="2963624" cy="9172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К 2024 году планируем выйти </a:t>
            </a:r>
            <a:br>
              <a:rPr lang="ru-RU" dirty="0"/>
            </a:br>
            <a:r>
              <a:rPr lang="ru-RU" dirty="0"/>
              <a:t>на рынок Азии и повысить </a:t>
            </a:r>
            <a:r>
              <a:rPr lang="en-GB" dirty="0"/>
              <a:t>KPI </a:t>
            </a:r>
            <a:br>
              <a:rPr lang="ru-RU" dirty="0"/>
            </a:br>
            <a:r>
              <a:rPr lang="ru-RU" dirty="0"/>
              <a:t>на 30%.</a:t>
            </a:r>
            <a:endParaRPr lang="en-RU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212BF7B-9D1A-AAAE-63A8-A7DFCF2F252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94519" y="2921221"/>
            <a:ext cx="1023716" cy="102377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2019</a:t>
            </a:r>
            <a:endParaRPr lang="en-RU" dirty="0"/>
          </a:p>
        </p:txBody>
      </p:sp>
      <p:sp>
        <p:nvSpPr>
          <p:cNvPr id="39" name="Text Placeholder 36">
            <a:extLst>
              <a:ext uri="{FF2B5EF4-FFF2-40B4-BE49-F238E27FC236}">
                <a16:creationId xmlns:a16="http://schemas.microsoft.com/office/drawing/2014/main" id="{500E6222-5C47-E874-75F2-88ACCA223CE6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290109" y="2921221"/>
            <a:ext cx="1023716" cy="102377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2020</a:t>
            </a:r>
            <a:endParaRPr lang="en-RU" dirty="0"/>
          </a:p>
        </p:txBody>
      </p:sp>
      <p:sp>
        <p:nvSpPr>
          <p:cNvPr id="40" name="Text Placeholder 36">
            <a:extLst>
              <a:ext uri="{FF2B5EF4-FFF2-40B4-BE49-F238E27FC236}">
                <a16:creationId xmlns:a16="http://schemas.microsoft.com/office/drawing/2014/main" id="{6CFB39BC-450C-4B5D-6926-D17F638292A8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270338" y="2921221"/>
            <a:ext cx="1023716" cy="102377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2021</a:t>
            </a:r>
            <a:endParaRPr lang="en-RU" dirty="0"/>
          </a:p>
        </p:txBody>
      </p:sp>
      <p:sp>
        <p:nvSpPr>
          <p:cNvPr id="41" name="Text Placeholder 36">
            <a:extLst>
              <a:ext uri="{FF2B5EF4-FFF2-40B4-BE49-F238E27FC236}">
                <a16:creationId xmlns:a16="http://schemas.microsoft.com/office/drawing/2014/main" id="{EE27E97D-A741-8573-74DD-7B31353B37C1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250566" y="2921221"/>
            <a:ext cx="1023716" cy="102377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2022</a:t>
            </a:r>
            <a:endParaRPr lang="en-RU" dirty="0"/>
          </a:p>
        </p:txBody>
      </p:sp>
      <p:sp>
        <p:nvSpPr>
          <p:cNvPr id="42" name="Text Placeholder 36">
            <a:extLst>
              <a:ext uri="{FF2B5EF4-FFF2-40B4-BE49-F238E27FC236}">
                <a16:creationId xmlns:a16="http://schemas.microsoft.com/office/drawing/2014/main" id="{EC19E6BC-9BE4-AAD1-26F9-0B048E4C5DE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230795" y="2921221"/>
            <a:ext cx="1023716" cy="1023772"/>
          </a:xfrm>
          <a:prstGeom prst="ellipse">
            <a:avLst/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2023</a:t>
            </a:r>
            <a:endParaRPr lang="en-RU" dirty="0"/>
          </a:p>
        </p:txBody>
      </p:sp>
      <p:sp>
        <p:nvSpPr>
          <p:cNvPr id="43" name="Text Placeholder 36">
            <a:extLst>
              <a:ext uri="{FF2B5EF4-FFF2-40B4-BE49-F238E27FC236}">
                <a16:creationId xmlns:a16="http://schemas.microsoft.com/office/drawing/2014/main" id="{1DF22A9F-A8D1-3219-A9DD-EE9BA4B730FA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11024" y="2921221"/>
            <a:ext cx="1023716" cy="1023772"/>
          </a:xfrm>
          <a:prstGeom prst="ellipse">
            <a:avLst/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2024</a:t>
            </a:r>
            <a:endParaRPr lang="en-RU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6CEEA814-F8FB-713A-2152-33DD38D3E06D}"/>
              </a:ext>
            </a:extLst>
          </p:cNvPr>
          <p:cNvSpPr/>
          <p:nvPr userDrawn="1"/>
        </p:nvSpPr>
        <p:spPr>
          <a:xfrm>
            <a:off x="-46081" y="2835595"/>
            <a:ext cx="12273068" cy="1194774"/>
          </a:xfrm>
          <a:custGeom>
            <a:avLst/>
            <a:gdLst>
              <a:gd name="connsiteX0" fmla="*/ 0 w 26093055"/>
              <a:gd name="connsiteY0" fmla="*/ 0 h 2540000"/>
              <a:gd name="connsiteX1" fmla="*/ 26093055 w 26093055"/>
              <a:gd name="connsiteY1" fmla="*/ 0 h 2540000"/>
              <a:gd name="connsiteX2" fmla="*/ 26093055 w 26093055"/>
              <a:gd name="connsiteY2" fmla="*/ 2540000 h 2540000"/>
              <a:gd name="connsiteX3" fmla="*/ 0 w 26093055"/>
              <a:gd name="connsiteY3" fmla="*/ 2539999 h 2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93055" h="2540000">
                <a:moveTo>
                  <a:pt x="0" y="0"/>
                </a:moveTo>
                <a:lnTo>
                  <a:pt x="26093055" y="0"/>
                </a:lnTo>
                <a:lnTo>
                  <a:pt x="26093055" y="2540000"/>
                </a:lnTo>
                <a:lnTo>
                  <a:pt x="0" y="2539999"/>
                </a:ln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RU" sz="659" dirty="0" err="1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601095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A6149-122D-7A14-2AB6-5EB3D4C18E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Roadmap</a:t>
            </a:r>
            <a:endParaRPr lang="en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371C55-15DF-941E-8C8D-1EBB588343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3E9CB17B-066C-BBE4-A8A2-BE1A9CCAC5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911378-1BBC-64E8-E839-E4E63372C657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40BADB3-200F-4527-3BC2-A0488C0FBE03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15D5B3F-FD2E-F294-EB65-00B62149821A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1EBB512-DD1B-9F09-D765-782FCC8B6AEE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6367331-06A6-E2F0-D460-2DDC28A46694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4DBB9AD2-6A8D-AB1A-591D-F5EA102D453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AC80B1A9-9ABB-8D55-19D2-29806F8DEE2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AA46B5E1-FA61-1995-2669-E4C90EFD0BC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09E260A5-506E-7641-8463-F04273E1F38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4520" y="4195808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A8A7F279-5724-E84E-339C-995BBD01A36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4520" y="4397434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22CAA125-67EB-C6D3-71E9-9EE66C4664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70338" y="4195808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6EFC5BBC-0FF1-338A-00CF-FB936BC04D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70338" y="4397434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3777F3B6-9D67-86F3-ABF7-4C15691D19A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90109" y="2028011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7AB228CD-4D8C-A10F-0A5C-888837C0483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90109" y="2229637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B1FDFFAE-0B97-B77D-2B44-669A8D302A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50567" y="2028011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0D28C0C4-BC1F-38D2-E5C5-3EB3382738D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567" y="2229637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87FF090A-8795-BD80-5976-1A20274FC7B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30795" y="4195808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ACF00253-E1D9-9A22-EA90-897E0998900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30795" y="4397434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D7432110-13EA-EB99-5F95-2A017A267AC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11024" y="2028011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24AA2FE2-DB96-AB8F-683E-D43DD4D2100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211025" y="2229637"/>
            <a:ext cx="1790569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692697FE-A5EF-25DF-1969-FDA6EC001DB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449576" y="5426930"/>
            <a:ext cx="2963624" cy="9172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К 2024 году планируем выйти </a:t>
            </a:r>
            <a:br>
              <a:rPr lang="ru-RU" dirty="0"/>
            </a:br>
            <a:r>
              <a:rPr lang="ru-RU" dirty="0"/>
              <a:t>на рынок Азии и повысить </a:t>
            </a:r>
            <a:r>
              <a:rPr lang="en-GB" dirty="0"/>
              <a:t>KPI </a:t>
            </a:r>
            <a:br>
              <a:rPr lang="ru-RU" dirty="0"/>
            </a:br>
            <a:r>
              <a:rPr lang="ru-RU" dirty="0"/>
              <a:t>на 30%.</a:t>
            </a:r>
            <a:endParaRPr lang="en-RU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212BF7B-9D1A-AAAE-63A8-A7DFCF2F252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94519" y="2921221"/>
            <a:ext cx="1023716" cy="10237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2019</a:t>
            </a:r>
            <a:endParaRPr lang="en-RU" dirty="0"/>
          </a:p>
        </p:txBody>
      </p:sp>
      <p:sp>
        <p:nvSpPr>
          <p:cNvPr id="39" name="Text Placeholder 36">
            <a:extLst>
              <a:ext uri="{FF2B5EF4-FFF2-40B4-BE49-F238E27FC236}">
                <a16:creationId xmlns:a16="http://schemas.microsoft.com/office/drawing/2014/main" id="{500E6222-5C47-E874-75F2-88ACCA223CE6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290109" y="2921221"/>
            <a:ext cx="1023716" cy="10237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2020</a:t>
            </a:r>
            <a:endParaRPr lang="en-RU" dirty="0"/>
          </a:p>
        </p:txBody>
      </p:sp>
      <p:sp>
        <p:nvSpPr>
          <p:cNvPr id="40" name="Text Placeholder 36">
            <a:extLst>
              <a:ext uri="{FF2B5EF4-FFF2-40B4-BE49-F238E27FC236}">
                <a16:creationId xmlns:a16="http://schemas.microsoft.com/office/drawing/2014/main" id="{6CFB39BC-450C-4B5D-6926-D17F638292A8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270338" y="2921221"/>
            <a:ext cx="1023716" cy="10237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2021</a:t>
            </a:r>
            <a:endParaRPr lang="en-RU" dirty="0"/>
          </a:p>
        </p:txBody>
      </p:sp>
      <p:sp>
        <p:nvSpPr>
          <p:cNvPr id="41" name="Text Placeholder 36">
            <a:extLst>
              <a:ext uri="{FF2B5EF4-FFF2-40B4-BE49-F238E27FC236}">
                <a16:creationId xmlns:a16="http://schemas.microsoft.com/office/drawing/2014/main" id="{EE27E97D-A741-8573-74DD-7B31353B37C1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250566" y="2921221"/>
            <a:ext cx="1023716" cy="10237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2022</a:t>
            </a:r>
            <a:endParaRPr lang="en-RU" dirty="0"/>
          </a:p>
        </p:txBody>
      </p:sp>
      <p:sp>
        <p:nvSpPr>
          <p:cNvPr id="42" name="Text Placeholder 36">
            <a:extLst>
              <a:ext uri="{FF2B5EF4-FFF2-40B4-BE49-F238E27FC236}">
                <a16:creationId xmlns:a16="http://schemas.microsoft.com/office/drawing/2014/main" id="{EC19E6BC-9BE4-AAD1-26F9-0B048E4C5DE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230795" y="2921221"/>
            <a:ext cx="1023716" cy="1023772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2023</a:t>
            </a:r>
            <a:endParaRPr lang="en-RU" dirty="0"/>
          </a:p>
        </p:txBody>
      </p:sp>
      <p:sp>
        <p:nvSpPr>
          <p:cNvPr id="43" name="Text Placeholder 36">
            <a:extLst>
              <a:ext uri="{FF2B5EF4-FFF2-40B4-BE49-F238E27FC236}">
                <a16:creationId xmlns:a16="http://schemas.microsoft.com/office/drawing/2014/main" id="{1DF22A9F-A8D1-3219-A9DD-EE9BA4B730FA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11024" y="2921221"/>
            <a:ext cx="1023716" cy="1023772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2024</a:t>
            </a:r>
            <a:endParaRPr lang="en-RU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F7BD30A-CFB7-8EB6-C338-8A46B9F9C703}"/>
              </a:ext>
            </a:extLst>
          </p:cNvPr>
          <p:cNvSpPr/>
          <p:nvPr userDrawn="1"/>
        </p:nvSpPr>
        <p:spPr>
          <a:xfrm>
            <a:off x="-46081" y="2835595"/>
            <a:ext cx="11386745" cy="1194774"/>
          </a:xfrm>
          <a:custGeom>
            <a:avLst/>
            <a:gdLst>
              <a:gd name="connsiteX0" fmla="*/ 0 w 24208695"/>
              <a:gd name="connsiteY0" fmla="*/ 0 h 2540000"/>
              <a:gd name="connsiteX1" fmla="*/ 22938695 w 24208695"/>
              <a:gd name="connsiteY1" fmla="*/ 0 h 2540000"/>
              <a:gd name="connsiteX2" fmla="*/ 24208695 w 24208695"/>
              <a:gd name="connsiteY2" fmla="*/ 1270000 h 2540000"/>
              <a:gd name="connsiteX3" fmla="*/ 22938695 w 24208695"/>
              <a:gd name="connsiteY3" fmla="*/ 2540000 h 2540000"/>
              <a:gd name="connsiteX4" fmla="*/ 0 w 24208695"/>
              <a:gd name="connsiteY4" fmla="*/ 2539999 h 2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08695" h="2540000">
                <a:moveTo>
                  <a:pt x="0" y="0"/>
                </a:moveTo>
                <a:lnTo>
                  <a:pt x="22938695" y="0"/>
                </a:lnTo>
                <a:cubicBezTo>
                  <a:pt x="23640099" y="0"/>
                  <a:pt x="24208695" y="568598"/>
                  <a:pt x="24208695" y="1270000"/>
                </a:cubicBezTo>
                <a:cubicBezTo>
                  <a:pt x="24208695" y="1971402"/>
                  <a:pt x="23640095" y="2540000"/>
                  <a:pt x="22938695" y="2540000"/>
                </a:cubicBezTo>
                <a:lnTo>
                  <a:pt x="0" y="2539999"/>
                </a:ln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RU" sz="659" dirty="0" err="1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663953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092CE97-E07B-AF30-8CFA-6095FF1601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1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50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2045CB0-5DF7-8067-8B7D-96EC8A535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1"/>
            <a:ext cx="5905593" cy="735671"/>
          </a:xfrm>
        </p:spPr>
        <p:txBody>
          <a:bodyPr/>
          <a:lstStyle/>
          <a:p>
            <a:r>
              <a:rPr lang="ru-RU" dirty="0"/>
              <a:t>Карта</a:t>
            </a:r>
            <a:endParaRPr lang="en-RU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6F18BE4-98DB-A5D1-2442-6F7ED2D121F2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6EFDE7B-E6D6-E8D4-5348-1F4937C35A53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524D55A-1204-6030-6601-0422D5022D8B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F4B9648-F8CC-062C-58C0-7F0E7DAB5730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C99593C-354C-E1E2-F3E7-86EA35C1FC23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38E754C-00A4-F732-1988-DD729D62A6D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407" y="1839131"/>
            <a:ext cx="2370750" cy="92940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Описание</a:t>
            </a:r>
          </a:p>
        </p:txBody>
      </p:sp>
    </p:spTree>
    <p:extLst>
      <p:ext uri="{BB962C8B-B14F-4D97-AF65-F5344CB8AC3E}">
        <p14:creationId xmlns:p14="http://schemas.microsoft.com/office/powerpoint/2010/main" val="2108063441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092CE97-E07B-AF30-8CFA-6095FF1601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1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50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2045CB0-5DF7-8067-8B7D-96EC8A535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1"/>
            <a:ext cx="5905593" cy="735671"/>
          </a:xfrm>
        </p:spPr>
        <p:txBody>
          <a:bodyPr/>
          <a:lstStyle/>
          <a:p>
            <a:r>
              <a:rPr lang="ru-RU" dirty="0"/>
              <a:t>Карта</a:t>
            </a:r>
            <a:endParaRPr lang="en-RU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6F18BE4-98DB-A5D1-2442-6F7ED2D121F2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6EFDE7B-E6D6-E8D4-5348-1F4937C35A53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524D55A-1204-6030-6601-0422D5022D8B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F4B9648-F8CC-062C-58C0-7F0E7DAB5730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C99593C-354C-E1E2-F3E7-86EA35C1FC23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38E754C-00A4-F732-1988-DD729D62A6D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407" y="1839131"/>
            <a:ext cx="2370750" cy="92940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Описание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342634-CE53-608F-0639-267744F0FE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63446" y="1304544"/>
            <a:ext cx="2394644" cy="1534537"/>
          </a:xfrm>
          <a:solidFill>
            <a:srgbClr val="2B2B2B"/>
          </a:solidFill>
        </p:spPr>
        <p:txBody>
          <a:bodyPr lIns="360000" tIns="360000" rIns="360000">
            <a:normAutofit/>
          </a:bodyPr>
          <a:lstStyle>
            <a:lvl1pPr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pPr lvl="0"/>
            <a:r>
              <a:rPr lang="ru-RU" dirty="0"/>
              <a:t>Текст об особенностях местности, немного фактов и информации.</a:t>
            </a:r>
            <a:endParaRPr lang="en-RU" dirty="0"/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019ADDC9-35B5-242B-E5D4-FD05E2A9273D}"/>
              </a:ext>
            </a:extLst>
          </p:cNvPr>
          <p:cNvSpPr>
            <a:spLocks noGrp="1"/>
          </p:cNvSpPr>
          <p:nvPr>
            <p:ph type="tbl" sz="quarter" idx="29" hasCustomPrompt="1"/>
          </p:nvPr>
        </p:nvSpPr>
        <p:spPr>
          <a:xfrm>
            <a:off x="5149941" y="2839081"/>
            <a:ext cx="21654" cy="458494"/>
          </a:xfrm>
          <a:solidFill>
            <a:srgbClr val="2B2B2B"/>
          </a:solidFill>
          <a:ln w="12700">
            <a:noFill/>
          </a:ln>
        </p:spPr>
        <p:txBody>
          <a:bodyPr/>
          <a:lstStyle/>
          <a:p>
            <a:r>
              <a:rPr lang="ru-RU" dirty="0"/>
              <a:t> </a:t>
            </a:r>
            <a:endParaRPr lang="en-RU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6F7B6A51-66B4-7BDD-1640-E95DB37A26C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160390" y="2081542"/>
            <a:ext cx="807922" cy="565277"/>
          </a:xfrm>
        </p:spPr>
        <p:txBody>
          <a:bodyPr/>
          <a:lstStyle/>
          <a:p>
            <a:r>
              <a:rPr lang="ru-RU" dirty="0"/>
              <a:t> </a:t>
            </a:r>
            <a:endParaRPr lang="en-RU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4E5AB057-10E2-F0EB-E98B-52D9A51F796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74111" y="2648664"/>
            <a:ext cx="2394644" cy="1534537"/>
          </a:xfrm>
          <a:solidFill>
            <a:srgbClr val="2B2B2B"/>
          </a:solidFill>
        </p:spPr>
        <p:txBody>
          <a:bodyPr lIns="360000" tIns="360000" rIns="360000">
            <a:normAutofit/>
          </a:bodyPr>
          <a:lstStyle>
            <a:lvl1pPr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pPr lvl="0"/>
            <a:r>
              <a:rPr lang="ru-RU" dirty="0"/>
              <a:t>Текст об особенностях местности, немного фактов и информации.</a:t>
            </a:r>
            <a:endParaRPr lang="en-RU" dirty="0"/>
          </a:p>
        </p:txBody>
      </p:sp>
      <p:sp>
        <p:nvSpPr>
          <p:cNvPr id="4" name="Table Placeholder 10">
            <a:extLst>
              <a:ext uri="{FF2B5EF4-FFF2-40B4-BE49-F238E27FC236}">
                <a16:creationId xmlns:a16="http://schemas.microsoft.com/office/drawing/2014/main" id="{609ACFF8-CFD2-D3A3-3916-D9B90E2B6EBA}"/>
              </a:ext>
            </a:extLst>
          </p:cNvPr>
          <p:cNvSpPr>
            <a:spLocks noGrp="1"/>
          </p:cNvSpPr>
          <p:nvPr>
            <p:ph type="tbl" sz="quarter" idx="32" hasCustomPrompt="1"/>
          </p:nvPr>
        </p:nvSpPr>
        <p:spPr>
          <a:xfrm>
            <a:off x="8160606" y="4183201"/>
            <a:ext cx="21654" cy="458494"/>
          </a:xfrm>
          <a:solidFill>
            <a:srgbClr val="2B2B2B"/>
          </a:solidFill>
          <a:ln w="12700">
            <a:noFill/>
          </a:ln>
        </p:spPr>
        <p:txBody>
          <a:bodyPr/>
          <a:lstStyle/>
          <a:p>
            <a:r>
              <a:rPr lang="ru-RU" dirty="0"/>
              <a:t> </a:t>
            </a:r>
            <a:endParaRPr lang="en-RU" dirty="0"/>
          </a:p>
        </p:txBody>
      </p:sp>
      <p:sp>
        <p:nvSpPr>
          <p:cNvPr id="8" name="Picture Placeholder 18">
            <a:extLst>
              <a:ext uri="{FF2B5EF4-FFF2-40B4-BE49-F238E27FC236}">
                <a16:creationId xmlns:a16="http://schemas.microsoft.com/office/drawing/2014/main" id="{9B4A871E-0E85-3E13-886A-D8482B3A9C5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171055" y="3417982"/>
            <a:ext cx="807922" cy="565277"/>
          </a:xfrm>
        </p:spPr>
        <p:txBody>
          <a:bodyPr/>
          <a:lstStyle/>
          <a:p>
            <a:r>
              <a:rPr lang="ru-RU" dirty="0"/>
              <a:t> 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740031603"/>
      </p:ext>
    </p:extLst>
  </p:cSld>
  <p:clrMapOvr>
    <a:masterClrMapping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092CE97-E07B-AF30-8CFA-6095FF1601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1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50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2045CB0-5DF7-8067-8B7D-96EC8A535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1"/>
            <a:ext cx="5905593" cy="735671"/>
          </a:xfrm>
        </p:spPr>
        <p:txBody>
          <a:bodyPr/>
          <a:lstStyle/>
          <a:p>
            <a:r>
              <a:rPr lang="ru-RU" dirty="0"/>
              <a:t>Карта</a:t>
            </a:r>
            <a:endParaRPr lang="en-RU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6F18BE4-98DB-A5D1-2442-6F7ED2D121F2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6EFDE7B-E6D6-E8D4-5348-1F4937C35A53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524D55A-1204-6030-6601-0422D5022D8B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F4B9648-F8CC-062C-58C0-7F0E7DAB5730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C99593C-354C-E1E2-F3E7-86EA35C1FC23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38E754C-00A4-F732-1988-DD729D62A6D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407" y="1839131"/>
            <a:ext cx="2370750" cy="92940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Описание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019ADDC9-35B5-242B-E5D4-FD05E2A9273D}"/>
              </a:ext>
            </a:extLst>
          </p:cNvPr>
          <p:cNvSpPr>
            <a:spLocks noGrp="1"/>
          </p:cNvSpPr>
          <p:nvPr>
            <p:ph type="tbl" sz="quarter" idx="29" hasCustomPrompt="1"/>
          </p:nvPr>
        </p:nvSpPr>
        <p:spPr>
          <a:xfrm>
            <a:off x="5149941" y="2839081"/>
            <a:ext cx="21654" cy="458494"/>
          </a:xfrm>
          <a:solidFill>
            <a:schemeClr val="accent6"/>
          </a:solidFill>
          <a:ln w="12700">
            <a:noFill/>
          </a:ln>
        </p:spPr>
        <p:txBody>
          <a:bodyPr/>
          <a:lstStyle/>
          <a:p>
            <a:r>
              <a:rPr lang="ru-RU" dirty="0"/>
              <a:t> </a:t>
            </a:r>
            <a:endParaRPr lang="en-RU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D216EA-3425-4AC2-BFAC-2D2174C8C29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33477" y="2148339"/>
            <a:ext cx="2854582" cy="10006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</p:spPr>
        <p:txBody>
          <a:bodyPr wrap="none" lIns="360000" tIns="251999" rIns="360000" bIns="251999" anchor="ctr">
            <a:spAutoFit/>
          </a:bodyPr>
          <a:lstStyle>
            <a:lvl1pPr algn="ctr">
              <a:defRPr sz="1317" b="0" i="0">
                <a:solidFill>
                  <a:schemeClr val="bg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algn="ctr">
              <a:defRPr sz="1317"/>
            </a:lvl2pPr>
            <a:lvl3pPr algn="ctr">
              <a:defRPr sz="1317"/>
            </a:lvl3pPr>
            <a:lvl4pPr algn="ctr">
              <a:defRPr sz="1317"/>
            </a:lvl4pPr>
            <a:lvl5pPr algn="ctr">
              <a:defRPr sz="1317"/>
            </a:lvl5pPr>
          </a:lstStyle>
          <a:p>
            <a:pPr lvl="0"/>
            <a:r>
              <a:rPr lang="ru-RU" dirty="0"/>
              <a:t>19 млн пользователей</a:t>
            </a:r>
            <a:endParaRPr lang="en-RU" dirty="0"/>
          </a:p>
        </p:txBody>
      </p:sp>
      <p:sp>
        <p:nvSpPr>
          <p:cNvPr id="20" name="Table Placeholder 10">
            <a:extLst>
              <a:ext uri="{FF2B5EF4-FFF2-40B4-BE49-F238E27FC236}">
                <a16:creationId xmlns:a16="http://schemas.microsoft.com/office/drawing/2014/main" id="{14E4AEDA-DFA6-DE8B-D4B9-A56136C53071}"/>
              </a:ext>
            </a:extLst>
          </p:cNvPr>
          <p:cNvSpPr>
            <a:spLocks noGrp="1"/>
          </p:cNvSpPr>
          <p:nvPr>
            <p:ph type="tbl" sz="quarter" idx="35" hasCustomPrompt="1"/>
          </p:nvPr>
        </p:nvSpPr>
        <p:spPr>
          <a:xfrm>
            <a:off x="6735916" y="5097203"/>
            <a:ext cx="21654" cy="458494"/>
          </a:xfrm>
          <a:solidFill>
            <a:schemeClr val="accent6"/>
          </a:solidFill>
          <a:ln w="12700">
            <a:noFill/>
          </a:ln>
        </p:spPr>
        <p:txBody>
          <a:bodyPr/>
          <a:lstStyle/>
          <a:p>
            <a:r>
              <a:rPr lang="ru-RU" dirty="0"/>
              <a:t> </a:t>
            </a:r>
            <a:endParaRPr lang="en-RU" dirty="0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7345810F-8DFE-B76F-37C2-4A0B2A51DDE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42757" y="4406461"/>
            <a:ext cx="2807973" cy="10006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50800">
            <a:solidFill>
              <a:schemeClr val="accent6"/>
            </a:solidFill>
          </a:ln>
        </p:spPr>
        <p:txBody>
          <a:bodyPr wrap="none" lIns="360000" tIns="251999" rIns="360000" bIns="251999" anchor="ctr">
            <a:spAutoFit/>
          </a:bodyPr>
          <a:lstStyle>
            <a:lvl1pPr algn="ctr">
              <a:defRPr sz="1317" b="0" i="0">
                <a:solidFill>
                  <a:schemeClr val="accent6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algn="ctr">
              <a:defRPr sz="1317"/>
            </a:lvl2pPr>
            <a:lvl3pPr algn="ctr">
              <a:defRPr sz="1317"/>
            </a:lvl3pPr>
            <a:lvl4pPr algn="ctr">
              <a:defRPr sz="1317"/>
            </a:lvl4pPr>
            <a:lvl5pPr algn="ctr">
              <a:defRPr sz="1317"/>
            </a:lvl5pPr>
          </a:lstStyle>
          <a:p>
            <a:pPr lvl="0"/>
            <a:r>
              <a:rPr lang="ru-RU" dirty="0"/>
              <a:t>6 млн пользователей</a:t>
            </a:r>
            <a:endParaRPr lang="en-RU" dirty="0"/>
          </a:p>
        </p:txBody>
      </p:sp>
      <p:sp>
        <p:nvSpPr>
          <p:cNvPr id="22" name="Table Placeholder 10">
            <a:extLst>
              <a:ext uri="{FF2B5EF4-FFF2-40B4-BE49-F238E27FC236}">
                <a16:creationId xmlns:a16="http://schemas.microsoft.com/office/drawing/2014/main" id="{D2DA40FF-623D-D260-6EC4-038E94C79A7B}"/>
              </a:ext>
            </a:extLst>
          </p:cNvPr>
          <p:cNvSpPr>
            <a:spLocks noGrp="1"/>
          </p:cNvSpPr>
          <p:nvPr>
            <p:ph type="tbl" sz="quarter" idx="37" hasCustomPrompt="1"/>
          </p:nvPr>
        </p:nvSpPr>
        <p:spPr>
          <a:xfrm>
            <a:off x="9499277" y="2217447"/>
            <a:ext cx="21654" cy="458494"/>
          </a:xfrm>
          <a:solidFill>
            <a:schemeClr val="accent6"/>
          </a:solidFill>
          <a:ln w="12700">
            <a:noFill/>
          </a:ln>
        </p:spPr>
        <p:txBody>
          <a:bodyPr/>
          <a:lstStyle/>
          <a:p>
            <a:r>
              <a:rPr lang="ru-RU" dirty="0"/>
              <a:t> </a:t>
            </a:r>
            <a:endParaRPr lang="en-RU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7947E6B-7D78-62FD-2F07-0CA4A0D3A97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08801" y="1526705"/>
            <a:ext cx="2802606" cy="10006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50800">
            <a:solidFill>
              <a:schemeClr val="accent6"/>
            </a:solidFill>
          </a:ln>
        </p:spPr>
        <p:txBody>
          <a:bodyPr wrap="none" lIns="360000" tIns="251999" rIns="360000" bIns="251999" anchor="ctr">
            <a:spAutoFit/>
          </a:bodyPr>
          <a:lstStyle>
            <a:lvl1pPr algn="ctr">
              <a:defRPr sz="1317" b="0" i="0">
                <a:solidFill>
                  <a:schemeClr val="accent6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algn="ctr">
              <a:defRPr sz="1317"/>
            </a:lvl2pPr>
            <a:lvl3pPr algn="ctr">
              <a:defRPr sz="1317"/>
            </a:lvl3pPr>
            <a:lvl4pPr algn="ctr">
              <a:defRPr sz="1317"/>
            </a:lvl4pPr>
            <a:lvl5pPr algn="ctr">
              <a:defRPr sz="1317"/>
            </a:lvl5pPr>
          </a:lstStyle>
          <a:p>
            <a:pPr lvl="0"/>
            <a:r>
              <a:rPr lang="ru-RU" dirty="0"/>
              <a:t>2 млн пользователей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47358235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Пользовательский макет">
    <p:bg>
      <p:bgPr>
        <a:solidFill>
          <a:srgbClr val="FE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Прямая соединительная линия 6"/>
          <p:cNvCxnSpPr/>
          <p:nvPr userDrawn="1"/>
        </p:nvCxnSpPr>
        <p:spPr>
          <a:xfrm>
            <a:off x="95394" y="6733107"/>
            <a:ext cx="0" cy="436153"/>
          </a:xfrm>
          <a:prstGeom prst="line">
            <a:avLst/>
          </a:prstGeom>
          <a:ln w="25400" cap="rnd">
            <a:solidFill>
              <a:srgbClr val="FEFF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Прямоугольник 238"/>
          <p:cNvSpPr/>
          <p:nvPr userDrawn="1"/>
        </p:nvSpPr>
        <p:spPr>
          <a:xfrm>
            <a:off x="-155501" y="6858000"/>
            <a:ext cx="12347501" cy="48625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81" dirty="0" err="1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40" name="Text Placeholder 13">
            <a:extLst>
              <a:ext uri="{FF2B5EF4-FFF2-40B4-BE49-F238E27FC236}">
                <a16:creationId xmlns:a16="http://schemas.microsoft.com/office/drawing/2014/main" id="{E4CB1BE9-50A2-7C4D-9CF7-3464B2DF4FF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2743" y="413019"/>
            <a:ext cx="11427943" cy="843666"/>
          </a:xfrm>
          <a:prstGeom prst="rect">
            <a:avLst/>
          </a:prstGeom>
        </p:spPr>
        <p:txBody>
          <a:bodyPr lIns="0" tIns="0"/>
          <a:lstStyle>
            <a:lvl1pPr marL="0" indent="0" algn="l">
              <a:lnSpc>
                <a:spcPct val="80000"/>
              </a:lnSpc>
              <a:buFontTx/>
              <a:buNone/>
              <a:defRPr sz="2963" b="0" i="0">
                <a:solidFill>
                  <a:srgbClr val="020202"/>
                </a:solidFill>
                <a:latin typeface="MTS Sans UltraWide" panose="02000000000000000000" pitchFamily="50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 СЛАЙДА</a:t>
            </a:r>
            <a:endParaRPr lang="x-none" dirty="0"/>
          </a:p>
        </p:txBody>
      </p:sp>
      <p:sp>
        <p:nvSpPr>
          <p:cNvPr id="6" name="Таблица 5"/>
          <p:cNvSpPr>
            <a:spLocks noGrp="1"/>
          </p:cNvSpPr>
          <p:nvPr>
            <p:ph type="tbl" sz="quarter" idx="28"/>
          </p:nvPr>
        </p:nvSpPr>
        <p:spPr>
          <a:xfrm>
            <a:off x="382995" y="1256685"/>
            <a:ext cx="11427691" cy="5219943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rgbClr val="020202"/>
                </a:solidFill>
                <a:latin typeface="+mj-lt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4733595"/>
      </p:ext>
    </p:extLst>
  </p:cSld>
  <p:clrMapOvr>
    <a:masterClrMapping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43776" y="714513"/>
            <a:ext cx="7962295" cy="2387600"/>
          </a:xfrm>
        </p:spPr>
        <p:txBody>
          <a:bodyPr anchor="t" anchorCtr="0">
            <a:noAutofit/>
          </a:bodyPr>
          <a:lstStyle>
            <a:lvl1pPr algn="l">
              <a:defRPr sz="7000" b="0" i="0">
                <a:latin typeface="MTS Wide Medium" panose="020B0306020102020303" pitchFamily="34" charset="0"/>
                <a:ea typeface="MTS Wide Medium" panose="020B0306020102020303" pitchFamily="34" charset="0"/>
                <a:cs typeface="MTS Wide Medium" panose="020B03060201020203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43776" y="3141869"/>
            <a:ext cx="7962295" cy="76385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600" b="0" i="0">
                <a:latin typeface="MTS Wide" panose="020B0306020102020303" pitchFamily="34" charset="0"/>
                <a:ea typeface="MTS Wide" panose="020B0306020102020303" pitchFamily="34" charset="0"/>
                <a:cs typeface="MTS Wide" panose="020B03060201020203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70B70DA-8763-12B9-6A17-A4DF1582E0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80712" y="0"/>
            <a:ext cx="2511287" cy="167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13670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804DFDC-68C4-A87B-48FA-17AF78670C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2F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43776" y="714513"/>
            <a:ext cx="7962295" cy="2387600"/>
          </a:xfrm>
        </p:spPr>
        <p:txBody>
          <a:bodyPr anchor="t" anchorCtr="0">
            <a:noAutofit/>
          </a:bodyPr>
          <a:lstStyle>
            <a:lvl1pPr algn="l">
              <a:defRPr sz="7000" b="0" i="0">
                <a:solidFill>
                  <a:schemeClr val="bg1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MTS Wide Medium" panose="020B03060201020203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43776" y="3141869"/>
            <a:ext cx="7962295" cy="76385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600" b="0" i="0">
                <a:solidFill>
                  <a:schemeClr val="bg1"/>
                </a:solidFill>
                <a:latin typeface="MTS Wide" panose="020B0306020102020303" pitchFamily="34" charset="0"/>
                <a:ea typeface="MTS Wide" panose="020B0306020102020303" pitchFamily="34" charset="0"/>
                <a:cs typeface="MTS Wide" panose="020B03060201020203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70B70DA-8763-12B9-6A17-A4DF1582E0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80712" y="0"/>
            <a:ext cx="2511287" cy="167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843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D56946A-DF03-B1D8-31E0-48615FEAAEF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9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43776" y="714513"/>
            <a:ext cx="7962295" cy="2387600"/>
          </a:xfrm>
        </p:spPr>
        <p:txBody>
          <a:bodyPr anchor="t" anchorCtr="0">
            <a:noAutofit/>
          </a:bodyPr>
          <a:lstStyle>
            <a:lvl1pPr algn="l">
              <a:defRPr sz="7000" b="0" i="0">
                <a:latin typeface="MTS Wide Medium" panose="020B0306020102020303" pitchFamily="34" charset="0"/>
                <a:ea typeface="MTS Wide Medium" panose="020B0306020102020303" pitchFamily="34" charset="0"/>
                <a:cs typeface="MTS Wide Medium" panose="020B03060201020203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43776" y="3141869"/>
            <a:ext cx="7962295" cy="76385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600" b="0" i="0">
                <a:latin typeface="MTS Wide" panose="020B0306020102020303" pitchFamily="34" charset="0"/>
                <a:ea typeface="MTS Wide" panose="020B0306020102020303" pitchFamily="34" charset="0"/>
                <a:cs typeface="MTS Wide" panose="020B03060201020203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70B70DA-8763-12B9-6A17-A4DF1582E0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80712" y="0"/>
            <a:ext cx="2511287" cy="167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66971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E912D14-C5A1-94E4-AFDE-E7DE76DFBD8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43776" y="714513"/>
            <a:ext cx="7962295" cy="2387600"/>
          </a:xfrm>
        </p:spPr>
        <p:txBody>
          <a:bodyPr anchor="t" anchorCtr="0">
            <a:noAutofit/>
          </a:bodyPr>
          <a:lstStyle>
            <a:lvl1pPr algn="l">
              <a:defRPr sz="7000" b="0" i="0">
                <a:solidFill>
                  <a:schemeClr val="bg1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MTS Wide Medium" panose="020B03060201020203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43776" y="3141869"/>
            <a:ext cx="7962295" cy="76385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600" b="0" i="0">
                <a:solidFill>
                  <a:schemeClr val="bg1"/>
                </a:solidFill>
                <a:latin typeface="MTS Wide" panose="020B0306020102020303" pitchFamily="34" charset="0"/>
                <a:ea typeface="MTS Wide" panose="020B0306020102020303" pitchFamily="34" charset="0"/>
                <a:cs typeface="MTS Wide" panose="020B03060201020203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4F66224-0113-CD4F-1E84-544C34A2CB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3627" y="0"/>
            <a:ext cx="2528373" cy="167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25676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43775" y="1907450"/>
            <a:ext cx="9144000" cy="2387600"/>
          </a:xfrm>
        </p:spPr>
        <p:txBody>
          <a:bodyPr anchor="b">
            <a:noAutofit/>
          </a:bodyPr>
          <a:lstStyle>
            <a:lvl1pPr algn="l">
              <a:defRPr sz="7000" b="0" i="0">
                <a:latin typeface="MTS Wide Medium" panose="020B0306020102020303" pitchFamily="34" charset="0"/>
                <a:ea typeface="MTS Wide Medium" panose="020B0306020102020303" pitchFamily="34" charset="0"/>
                <a:cs typeface="MTS Wide Medium" panose="020B03060201020203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43775" y="4298668"/>
            <a:ext cx="9144000" cy="763858"/>
          </a:xfrm>
        </p:spPr>
        <p:txBody>
          <a:bodyPr>
            <a:normAutofit/>
          </a:bodyPr>
          <a:lstStyle>
            <a:lvl1pPr marL="0" indent="0" algn="l">
              <a:buNone/>
              <a:defRPr sz="2600" b="0" i="0">
                <a:latin typeface="MTS Text Medium" panose="020B0306020102020303" pitchFamily="34" charset="0"/>
                <a:ea typeface="MTS Text Medium" panose="020B0306020102020303" pitchFamily="34" charset="0"/>
                <a:cs typeface="MTS Text Medium" panose="020B03060201020203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73006781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B52BE-A9A1-784E-9F07-76F59725F6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062059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_cle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B52BE-A9A1-784E-9F07-76F59725F6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991671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Content_cle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6E024AF-96F0-8D8F-E0C6-59DD4BA1A0D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62B52BE-A9A1-784E-9F07-76F59725F6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452733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Content_cle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6E024AF-96F0-8D8F-E0C6-59DD4BA1A0D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62B52BE-A9A1-784E-9F07-76F59725F6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61028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Content_cle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6E024AF-96F0-8D8F-E0C6-59DD4BA1A0D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2F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62B52BE-A9A1-784E-9F07-76F59725F6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33090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CBBC297-30EF-B7B7-FA05-08FC549A8E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4696065"/>
            <a:ext cx="10406063" cy="1325563"/>
          </a:xfrm>
        </p:spPr>
        <p:txBody>
          <a:bodyPr anchor="b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ПЕРЕБИВКА</a:t>
            </a:r>
            <a:br>
              <a:rPr lang="ru-RU" dirty="0"/>
            </a:br>
            <a:r>
              <a:rPr lang="ru-RU" dirty="0"/>
              <a:t>В ДВЕ ИЛИ ТРИ СТРОКИ</a:t>
            </a:r>
          </a:p>
        </p:txBody>
      </p:sp>
    </p:spTree>
    <p:extLst>
      <p:ext uri="{BB962C8B-B14F-4D97-AF65-F5344CB8AC3E}">
        <p14:creationId xmlns:p14="http://schemas.microsoft.com/office/powerpoint/2010/main" val="116675179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CBBC297-30EF-B7B7-FA05-08FC549A8E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9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4696065"/>
            <a:ext cx="10406063" cy="1325563"/>
          </a:xfrm>
        </p:spPr>
        <p:txBody>
          <a:bodyPr anchor="b" anchorCtr="0">
            <a:noAutofit/>
          </a:bodyPr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ru-RU" dirty="0"/>
              <a:t>ПЕРЕБИВКА</a:t>
            </a:r>
            <a:br>
              <a:rPr lang="ru-RU" dirty="0"/>
            </a:br>
            <a:r>
              <a:rPr lang="ru-RU" dirty="0"/>
              <a:t>В ДВЕ ИЛИ ТРИ СТРОКИ</a:t>
            </a:r>
          </a:p>
        </p:txBody>
      </p:sp>
    </p:spTree>
    <p:extLst>
      <p:ext uri="{BB962C8B-B14F-4D97-AF65-F5344CB8AC3E}">
        <p14:creationId xmlns:p14="http://schemas.microsoft.com/office/powerpoint/2010/main" val="149800535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B52BE-A9A1-784E-9F07-76F59725F6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29748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0163" y="1658552"/>
            <a:ext cx="3932237" cy="4697798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3000"/>
            </a:lvl1pPr>
          </a:lstStyle>
          <a:p>
            <a:r>
              <a:rPr lang="ru-RU" dirty="0"/>
              <a:t>АЛЬТЕРНА-ТИВНОЕ</a:t>
            </a:r>
            <a:br>
              <a:rPr lang="ru-RU" dirty="0"/>
            </a:br>
            <a:r>
              <a:rPr lang="ru-RU" dirty="0"/>
              <a:t>РАСПОЛО-ЖЕНИЕ </a:t>
            </a:r>
            <a:br>
              <a:rPr lang="ru-RU" dirty="0"/>
            </a:br>
            <a:r>
              <a:rPr lang="ru-RU" dirty="0"/>
              <a:t>ТЕКСТА</a:t>
            </a:r>
            <a:r>
              <a:rPr lang="en-US" dirty="0"/>
              <a:t>.</a:t>
            </a:r>
            <a:br>
              <a:rPr lang="en-US" dirty="0"/>
            </a:br>
            <a:r>
              <a:rPr lang="ru-RU" dirty="0"/>
              <a:t>САМАЯ ВАЖ-</a:t>
            </a:r>
            <a:br>
              <a:rPr lang="ru-RU" dirty="0"/>
            </a:br>
            <a:r>
              <a:rPr lang="ru-RU" dirty="0"/>
              <a:t>НАЯ МЫСЛЬ, ГРАМОТНЫЕ ПЕРЕНОСЫ ДОПУСТИМЫ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B52BE-A9A1-784E-9F07-76F59725F6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143686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DCE5686-E8D8-4BA3-5A2F-77B079891D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3776" y="3027092"/>
            <a:ext cx="7962295" cy="2387600"/>
          </a:xfrm>
        </p:spPr>
        <p:txBody>
          <a:bodyPr anchor="b" anchorCtr="0">
            <a:noAutofit/>
          </a:bodyPr>
          <a:lstStyle>
            <a:lvl1pPr algn="l">
              <a:defRPr sz="7000" b="0" i="0">
                <a:latin typeface="MTS Wide Medium" panose="020B0306020102020303" pitchFamily="34" charset="0"/>
                <a:ea typeface="MTS Wide Medium" panose="020B0306020102020303" pitchFamily="34" charset="0"/>
                <a:cs typeface="MTS Wide Medium" panose="020B03060201020203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2AD9E1D-D82E-9AB0-86C5-DE233EC7E4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80712" y="0"/>
            <a:ext cx="2511287" cy="1674193"/>
          </a:xfrm>
          <a:prstGeom prst="rect">
            <a:avLst/>
          </a:prstGeom>
        </p:spPr>
      </p:pic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4732C507-F250-79A6-7611-4C4FB5FB4D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775" y="5414692"/>
            <a:ext cx="9144000" cy="763858"/>
          </a:xfrm>
        </p:spPr>
        <p:txBody>
          <a:bodyPr>
            <a:normAutofit/>
          </a:bodyPr>
          <a:lstStyle>
            <a:lvl1pPr marL="0" indent="0" algn="l">
              <a:buNone/>
              <a:defRPr sz="2600" b="0" i="0">
                <a:latin typeface="MTS Text Medium" panose="020B0306020102020303" pitchFamily="34" charset="0"/>
                <a:ea typeface="MTS Text Medium" panose="020B0306020102020303" pitchFamily="34" charset="0"/>
                <a:cs typeface="MTS Text Medium" panose="020B03060201020203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03F9CEB3-4CAA-D12C-EDA6-9B46A0DA5FBF}"/>
              </a:ext>
            </a:extLst>
          </p:cNvPr>
          <p:cNvSpPr txBox="1">
            <a:spLocks/>
          </p:cNvSpPr>
          <p:nvPr userDrawn="1"/>
        </p:nvSpPr>
        <p:spPr>
          <a:xfrm>
            <a:off x="843775" y="875203"/>
            <a:ext cx="9144000" cy="7638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Font typeface="Arial"/>
              <a:buNone/>
              <a:defRPr sz="2600" b="0" i="0" kern="120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MTS Text Medium" panose="020B03060201020203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/>
              <a:buNone/>
              <a:defRPr sz="2000" b="0" i="0" kern="120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  <a:cs typeface="MTS Text" panose="020B0306020102020303" pitchFamily="34" charset="0"/>
              </a:defRPr>
            </a:lvl2pPr>
            <a:lvl3pPr marL="91440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 sz="1800" b="0" i="0" kern="120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  <a:cs typeface="MTS Text" panose="020B03060201020203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MTS Sans" charset="0"/>
                <a:ea typeface="MTS Sans" charset="0"/>
                <a:cs typeface="MTS Sans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MTS Sans" charset="0"/>
                <a:ea typeface="MTS Sans" charset="0"/>
                <a:cs typeface="MTS Sans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333701184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solidFill>
          <a:srgbClr val="8E8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DCE5686-E8D8-4BA3-5A2F-77B079891D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3776" y="3027092"/>
            <a:ext cx="7962295" cy="2387600"/>
          </a:xfrm>
        </p:spPr>
        <p:txBody>
          <a:bodyPr anchor="b" anchorCtr="0">
            <a:noAutofit/>
          </a:bodyPr>
          <a:lstStyle>
            <a:lvl1pPr algn="l">
              <a:defRPr sz="7000" b="0" i="0">
                <a:solidFill>
                  <a:schemeClr val="bg1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MTS Wide Medium" panose="020B03060201020203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4732C507-F250-79A6-7611-4C4FB5FB4D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775" y="5414692"/>
            <a:ext cx="9144000" cy="763858"/>
          </a:xfrm>
        </p:spPr>
        <p:txBody>
          <a:bodyPr>
            <a:normAutofit/>
          </a:bodyPr>
          <a:lstStyle>
            <a:lvl1pPr marL="0" indent="0" algn="l">
              <a:buNone/>
              <a:defRPr sz="2600" b="0" i="0">
                <a:solidFill>
                  <a:schemeClr val="bg1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MTS Text Medium" panose="020B03060201020203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03F9CEB3-4CAA-D12C-EDA6-9B46A0DA5FBF}"/>
              </a:ext>
            </a:extLst>
          </p:cNvPr>
          <p:cNvSpPr txBox="1">
            <a:spLocks/>
          </p:cNvSpPr>
          <p:nvPr userDrawn="1"/>
        </p:nvSpPr>
        <p:spPr>
          <a:xfrm>
            <a:off x="843775" y="875203"/>
            <a:ext cx="9144000" cy="7638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Font typeface="Arial"/>
              <a:buNone/>
              <a:defRPr sz="2600" b="0" i="0" kern="120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MTS Text Medium" panose="020B03060201020203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/>
              <a:buNone/>
              <a:defRPr sz="2000" b="0" i="0" kern="120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  <a:cs typeface="MTS Text" panose="020B0306020102020303" pitchFamily="34" charset="0"/>
              </a:defRPr>
            </a:lvl2pPr>
            <a:lvl3pPr marL="91440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 sz="1800" b="0" i="0" kern="120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  <a:cs typeface="MTS Text" panose="020B03060201020203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MTS Sans" charset="0"/>
                <a:ea typeface="MTS Sans" charset="0"/>
                <a:cs typeface="MTS Sans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MTS Sans" charset="0"/>
                <a:ea typeface="MTS Sans" charset="0"/>
                <a:cs typeface="MTS Sans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Дата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3E30412-DA6B-5C40-151F-337F755D01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3627" y="0"/>
            <a:ext cx="2528373" cy="167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05129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solidFill>
          <a:srgbClr val="E6E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DCE5686-E8D8-4BA3-5A2F-77B079891D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3776" y="3027092"/>
            <a:ext cx="7962295" cy="2387600"/>
          </a:xfrm>
        </p:spPr>
        <p:txBody>
          <a:bodyPr anchor="b" anchorCtr="0">
            <a:noAutofit/>
          </a:bodyPr>
          <a:lstStyle>
            <a:lvl1pPr algn="l">
              <a:defRPr sz="7000" b="0" i="0">
                <a:latin typeface="MTS Wide Medium" panose="020B0306020102020303" pitchFamily="34" charset="0"/>
                <a:ea typeface="MTS Wide Medium" panose="020B0306020102020303" pitchFamily="34" charset="0"/>
                <a:cs typeface="MTS Wide Medium" panose="020B03060201020203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2AD9E1D-D82E-9AB0-86C5-DE233EC7E4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80712" y="0"/>
            <a:ext cx="2511287" cy="1674193"/>
          </a:xfrm>
          <a:prstGeom prst="rect">
            <a:avLst/>
          </a:prstGeom>
        </p:spPr>
      </p:pic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4732C507-F250-79A6-7611-4C4FB5FB4D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775" y="5414692"/>
            <a:ext cx="9144000" cy="763858"/>
          </a:xfrm>
        </p:spPr>
        <p:txBody>
          <a:bodyPr>
            <a:normAutofit/>
          </a:bodyPr>
          <a:lstStyle>
            <a:lvl1pPr marL="0" indent="0" algn="l">
              <a:buNone/>
              <a:defRPr sz="2600" b="0" i="0">
                <a:latin typeface="MTS Text Medium" panose="020B0306020102020303" pitchFamily="34" charset="0"/>
                <a:ea typeface="MTS Text Medium" panose="020B0306020102020303" pitchFamily="34" charset="0"/>
                <a:cs typeface="MTS Text Medium" panose="020B03060201020203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85400348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solidFill>
          <a:srgbClr val="8E8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75712A5-E7BA-9787-6FB5-111583F3EA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3627" y="0"/>
            <a:ext cx="2528373" cy="167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8846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D200A4-C939-E2CE-085D-5BF484B600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C69D77-4532-FA58-B251-1AF01FC46E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175016503"/>
      </p:ext>
    </p:extLst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головком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7D6CB55B-8B87-B2FF-1410-131EA3C949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6B1A584-3E5C-D906-62EE-C17F9C87E9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Оглавление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200684567"/>
      </p:ext>
    </p:extLst>
  </p:cSld>
  <p:clrMapOvr>
    <a:masterClrMapping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головком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9A3A0E1-4168-571A-9CD9-7FC755A9D321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565832-D859-5D71-1EBA-7D8B78B742A5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B01AE81-473E-90D3-15D5-6590F2234B36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033378E-D784-8235-C829-D25B46216E4D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4DAE1A6-3A7F-12EB-556D-C5EA4B4BB63F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3D98A05D-6965-2052-67F1-75A028CC09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F3F6A58-6211-B93A-C5F9-F14103107D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Оглавление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504294862"/>
      </p:ext>
    </p:extLst>
  </p:cSld>
  <p:clrMapOvr>
    <a:masterClrMapping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главл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9A3A0E1-4168-571A-9CD9-7FC755A9D321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565832-D859-5D71-1EBA-7D8B78B742A5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B01AE81-473E-90D3-15D5-6590F2234B36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033378E-D784-8235-C829-D25B46216E4D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4DAE1A6-3A7F-12EB-556D-C5EA4B4BB63F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FF3C5B-5661-71B9-29A0-BA23C892BC18}"/>
              </a:ext>
            </a:extLst>
          </p:cNvPr>
          <p:cNvCxnSpPr>
            <a:cxnSpLocks/>
          </p:cNvCxnSpPr>
          <p:nvPr userDrawn="1"/>
        </p:nvCxnSpPr>
        <p:spPr>
          <a:xfrm>
            <a:off x="3132376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8CE4488-866C-8BA0-73B5-02F28E7493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9521" y="1440324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E6AADCA-0656-C742-7EB3-1E956864B0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39521" y="2782395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1E56D4-B980-D56D-3BE0-F210174071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39521" y="4124467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D6D83C6-BD43-B2B4-BC15-7717A3C706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39521" y="5466538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20739D9-20B2-6E54-4EBA-697F075857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32376" y="1440324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38F4A499-07C4-916F-C98E-EE0DBE0B0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2376" y="1634300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9C5774C-D0B8-3A33-4C97-A8E1DADD65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2376" y="2781282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F40A66B-464A-31B0-0689-F8A10B934C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32376" y="2975257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4C7E110-F9E9-4B7B-9485-CBAF9B6B96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2376" y="4119221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488F04D3-5F7D-6C84-DECF-747CF4C908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6" y="4313196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E5E0E09-EED9-76F0-D65B-BF01D19F11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2376" y="5466538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E1E9693-B311-9CD3-40CF-39E3AF9883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32376" y="5660513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6551FA8F-69D9-ADB5-1C62-D8958B47AA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43231" y="1440324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AC8A498-CCDC-282E-6841-542482BC1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43231" y="2782395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CC6D508-ABA7-C3A7-5C67-4432D59AA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43231" y="4124467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CBC15B5-4935-D30E-1CBD-707FC5617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43231" y="5466538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774B7833-9C2E-96FF-1FFB-936EB26D7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72368" y="1440324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14A16394-FF19-B1DC-2865-66A199C2EC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72368" y="1634300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E0CB8D96-D74E-1115-8A91-1B2484BADD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72368" y="2781282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F428653-B9CE-0CD5-DFEE-B4E4E0983DB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72368" y="2975257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238170CB-7E29-F254-3EC3-3298E0B21F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72368" y="4119221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0BFC6B6B-2ABA-EB50-ABA3-66C79A487F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72368" y="4313196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8A96A611-539E-5948-4742-EA8CC73119F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72368" y="5466538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32D4A0CC-8656-0740-F685-E0C2FB8E4A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72368" y="5660513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4BEB4EB-318A-5A12-FA2F-AC9C734E7C9A}"/>
              </a:ext>
            </a:extLst>
          </p:cNvPr>
          <p:cNvCxnSpPr>
            <a:cxnSpLocks/>
          </p:cNvCxnSpPr>
          <p:nvPr userDrawn="1"/>
        </p:nvCxnSpPr>
        <p:spPr>
          <a:xfrm>
            <a:off x="3132376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041C314-3976-9DB4-A062-581A6F3D0297}"/>
              </a:ext>
            </a:extLst>
          </p:cNvPr>
          <p:cNvCxnSpPr>
            <a:cxnSpLocks/>
          </p:cNvCxnSpPr>
          <p:nvPr userDrawn="1"/>
        </p:nvCxnSpPr>
        <p:spPr>
          <a:xfrm>
            <a:off x="3132376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36E7F6-BB02-8CF3-2ACC-A2899530D2ED}"/>
              </a:ext>
            </a:extLst>
          </p:cNvPr>
          <p:cNvCxnSpPr>
            <a:cxnSpLocks/>
          </p:cNvCxnSpPr>
          <p:nvPr userDrawn="1"/>
        </p:nvCxnSpPr>
        <p:spPr>
          <a:xfrm>
            <a:off x="3132376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B18007-34EB-4802-265A-36ACBE637E5A}"/>
              </a:ext>
            </a:extLst>
          </p:cNvPr>
          <p:cNvCxnSpPr>
            <a:cxnSpLocks/>
          </p:cNvCxnSpPr>
          <p:nvPr userDrawn="1"/>
        </p:nvCxnSpPr>
        <p:spPr>
          <a:xfrm>
            <a:off x="7863422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652785-279B-23EE-8E08-218DF6822A42}"/>
              </a:ext>
            </a:extLst>
          </p:cNvPr>
          <p:cNvCxnSpPr>
            <a:cxnSpLocks/>
          </p:cNvCxnSpPr>
          <p:nvPr userDrawn="1"/>
        </p:nvCxnSpPr>
        <p:spPr>
          <a:xfrm>
            <a:off x="7863422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B5CAF15-77CC-326B-7ECA-CA2B42906DF1}"/>
              </a:ext>
            </a:extLst>
          </p:cNvPr>
          <p:cNvCxnSpPr>
            <a:cxnSpLocks/>
          </p:cNvCxnSpPr>
          <p:nvPr userDrawn="1"/>
        </p:nvCxnSpPr>
        <p:spPr>
          <a:xfrm>
            <a:off x="7863422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12C011-7B08-939C-7635-0C1FF67455F7}"/>
              </a:ext>
            </a:extLst>
          </p:cNvPr>
          <p:cNvCxnSpPr>
            <a:cxnSpLocks/>
          </p:cNvCxnSpPr>
          <p:nvPr userDrawn="1"/>
        </p:nvCxnSpPr>
        <p:spPr>
          <a:xfrm>
            <a:off x="7863422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4CE81C-0DA7-1235-947C-E6E329283A91}"/>
              </a:ext>
            </a:extLst>
          </p:cNvPr>
          <p:cNvCxnSpPr>
            <a:cxnSpLocks/>
          </p:cNvCxnSpPr>
          <p:nvPr userDrawn="1"/>
        </p:nvCxnSpPr>
        <p:spPr>
          <a:xfrm>
            <a:off x="3132376" y="6692669"/>
            <a:ext cx="4131622" cy="0"/>
          </a:xfrm>
          <a:prstGeom prst="line">
            <a:avLst/>
          </a:prstGeom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CD6B02-81F9-F6C6-8CE7-E2C82EBBA018}"/>
              </a:ext>
            </a:extLst>
          </p:cNvPr>
          <p:cNvCxnSpPr>
            <a:cxnSpLocks/>
          </p:cNvCxnSpPr>
          <p:nvPr userDrawn="1"/>
        </p:nvCxnSpPr>
        <p:spPr>
          <a:xfrm>
            <a:off x="7863422" y="6692669"/>
            <a:ext cx="4131622" cy="0"/>
          </a:xfrm>
          <a:prstGeom prst="line">
            <a:avLst/>
          </a:prstGeom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74A15FAB-10A4-8072-F186-3DD9F6973B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7228398-C859-B5E6-F8FB-AF06CAE08E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Оглавление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180629841"/>
      </p:ext>
    </p:extLst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главл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9A3A0E1-4168-571A-9CD9-7FC755A9D321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565832-D859-5D71-1EBA-7D8B78B742A5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B01AE81-473E-90D3-15D5-6590F2234B36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033378E-D784-8235-C829-D25B46216E4D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4DAE1A6-3A7F-12EB-556D-C5EA4B4BB63F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FF3C5B-5661-71B9-29A0-BA23C892BC18}"/>
              </a:ext>
            </a:extLst>
          </p:cNvPr>
          <p:cNvCxnSpPr>
            <a:cxnSpLocks/>
          </p:cNvCxnSpPr>
          <p:nvPr userDrawn="1"/>
        </p:nvCxnSpPr>
        <p:spPr>
          <a:xfrm>
            <a:off x="3132376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8CE4488-866C-8BA0-73B5-02F28E7493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9521" y="1440324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E6AADCA-0656-C742-7EB3-1E956864B0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39521" y="2782395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1E56D4-B980-D56D-3BE0-F210174071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39521" y="4124467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D6D83C6-BD43-B2B4-BC15-7717A3C706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39521" y="5466538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20739D9-20B2-6E54-4EBA-697F075857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32376" y="1440324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38F4A499-07C4-916F-C98E-EE0DBE0B0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2376" y="1634300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9C5774C-D0B8-3A33-4C97-A8E1DADD65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2376" y="2781282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F40A66B-464A-31B0-0689-F8A10B934C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32376" y="2975257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4C7E110-F9E9-4B7B-9485-CBAF9B6B96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2376" y="4119221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488F04D3-5F7D-6C84-DECF-747CF4C908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6" y="4313196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E5E0E09-EED9-76F0-D65B-BF01D19F11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2376" y="5466538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E1E9693-B311-9CD3-40CF-39E3AF9883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32376" y="5660513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6551FA8F-69D9-ADB5-1C62-D8958B47AA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43231" y="1440324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AC8A498-CCDC-282E-6841-542482BC1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43231" y="2782395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CC6D508-ABA7-C3A7-5C67-4432D59AA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43231" y="4124467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CBC15B5-4935-D30E-1CBD-707FC5617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43231" y="5466538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774B7833-9C2E-96FF-1FFB-936EB26D7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72368" y="1440324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14A16394-FF19-B1DC-2865-66A199C2EC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72368" y="1634300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E0CB8D96-D74E-1115-8A91-1B2484BADD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72368" y="2781282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F428653-B9CE-0CD5-DFEE-B4E4E0983DB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72368" y="2975257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238170CB-7E29-F254-3EC3-3298E0B21F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72368" y="4119221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0BFC6B6B-2ABA-EB50-ABA3-66C79A487F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72368" y="4313196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8A96A611-539E-5948-4742-EA8CC73119F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72368" y="5466538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32D4A0CC-8656-0740-F685-E0C2FB8E4A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72368" y="5660513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4BEB4EB-318A-5A12-FA2F-AC9C734E7C9A}"/>
              </a:ext>
            </a:extLst>
          </p:cNvPr>
          <p:cNvCxnSpPr>
            <a:cxnSpLocks/>
          </p:cNvCxnSpPr>
          <p:nvPr userDrawn="1"/>
        </p:nvCxnSpPr>
        <p:spPr>
          <a:xfrm>
            <a:off x="3132376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041C314-3976-9DB4-A062-581A6F3D0297}"/>
              </a:ext>
            </a:extLst>
          </p:cNvPr>
          <p:cNvCxnSpPr>
            <a:cxnSpLocks/>
          </p:cNvCxnSpPr>
          <p:nvPr userDrawn="1"/>
        </p:nvCxnSpPr>
        <p:spPr>
          <a:xfrm>
            <a:off x="3132376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36E7F6-BB02-8CF3-2ACC-A2899530D2ED}"/>
              </a:ext>
            </a:extLst>
          </p:cNvPr>
          <p:cNvCxnSpPr>
            <a:cxnSpLocks/>
          </p:cNvCxnSpPr>
          <p:nvPr userDrawn="1"/>
        </p:nvCxnSpPr>
        <p:spPr>
          <a:xfrm>
            <a:off x="3132376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B18007-34EB-4802-265A-36ACBE637E5A}"/>
              </a:ext>
            </a:extLst>
          </p:cNvPr>
          <p:cNvCxnSpPr>
            <a:cxnSpLocks/>
          </p:cNvCxnSpPr>
          <p:nvPr userDrawn="1"/>
        </p:nvCxnSpPr>
        <p:spPr>
          <a:xfrm>
            <a:off x="7863422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652785-279B-23EE-8E08-218DF6822A42}"/>
              </a:ext>
            </a:extLst>
          </p:cNvPr>
          <p:cNvCxnSpPr>
            <a:cxnSpLocks/>
          </p:cNvCxnSpPr>
          <p:nvPr userDrawn="1"/>
        </p:nvCxnSpPr>
        <p:spPr>
          <a:xfrm>
            <a:off x="7863422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B5CAF15-77CC-326B-7ECA-CA2B42906DF1}"/>
              </a:ext>
            </a:extLst>
          </p:cNvPr>
          <p:cNvCxnSpPr>
            <a:cxnSpLocks/>
          </p:cNvCxnSpPr>
          <p:nvPr userDrawn="1"/>
        </p:nvCxnSpPr>
        <p:spPr>
          <a:xfrm>
            <a:off x="7863422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12C011-7B08-939C-7635-0C1FF67455F7}"/>
              </a:ext>
            </a:extLst>
          </p:cNvPr>
          <p:cNvCxnSpPr>
            <a:cxnSpLocks/>
          </p:cNvCxnSpPr>
          <p:nvPr userDrawn="1"/>
        </p:nvCxnSpPr>
        <p:spPr>
          <a:xfrm>
            <a:off x="7863422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4CE81C-0DA7-1235-947C-E6E329283A91}"/>
              </a:ext>
            </a:extLst>
          </p:cNvPr>
          <p:cNvCxnSpPr>
            <a:cxnSpLocks/>
          </p:cNvCxnSpPr>
          <p:nvPr userDrawn="1"/>
        </p:nvCxnSpPr>
        <p:spPr>
          <a:xfrm>
            <a:off x="3132376" y="6692669"/>
            <a:ext cx="4131622" cy="0"/>
          </a:xfrm>
          <a:prstGeom prst="line">
            <a:avLst/>
          </a:prstGeom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CD6B02-81F9-F6C6-8CE7-E2C82EBBA018}"/>
              </a:ext>
            </a:extLst>
          </p:cNvPr>
          <p:cNvCxnSpPr>
            <a:cxnSpLocks/>
          </p:cNvCxnSpPr>
          <p:nvPr userDrawn="1"/>
        </p:nvCxnSpPr>
        <p:spPr>
          <a:xfrm>
            <a:off x="7863422" y="6692669"/>
            <a:ext cx="4131622" cy="0"/>
          </a:xfrm>
          <a:prstGeom prst="line">
            <a:avLst/>
          </a:prstGeom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74A15FAB-10A4-8072-F186-3DD9F6973B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7228398-C859-B5E6-F8FB-AF06CAE08E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Оглавление</a:t>
            </a:r>
            <a:endParaRPr lang="en-RU" dirty="0"/>
          </a:p>
        </p:txBody>
      </p:sp>
      <p:sp>
        <p:nvSpPr>
          <p:cNvPr id="2" name="Graphic 41">
            <a:extLst>
              <a:ext uri="{FF2B5EF4-FFF2-40B4-BE49-F238E27FC236}">
                <a16:creationId xmlns:a16="http://schemas.microsoft.com/office/drawing/2014/main" id="{7F20F7F7-A770-FB9C-06EA-CCBD16A1C531}"/>
              </a:ext>
            </a:extLst>
          </p:cNvPr>
          <p:cNvSpPr/>
          <p:nvPr userDrawn="1"/>
        </p:nvSpPr>
        <p:spPr>
          <a:xfrm>
            <a:off x="198818" y="6060446"/>
            <a:ext cx="634406" cy="634440"/>
          </a:xfrm>
          <a:custGeom>
            <a:avLst/>
            <a:gdLst>
              <a:gd name="connsiteX0" fmla="*/ 674387 w 1348773"/>
              <a:gd name="connsiteY0" fmla="*/ 1348773 h 1348773"/>
              <a:gd name="connsiteX1" fmla="*/ 0 w 1348773"/>
              <a:gd name="connsiteY1" fmla="*/ 674387 h 1348773"/>
              <a:gd name="connsiteX2" fmla="*/ 674387 w 1348773"/>
              <a:gd name="connsiteY2" fmla="*/ 0 h 1348773"/>
              <a:gd name="connsiteX3" fmla="*/ 1348773 w 1348773"/>
              <a:gd name="connsiteY3" fmla="*/ 674387 h 1348773"/>
              <a:gd name="connsiteX4" fmla="*/ 674387 w 1348773"/>
              <a:gd name="connsiteY4" fmla="*/ 1348773 h 1348773"/>
              <a:gd name="connsiteX5" fmla="*/ 674387 w 1348773"/>
              <a:gd name="connsiteY5" fmla="*/ 13488 h 1348773"/>
              <a:gd name="connsiteX6" fmla="*/ 13488 w 1348773"/>
              <a:gd name="connsiteY6" fmla="*/ 674387 h 1348773"/>
              <a:gd name="connsiteX7" fmla="*/ 674387 w 1348773"/>
              <a:gd name="connsiteY7" fmla="*/ 1335285 h 1348773"/>
              <a:gd name="connsiteX8" fmla="*/ 1335285 w 1348773"/>
              <a:gd name="connsiteY8" fmla="*/ 674387 h 1348773"/>
              <a:gd name="connsiteX9" fmla="*/ 674387 w 1348773"/>
              <a:gd name="connsiteY9" fmla="*/ 13488 h 1348773"/>
              <a:gd name="connsiteX10" fmla="*/ 725100 w 1348773"/>
              <a:gd name="connsiteY10" fmla="*/ 947378 h 1348773"/>
              <a:gd name="connsiteX11" fmla="*/ 715524 w 1348773"/>
              <a:gd name="connsiteY11" fmla="*/ 937802 h 1348773"/>
              <a:gd name="connsiteX12" fmla="*/ 967610 w 1348773"/>
              <a:gd name="connsiteY12" fmla="*/ 685716 h 1348773"/>
              <a:gd name="connsiteX13" fmla="*/ 377656 w 1348773"/>
              <a:gd name="connsiteY13" fmla="*/ 685716 h 1348773"/>
              <a:gd name="connsiteX14" fmla="*/ 377656 w 1348773"/>
              <a:gd name="connsiteY14" fmla="*/ 672228 h 1348773"/>
              <a:gd name="connsiteX15" fmla="*/ 964912 w 1348773"/>
              <a:gd name="connsiteY15" fmla="*/ 672228 h 1348773"/>
              <a:gd name="connsiteX16" fmla="*/ 715659 w 1348773"/>
              <a:gd name="connsiteY16" fmla="*/ 422840 h 1348773"/>
              <a:gd name="connsiteX17" fmla="*/ 725235 w 1348773"/>
              <a:gd name="connsiteY17" fmla="*/ 413264 h 1348773"/>
              <a:gd name="connsiteX18" fmla="*/ 989460 w 1348773"/>
              <a:gd name="connsiteY18" fmla="*/ 677489 h 1348773"/>
              <a:gd name="connsiteX19" fmla="*/ 986628 w 1348773"/>
              <a:gd name="connsiteY19" fmla="*/ 680321 h 1348773"/>
              <a:gd name="connsiteX20" fmla="*/ 989460 w 1348773"/>
              <a:gd name="connsiteY20" fmla="*/ 683154 h 1348773"/>
              <a:gd name="connsiteX21" fmla="*/ 725100 w 1348773"/>
              <a:gd name="connsiteY21" fmla="*/ 947378 h 1348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348773" h="1348773">
                <a:moveTo>
                  <a:pt x="674387" y="1348773"/>
                </a:moveTo>
                <a:cubicBezTo>
                  <a:pt x="302530" y="1348773"/>
                  <a:pt x="0" y="1046243"/>
                  <a:pt x="0" y="674387"/>
                </a:cubicBezTo>
                <a:cubicBezTo>
                  <a:pt x="0" y="302530"/>
                  <a:pt x="302530" y="0"/>
                  <a:pt x="674387" y="0"/>
                </a:cubicBezTo>
                <a:cubicBezTo>
                  <a:pt x="1046243" y="0"/>
                  <a:pt x="1348773" y="302530"/>
                  <a:pt x="1348773" y="674387"/>
                </a:cubicBezTo>
                <a:cubicBezTo>
                  <a:pt x="1348773" y="1046243"/>
                  <a:pt x="1046243" y="1348773"/>
                  <a:pt x="674387" y="1348773"/>
                </a:cubicBezTo>
                <a:close/>
                <a:moveTo>
                  <a:pt x="674387" y="13488"/>
                </a:moveTo>
                <a:cubicBezTo>
                  <a:pt x="309948" y="13488"/>
                  <a:pt x="13488" y="309948"/>
                  <a:pt x="13488" y="674387"/>
                </a:cubicBezTo>
                <a:cubicBezTo>
                  <a:pt x="13488" y="1038825"/>
                  <a:pt x="309948" y="1335285"/>
                  <a:pt x="674387" y="1335285"/>
                </a:cubicBezTo>
                <a:cubicBezTo>
                  <a:pt x="1038825" y="1335285"/>
                  <a:pt x="1335285" y="1038825"/>
                  <a:pt x="1335285" y="674387"/>
                </a:cubicBezTo>
                <a:cubicBezTo>
                  <a:pt x="1335285" y="309948"/>
                  <a:pt x="1038825" y="13488"/>
                  <a:pt x="674387" y="13488"/>
                </a:cubicBezTo>
                <a:close/>
                <a:moveTo>
                  <a:pt x="725100" y="947378"/>
                </a:moveTo>
                <a:lnTo>
                  <a:pt x="715524" y="937802"/>
                </a:lnTo>
                <a:lnTo>
                  <a:pt x="967610" y="685716"/>
                </a:lnTo>
                <a:lnTo>
                  <a:pt x="377656" y="685716"/>
                </a:lnTo>
                <a:lnTo>
                  <a:pt x="377656" y="672228"/>
                </a:lnTo>
                <a:lnTo>
                  <a:pt x="964912" y="672228"/>
                </a:lnTo>
                <a:lnTo>
                  <a:pt x="715659" y="422840"/>
                </a:lnTo>
                <a:lnTo>
                  <a:pt x="725235" y="413264"/>
                </a:lnTo>
                <a:lnTo>
                  <a:pt x="989460" y="677489"/>
                </a:lnTo>
                <a:lnTo>
                  <a:pt x="986628" y="680321"/>
                </a:lnTo>
                <a:lnTo>
                  <a:pt x="989460" y="683154"/>
                </a:lnTo>
                <a:lnTo>
                  <a:pt x="725100" y="947378"/>
                </a:lnTo>
                <a:close/>
              </a:path>
            </a:pathLst>
          </a:custGeom>
          <a:solidFill>
            <a:srgbClr val="000000"/>
          </a:solidFill>
          <a:ln w="13430" cap="flat">
            <a:noFill/>
            <a:prstDash val="solid"/>
            <a:miter/>
          </a:ln>
        </p:spPr>
        <p:txBody>
          <a:bodyPr rtlCol="0" anchor="ctr"/>
          <a:lstStyle/>
          <a:p>
            <a:endParaRPr lang="en-RU" sz="847"/>
          </a:p>
        </p:txBody>
      </p:sp>
    </p:spTree>
    <p:extLst>
      <p:ext uri="{BB962C8B-B14F-4D97-AF65-F5344CB8AC3E}">
        <p14:creationId xmlns:p14="http://schemas.microsoft.com/office/powerpoint/2010/main" val="981473634"/>
      </p:ext>
    </p:extLst>
  </p:cSld>
  <p:clrMapOvr>
    <a:masterClrMapping/>
  </p:clrMapOvr>
  <p:transition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главл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9A3A0E1-4168-571A-9CD9-7FC755A9D321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565832-D859-5D71-1EBA-7D8B78B742A5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B01AE81-473E-90D3-15D5-6590F2234B36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033378E-D784-8235-C829-D25B46216E4D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4DAE1A6-3A7F-12EB-556D-C5EA4B4BB63F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A354B8-D4A7-CFB2-2844-CB15021724CB}"/>
              </a:ext>
            </a:extLst>
          </p:cNvPr>
          <p:cNvCxnSpPr>
            <a:cxnSpLocks/>
          </p:cNvCxnSpPr>
          <p:nvPr userDrawn="1"/>
        </p:nvCxnSpPr>
        <p:spPr>
          <a:xfrm>
            <a:off x="3132376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E33F670C-9844-8AB0-2F99-7DE8A6F5EA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9521" y="1440324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EC86D0C0-A132-DCF5-A7EB-4A4896D532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39521" y="2782395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AB888133-86FC-9770-D3EC-27675CB6085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39521" y="4124467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7EF1A87-4DAA-9406-794E-ADE81A2D4A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39521" y="5466538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8FCA52BD-18EE-14C5-0BBF-DC34A694A4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32376" y="1440324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00AF225C-352B-F96E-BAD1-C88D1B2ACB1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2376" y="1634300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5710A7DD-5BB7-49A4-5B4B-71173246A4D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2376" y="2781282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6859AAA7-093C-A21B-C13C-CC81D2E272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32376" y="2975257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5BFA4620-FE20-2B38-8B5A-74A86B201C0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2376" y="4119221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01.3</a:t>
            </a:r>
            <a:endParaRPr lang="en-RU" dirty="0"/>
          </a:p>
        </p:txBody>
      </p:sp>
      <p:sp>
        <p:nvSpPr>
          <p:cNvPr id="56" name="Text Placeholder 14">
            <a:extLst>
              <a:ext uri="{FF2B5EF4-FFF2-40B4-BE49-F238E27FC236}">
                <a16:creationId xmlns:a16="http://schemas.microsoft.com/office/drawing/2014/main" id="{6D1C3220-F3E1-7F80-0FDC-4C015979D1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6" y="4313196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2B4C5473-7B82-9ED0-4BF7-72167F17826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2376" y="5466538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7C10B8C7-AF18-BD5C-296E-3A255FC0DA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32376" y="5660513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49C561C7-B537-46D0-6E35-5A47A78BEF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43231" y="1440324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60" name="Text Placeholder 14">
            <a:extLst>
              <a:ext uri="{FF2B5EF4-FFF2-40B4-BE49-F238E27FC236}">
                <a16:creationId xmlns:a16="http://schemas.microsoft.com/office/drawing/2014/main" id="{5BD6144A-235C-8F27-6F83-E90119C01E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43231" y="2782395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61" name="Text Placeholder 14">
            <a:extLst>
              <a:ext uri="{FF2B5EF4-FFF2-40B4-BE49-F238E27FC236}">
                <a16:creationId xmlns:a16="http://schemas.microsoft.com/office/drawing/2014/main" id="{3A89C245-8FBB-E173-615B-DB66C2A0A46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43231" y="4124467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62" name="Text Placeholder 14">
            <a:extLst>
              <a:ext uri="{FF2B5EF4-FFF2-40B4-BE49-F238E27FC236}">
                <a16:creationId xmlns:a16="http://schemas.microsoft.com/office/drawing/2014/main" id="{A683CAA6-0C6C-740B-F92A-7C9D53E5987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43231" y="5466538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63" name="Text Placeholder 14">
            <a:extLst>
              <a:ext uri="{FF2B5EF4-FFF2-40B4-BE49-F238E27FC236}">
                <a16:creationId xmlns:a16="http://schemas.microsoft.com/office/drawing/2014/main" id="{99FF2A61-C0D3-0CC0-423E-3133B807B84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72368" y="1440324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64" name="Text Placeholder 14">
            <a:extLst>
              <a:ext uri="{FF2B5EF4-FFF2-40B4-BE49-F238E27FC236}">
                <a16:creationId xmlns:a16="http://schemas.microsoft.com/office/drawing/2014/main" id="{848E35DC-B534-3795-77FF-D8D192C119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72368" y="1634300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79767194-E02B-FDFC-16AD-84D2ED1EB10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72368" y="2781282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66" name="Text Placeholder 14">
            <a:extLst>
              <a:ext uri="{FF2B5EF4-FFF2-40B4-BE49-F238E27FC236}">
                <a16:creationId xmlns:a16="http://schemas.microsoft.com/office/drawing/2014/main" id="{821B7873-34E7-B892-85A6-1E81ECC84B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72368" y="2975257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67" name="Text Placeholder 14">
            <a:extLst>
              <a:ext uri="{FF2B5EF4-FFF2-40B4-BE49-F238E27FC236}">
                <a16:creationId xmlns:a16="http://schemas.microsoft.com/office/drawing/2014/main" id="{0CC75EFC-61ED-9EB0-C717-42F0E1CC2DB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72368" y="4119221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68" name="Text Placeholder 14">
            <a:extLst>
              <a:ext uri="{FF2B5EF4-FFF2-40B4-BE49-F238E27FC236}">
                <a16:creationId xmlns:a16="http://schemas.microsoft.com/office/drawing/2014/main" id="{1793EADF-DDF2-0669-8D1C-505F2330374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72368" y="4313196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69" name="Text Placeholder 14">
            <a:extLst>
              <a:ext uri="{FF2B5EF4-FFF2-40B4-BE49-F238E27FC236}">
                <a16:creationId xmlns:a16="http://schemas.microsoft.com/office/drawing/2014/main" id="{D29A9E21-852F-5D68-3834-2C768154E0E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72368" y="5466538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70" name="Text Placeholder 14">
            <a:extLst>
              <a:ext uri="{FF2B5EF4-FFF2-40B4-BE49-F238E27FC236}">
                <a16:creationId xmlns:a16="http://schemas.microsoft.com/office/drawing/2014/main" id="{F8F9939E-CDA9-0BC9-A7A9-6FDCE81063C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72368" y="5660513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A5DF604-834E-AB19-FB84-917D6898C5FF}"/>
              </a:ext>
            </a:extLst>
          </p:cNvPr>
          <p:cNvCxnSpPr>
            <a:cxnSpLocks/>
          </p:cNvCxnSpPr>
          <p:nvPr userDrawn="1"/>
        </p:nvCxnSpPr>
        <p:spPr>
          <a:xfrm>
            <a:off x="3132376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D35C765-10D6-8AE1-865C-FD913C7563EC}"/>
              </a:ext>
            </a:extLst>
          </p:cNvPr>
          <p:cNvCxnSpPr>
            <a:cxnSpLocks/>
          </p:cNvCxnSpPr>
          <p:nvPr userDrawn="1"/>
        </p:nvCxnSpPr>
        <p:spPr>
          <a:xfrm>
            <a:off x="3132376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CFBD82A-FBF8-4BA1-C6E3-EAFDF48EC0A3}"/>
              </a:ext>
            </a:extLst>
          </p:cNvPr>
          <p:cNvCxnSpPr>
            <a:cxnSpLocks/>
          </p:cNvCxnSpPr>
          <p:nvPr userDrawn="1"/>
        </p:nvCxnSpPr>
        <p:spPr>
          <a:xfrm>
            <a:off x="7863422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545BE4F-39E6-29B1-6640-3016F55BDB70}"/>
              </a:ext>
            </a:extLst>
          </p:cNvPr>
          <p:cNvCxnSpPr>
            <a:cxnSpLocks/>
          </p:cNvCxnSpPr>
          <p:nvPr userDrawn="1"/>
        </p:nvCxnSpPr>
        <p:spPr>
          <a:xfrm>
            <a:off x="7863422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AFB0550-563F-7C88-CFD6-31E8BB4ACDCE}"/>
              </a:ext>
            </a:extLst>
          </p:cNvPr>
          <p:cNvCxnSpPr>
            <a:cxnSpLocks/>
          </p:cNvCxnSpPr>
          <p:nvPr userDrawn="1"/>
        </p:nvCxnSpPr>
        <p:spPr>
          <a:xfrm>
            <a:off x="7863422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4625278-4E79-9E78-E0CA-EF3E07AD43B5}"/>
              </a:ext>
            </a:extLst>
          </p:cNvPr>
          <p:cNvCxnSpPr>
            <a:cxnSpLocks/>
          </p:cNvCxnSpPr>
          <p:nvPr userDrawn="1"/>
        </p:nvCxnSpPr>
        <p:spPr>
          <a:xfrm>
            <a:off x="7863422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6B3CEA0-0D37-09F9-8906-CC449C5E44C7}"/>
              </a:ext>
            </a:extLst>
          </p:cNvPr>
          <p:cNvCxnSpPr>
            <a:cxnSpLocks/>
          </p:cNvCxnSpPr>
          <p:nvPr userDrawn="1"/>
        </p:nvCxnSpPr>
        <p:spPr>
          <a:xfrm>
            <a:off x="3132376" y="6692669"/>
            <a:ext cx="4131622" cy="0"/>
          </a:xfrm>
          <a:prstGeom prst="line">
            <a:avLst/>
          </a:prstGeom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B7312E0-465A-EA64-BEE6-82EF1838B15F}"/>
              </a:ext>
            </a:extLst>
          </p:cNvPr>
          <p:cNvCxnSpPr>
            <a:cxnSpLocks/>
          </p:cNvCxnSpPr>
          <p:nvPr userDrawn="1"/>
        </p:nvCxnSpPr>
        <p:spPr>
          <a:xfrm>
            <a:off x="7863422" y="6692669"/>
            <a:ext cx="4131622" cy="0"/>
          </a:xfrm>
          <a:prstGeom prst="line">
            <a:avLst/>
          </a:prstGeom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 Placeholder 14">
            <a:extLst>
              <a:ext uri="{FF2B5EF4-FFF2-40B4-BE49-F238E27FC236}">
                <a16:creationId xmlns:a16="http://schemas.microsoft.com/office/drawing/2014/main" id="{EA3DE63A-4BFD-6E14-676C-7D60C69204B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039521" y="3446704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81" name="Text Placeholder 14">
            <a:extLst>
              <a:ext uri="{FF2B5EF4-FFF2-40B4-BE49-F238E27FC236}">
                <a16:creationId xmlns:a16="http://schemas.microsoft.com/office/drawing/2014/main" id="{64884866-A7FB-9118-06D8-3EBEFFE9027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132376" y="3441459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r>
              <a:rPr lang="ru-RU" dirty="0"/>
              <a:t>.</a:t>
            </a:r>
            <a:r>
              <a:rPr lang="en-US" dirty="0"/>
              <a:t>2</a:t>
            </a:r>
            <a:endParaRPr lang="en-RU" dirty="0"/>
          </a:p>
        </p:txBody>
      </p:sp>
      <p:sp>
        <p:nvSpPr>
          <p:cNvPr id="82" name="Text Placeholder 14">
            <a:extLst>
              <a:ext uri="{FF2B5EF4-FFF2-40B4-BE49-F238E27FC236}">
                <a16:creationId xmlns:a16="http://schemas.microsoft.com/office/drawing/2014/main" id="{9DDBDEC2-E5CC-77AA-AC87-A66C70A3170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132376" y="3635434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84" name="Title 83">
            <a:extLst>
              <a:ext uri="{FF2B5EF4-FFF2-40B4-BE49-F238E27FC236}">
                <a16:creationId xmlns:a16="http://schemas.microsoft.com/office/drawing/2014/main" id="{DDF037D7-423A-0D10-878C-B7CA782914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Оглавление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847126169"/>
      </p:ext>
    </p:extLst>
  </p:cSld>
  <p:clrMapOvr>
    <a:masterClrMapping/>
  </p:clrMapOvr>
  <p:transition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главление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9A3A0E1-4168-571A-9CD9-7FC755A9D321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565832-D859-5D71-1EBA-7D8B78B742A5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B01AE81-473E-90D3-15D5-6590F2234B36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033378E-D784-8235-C829-D25B46216E4D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4DAE1A6-3A7F-12EB-556D-C5EA4B4BB63F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FF3C5B-5661-71B9-29A0-BA23C892BC18}"/>
              </a:ext>
            </a:extLst>
          </p:cNvPr>
          <p:cNvCxnSpPr>
            <a:cxnSpLocks/>
          </p:cNvCxnSpPr>
          <p:nvPr userDrawn="1"/>
        </p:nvCxnSpPr>
        <p:spPr>
          <a:xfrm>
            <a:off x="3132376" y="1318105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8CE4488-866C-8BA0-73B5-02F28E7493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9521" y="1440324"/>
            <a:ext cx="205648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E6AADCA-0656-C742-7EB3-1E956864B0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39521" y="2782395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1E56D4-B980-D56D-3BE0-F210174071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39521" y="4124467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D6D83C6-BD43-B2B4-BC15-7717A3C706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39521" y="5466538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20739D9-20B2-6E54-4EBA-697F075857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32376" y="1440324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38F4A499-07C4-916F-C98E-EE0DBE0B0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2376" y="1634300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9C5774C-D0B8-3A33-4C97-A8E1DADD65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2376" y="2781282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F40A66B-464A-31B0-0689-F8A10B934C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32376" y="2975257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4C7E110-F9E9-4B7B-9485-CBAF9B6B96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2376" y="4119221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488F04D3-5F7D-6C84-DECF-747CF4C908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6" y="4313196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E5E0E09-EED9-76F0-D65B-BF01D19F11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2376" y="5466538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E1E9693-B311-9CD3-40CF-39E3AF9883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32376" y="5660513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6551FA8F-69D9-ADB5-1C62-D8958B47AA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43231" y="1440324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AC8A498-CCDC-282E-6841-542482BC1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43231" y="2782395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CC6D508-ABA7-C3A7-5C67-4432D59AA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43231" y="4124467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CBC15B5-4935-D30E-1CBD-707FC5617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43231" y="5466538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774B7833-9C2E-96FF-1FFB-936EB26D7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72368" y="1440324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14A16394-FF19-B1DC-2865-66A199C2EC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72368" y="1634300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E0CB8D96-D74E-1115-8A91-1B2484BADD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72368" y="2781282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F428653-B9CE-0CD5-DFEE-B4E4E0983DB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72368" y="2975257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238170CB-7E29-F254-3EC3-3298E0B21F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72368" y="4119221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0BFC6B6B-2ABA-EB50-ABA3-66C79A487F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72368" y="4313196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8A96A611-539E-5948-4742-EA8CC73119F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72368" y="5466538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32D4A0CC-8656-0740-F685-E0C2FB8E4A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72368" y="5660513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4BEB4EB-318A-5A12-FA2F-AC9C734E7C9A}"/>
              </a:ext>
            </a:extLst>
          </p:cNvPr>
          <p:cNvCxnSpPr>
            <a:cxnSpLocks/>
          </p:cNvCxnSpPr>
          <p:nvPr userDrawn="1"/>
        </p:nvCxnSpPr>
        <p:spPr>
          <a:xfrm>
            <a:off x="3132376" y="2661746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041C314-3976-9DB4-A062-581A6F3D0297}"/>
              </a:ext>
            </a:extLst>
          </p:cNvPr>
          <p:cNvCxnSpPr>
            <a:cxnSpLocks/>
          </p:cNvCxnSpPr>
          <p:nvPr userDrawn="1"/>
        </p:nvCxnSpPr>
        <p:spPr>
          <a:xfrm>
            <a:off x="3132376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36E7F6-BB02-8CF3-2ACC-A2899530D2ED}"/>
              </a:ext>
            </a:extLst>
          </p:cNvPr>
          <p:cNvCxnSpPr>
            <a:cxnSpLocks/>
          </p:cNvCxnSpPr>
          <p:nvPr userDrawn="1"/>
        </p:nvCxnSpPr>
        <p:spPr>
          <a:xfrm>
            <a:off x="3132376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B18007-34EB-4802-265A-36ACBE637E5A}"/>
              </a:ext>
            </a:extLst>
          </p:cNvPr>
          <p:cNvCxnSpPr>
            <a:cxnSpLocks/>
          </p:cNvCxnSpPr>
          <p:nvPr userDrawn="1"/>
        </p:nvCxnSpPr>
        <p:spPr>
          <a:xfrm>
            <a:off x="7863422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652785-279B-23EE-8E08-218DF6822A42}"/>
              </a:ext>
            </a:extLst>
          </p:cNvPr>
          <p:cNvCxnSpPr>
            <a:cxnSpLocks/>
          </p:cNvCxnSpPr>
          <p:nvPr userDrawn="1"/>
        </p:nvCxnSpPr>
        <p:spPr>
          <a:xfrm>
            <a:off x="7863422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B5CAF15-77CC-326B-7ECA-CA2B42906DF1}"/>
              </a:ext>
            </a:extLst>
          </p:cNvPr>
          <p:cNvCxnSpPr>
            <a:cxnSpLocks/>
          </p:cNvCxnSpPr>
          <p:nvPr userDrawn="1"/>
        </p:nvCxnSpPr>
        <p:spPr>
          <a:xfrm>
            <a:off x="7863422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12C011-7B08-939C-7635-0C1FF67455F7}"/>
              </a:ext>
            </a:extLst>
          </p:cNvPr>
          <p:cNvCxnSpPr>
            <a:cxnSpLocks/>
          </p:cNvCxnSpPr>
          <p:nvPr userDrawn="1"/>
        </p:nvCxnSpPr>
        <p:spPr>
          <a:xfrm>
            <a:off x="7863422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4CE81C-0DA7-1235-947C-E6E329283A91}"/>
              </a:ext>
            </a:extLst>
          </p:cNvPr>
          <p:cNvCxnSpPr>
            <a:cxnSpLocks/>
          </p:cNvCxnSpPr>
          <p:nvPr userDrawn="1"/>
        </p:nvCxnSpPr>
        <p:spPr>
          <a:xfrm>
            <a:off x="3132376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CD6B02-81F9-F6C6-8CE7-E2C82EBBA018}"/>
              </a:ext>
            </a:extLst>
          </p:cNvPr>
          <p:cNvCxnSpPr>
            <a:cxnSpLocks/>
          </p:cNvCxnSpPr>
          <p:nvPr userDrawn="1"/>
        </p:nvCxnSpPr>
        <p:spPr>
          <a:xfrm>
            <a:off x="7863422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E959807-DB44-9A3E-8EA7-67B940FDEEB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407371" y="1318105"/>
            <a:ext cx="857203" cy="134095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tx1">
                    <a:lumMod val="75000"/>
                    <a:lumOff val="2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02467693"/>
      </p:ext>
    </p:extLst>
  </p:cSld>
  <p:clrMapOvr>
    <a:masterClrMapping/>
  </p:clrMapOvr>
  <p:transition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главление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9A3A0E1-4168-571A-9CD9-7FC755A9D321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565832-D859-5D71-1EBA-7D8B78B742A5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B01AE81-473E-90D3-15D5-6590F2234B36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033378E-D784-8235-C829-D25B46216E4D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4DAE1A6-3A7F-12EB-556D-C5EA4B4BB63F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FF3C5B-5661-71B9-29A0-BA23C892BC18}"/>
              </a:ext>
            </a:extLst>
          </p:cNvPr>
          <p:cNvCxnSpPr>
            <a:cxnSpLocks/>
          </p:cNvCxnSpPr>
          <p:nvPr userDrawn="1"/>
        </p:nvCxnSpPr>
        <p:spPr>
          <a:xfrm>
            <a:off x="3132376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8CE4488-866C-8BA0-73B5-02F28E7493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9521" y="1440324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E6AADCA-0656-C742-7EB3-1E956864B0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39521" y="2782395"/>
            <a:ext cx="205648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1E56D4-B980-D56D-3BE0-F210174071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39521" y="4124467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D6D83C6-BD43-B2B4-BC15-7717A3C706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39521" y="5466538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20739D9-20B2-6E54-4EBA-697F075857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32376" y="1440324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38F4A499-07C4-916F-C98E-EE0DBE0B0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2376" y="1634300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9C5774C-D0B8-3A33-4C97-A8E1DADD65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2376" y="2781282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F40A66B-464A-31B0-0689-F8A10B934C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32376" y="2975257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4C7E110-F9E9-4B7B-9485-CBAF9B6B96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2376" y="4119221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488F04D3-5F7D-6C84-DECF-747CF4C908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6" y="4313196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E5E0E09-EED9-76F0-D65B-BF01D19F11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2376" y="5466538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E1E9693-B311-9CD3-40CF-39E3AF9883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32376" y="5660513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6551FA8F-69D9-ADB5-1C62-D8958B47AA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43231" y="1440324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AC8A498-CCDC-282E-6841-542482BC1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43231" y="2782395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CC6D508-ABA7-C3A7-5C67-4432D59AA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43231" y="4124467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CBC15B5-4935-D30E-1CBD-707FC5617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43231" y="5466538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774B7833-9C2E-96FF-1FFB-936EB26D7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72368" y="1440324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14A16394-FF19-B1DC-2865-66A199C2EC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72368" y="1634300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E0CB8D96-D74E-1115-8A91-1B2484BADD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72368" y="2781282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F428653-B9CE-0CD5-DFEE-B4E4E0983DB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72368" y="2975257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238170CB-7E29-F254-3EC3-3298E0B21F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72368" y="4119221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0BFC6B6B-2ABA-EB50-ABA3-66C79A487F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72368" y="4313196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8A96A611-539E-5948-4742-EA8CC73119F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72368" y="5466538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32D4A0CC-8656-0740-F685-E0C2FB8E4A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72368" y="5660513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4BEB4EB-318A-5A12-FA2F-AC9C734E7C9A}"/>
              </a:ext>
            </a:extLst>
          </p:cNvPr>
          <p:cNvCxnSpPr>
            <a:cxnSpLocks/>
          </p:cNvCxnSpPr>
          <p:nvPr userDrawn="1"/>
        </p:nvCxnSpPr>
        <p:spPr>
          <a:xfrm>
            <a:off x="3132376" y="2661746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041C314-3976-9DB4-A062-581A6F3D0297}"/>
              </a:ext>
            </a:extLst>
          </p:cNvPr>
          <p:cNvCxnSpPr>
            <a:cxnSpLocks/>
          </p:cNvCxnSpPr>
          <p:nvPr userDrawn="1"/>
        </p:nvCxnSpPr>
        <p:spPr>
          <a:xfrm>
            <a:off x="3132376" y="4005387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36E7F6-BB02-8CF3-2ACC-A2899530D2ED}"/>
              </a:ext>
            </a:extLst>
          </p:cNvPr>
          <p:cNvCxnSpPr>
            <a:cxnSpLocks/>
          </p:cNvCxnSpPr>
          <p:nvPr userDrawn="1"/>
        </p:nvCxnSpPr>
        <p:spPr>
          <a:xfrm>
            <a:off x="3132376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B18007-34EB-4802-265A-36ACBE637E5A}"/>
              </a:ext>
            </a:extLst>
          </p:cNvPr>
          <p:cNvCxnSpPr>
            <a:cxnSpLocks/>
          </p:cNvCxnSpPr>
          <p:nvPr userDrawn="1"/>
        </p:nvCxnSpPr>
        <p:spPr>
          <a:xfrm>
            <a:off x="7863422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652785-279B-23EE-8E08-218DF6822A42}"/>
              </a:ext>
            </a:extLst>
          </p:cNvPr>
          <p:cNvCxnSpPr>
            <a:cxnSpLocks/>
          </p:cNvCxnSpPr>
          <p:nvPr userDrawn="1"/>
        </p:nvCxnSpPr>
        <p:spPr>
          <a:xfrm>
            <a:off x="7863422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B5CAF15-77CC-326B-7ECA-CA2B42906DF1}"/>
              </a:ext>
            </a:extLst>
          </p:cNvPr>
          <p:cNvCxnSpPr>
            <a:cxnSpLocks/>
          </p:cNvCxnSpPr>
          <p:nvPr userDrawn="1"/>
        </p:nvCxnSpPr>
        <p:spPr>
          <a:xfrm>
            <a:off x="7863422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12C011-7B08-939C-7635-0C1FF67455F7}"/>
              </a:ext>
            </a:extLst>
          </p:cNvPr>
          <p:cNvCxnSpPr>
            <a:cxnSpLocks/>
          </p:cNvCxnSpPr>
          <p:nvPr userDrawn="1"/>
        </p:nvCxnSpPr>
        <p:spPr>
          <a:xfrm>
            <a:off x="7863422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4CE81C-0DA7-1235-947C-E6E329283A91}"/>
              </a:ext>
            </a:extLst>
          </p:cNvPr>
          <p:cNvCxnSpPr>
            <a:cxnSpLocks/>
          </p:cNvCxnSpPr>
          <p:nvPr userDrawn="1"/>
        </p:nvCxnSpPr>
        <p:spPr>
          <a:xfrm>
            <a:off x="3132376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CD6B02-81F9-F6C6-8CE7-E2C82EBBA018}"/>
              </a:ext>
            </a:extLst>
          </p:cNvPr>
          <p:cNvCxnSpPr>
            <a:cxnSpLocks/>
          </p:cNvCxnSpPr>
          <p:nvPr userDrawn="1"/>
        </p:nvCxnSpPr>
        <p:spPr>
          <a:xfrm>
            <a:off x="7863422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E959807-DB44-9A3E-8EA7-67B940FDEEB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407371" y="2661746"/>
            <a:ext cx="857203" cy="134095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tx1">
                    <a:lumMod val="75000"/>
                    <a:lumOff val="2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802985395"/>
      </p:ext>
    </p:extLst>
  </p:cSld>
  <p:clrMapOvr>
    <a:masterClrMapping/>
  </p:clrMapOvr>
  <p:transition>
    <p:fad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главление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9A3A0E1-4168-571A-9CD9-7FC755A9D321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565832-D859-5D71-1EBA-7D8B78B742A5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B01AE81-473E-90D3-15D5-6590F2234B36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033378E-D784-8235-C829-D25B46216E4D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4DAE1A6-3A7F-12EB-556D-C5EA4B4BB63F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FF3C5B-5661-71B9-29A0-BA23C892BC18}"/>
              </a:ext>
            </a:extLst>
          </p:cNvPr>
          <p:cNvCxnSpPr>
            <a:cxnSpLocks/>
          </p:cNvCxnSpPr>
          <p:nvPr userDrawn="1"/>
        </p:nvCxnSpPr>
        <p:spPr>
          <a:xfrm>
            <a:off x="3132376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8CE4488-866C-8BA0-73B5-02F28E7493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9521" y="1440324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E6AADCA-0656-C742-7EB3-1E956864B0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39521" y="2782395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1E56D4-B980-D56D-3BE0-F210174071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39521" y="4124467"/>
            <a:ext cx="205648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D6D83C6-BD43-B2B4-BC15-7717A3C706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39521" y="5466538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20739D9-20B2-6E54-4EBA-697F075857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32376" y="1440324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38F4A499-07C4-916F-C98E-EE0DBE0B0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2376" y="1634300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9C5774C-D0B8-3A33-4C97-A8E1DADD65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2376" y="2781282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F40A66B-464A-31B0-0689-F8A10B934C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32376" y="2975257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4C7E110-F9E9-4B7B-9485-CBAF9B6B96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2376" y="4119221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488F04D3-5F7D-6C84-DECF-747CF4C908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6" y="4313196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E5E0E09-EED9-76F0-D65B-BF01D19F11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2376" y="5466538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E1E9693-B311-9CD3-40CF-39E3AF9883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32376" y="5660513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6551FA8F-69D9-ADB5-1C62-D8958B47AA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43231" y="1440324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AC8A498-CCDC-282E-6841-542482BC1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43231" y="2782395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CC6D508-ABA7-C3A7-5C67-4432D59AA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43231" y="4124467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CBC15B5-4935-D30E-1CBD-707FC5617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43231" y="5466538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774B7833-9C2E-96FF-1FFB-936EB26D7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72368" y="1440324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14A16394-FF19-B1DC-2865-66A199C2EC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72368" y="1634300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E0CB8D96-D74E-1115-8A91-1B2484BADD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72368" y="2781282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F428653-B9CE-0CD5-DFEE-B4E4E0983DB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72368" y="2975257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238170CB-7E29-F254-3EC3-3298E0B21F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72368" y="4119221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0BFC6B6B-2ABA-EB50-ABA3-66C79A487F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72368" y="4313196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8A96A611-539E-5948-4742-EA8CC73119F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72368" y="5466538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32D4A0CC-8656-0740-F685-E0C2FB8E4A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72368" y="5660513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4BEB4EB-318A-5A12-FA2F-AC9C734E7C9A}"/>
              </a:ext>
            </a:extLst>
          </p:cNvPr>
          <p:cNvCxnSpPr>
            <a:cxnSpLocks/>
          </p:cNvCxnSpPr>
          <p:nvPr userDrawn="1"/>
        </p:nvCxnSpPr>
        <p:spPr>
          <a:xfrm>
            <a:off x="3132376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041C314-3976-9DB4-A062-581A6F3D0297}"/>
              </a:ext>
            </a:extLst>
          </p:cNvPr>
          <p:cNvCxnSpPr>
            <a:cxnSpLocks/>
          </p:cNvCxnSpPr>
          <p:nvPr userDrawn="1"/>
        </p:nvCxnSpPr>
        <p:spPr>
          <a:xfrm>
            <a:off x="3132376" y="4005387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36E7F6-BB02-8CF3-2ACC-A2899530D2ED}"/>
              </a:ext>
            </a:extLst>
          </p:cNvPr>
          <p:cNvCxnSpPr>
            <a:cxnSpLocks/>
          </p:cNvCxnSpPr>
          <p:nvPr userDrawn="1"/>
        </p:nvCxnSpPr>
        <p:spPr>
          <a:xfrm>
            <a:off x="3132376" y="5349028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B18007-34EB-4802-265A-36ACBE637E5A}"/>
              </a:ext>
            </a:extLst>
          </p:cNvPr>
          <p:cNvCxnSpPr>
            <a:cxnSpLocks/>
          </p:cNvCxnSpPr>
          <p:nvPr userDrawn="1"/>
        </p:nvCxnSpPr>
        <p:spPr>
          <a:xfrm>
            <a:off x="7863422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652785-279B-23EE-8E08-218DF6822A42}"/>
              </a:ext>
            </a:extLst>
          </p:cNvPr>
          <p:cNvCxnSpPr>
            <a:cxnSpLocks/>
          </p:cNvCxnSpPr>
          <p:nvPr userDrawn="1"/>
        </p:nvCxnSpPr>
        <p:spPr>
          <a:xfrm>
            <a:off x="7863422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B5CAF15-77CC-326B-7ECA-CA2B42906DF1}"/>
              </a:ext>
            </a:extLst>
          </p:cNvPr>
          <p:cNvCxnSpPr>
            <a:cxnSpLocks/>
          </p:cNvCxnSpPr>
          <p:nvPr userDrawn="1"/>
        </p:nvCxnSpPr>
        <p:spPr>
          <a:xfrm>
            <a:off x="7863422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12C011-7B08-939C-7635-0C1FF67455F7}"/>
              </a:ext>
            </a:extLst>
          </p:cNvPr>
          <p:cNvCxnSpPr>
            <a:cxnSpLocks/>
          </p:cNvCxnSpPr>
          <p:nvPr userDrawn="1"/>
        </p:nvCxnSpPr>
        <p:spPr>
          <a:xfrm>
            <a:off x="7863422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4CE81C-0DA7-1235-947C-E6E329283A91}"/>
              </a:ext>
            </a:extLst>
          </p:cNvPr>
          <p:cNvCxnSpPr>
            <a:cxnSpLocks/>
          </p:cNvCxnSpPr>
          <p:nvPr userDrawn="1"/>
        </p:nvCxnSpPr>
        <p:spPr>
          <a:xfrm>
            <a:off x="3132376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CD6B02-81F9-F6C6-8CE7-E2C82EBBA018}"/>
              </a:ext>
            </a:extLst>
          </p:cNvPr>
          <p:cNvCxnSpPr>
            <a:cxnSpLocks/>
          </p:cNvCxnSpPr>
          <p:nvPr userDrawn="1"/>
        </p:nvCxnSpPr>
        <p:spPr>
          <a:xfrm>
            <a:off x="7863422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E959807-DB44-9A3E-8EA7-67B940FDEEB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407371" y="4008071"/>
            <a:ext cx="857203" cy="134095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tx1">
                    <a:lumMod val="75000"/>
                    <a:lumOff val="2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71233053"/>
      </p:ext>
    </p:extLst>
  </p:cSld>
  <p:clrMapOvr>
    <a:masterClrMapping/>
  </p:clrMapOvr>
  <p:transition>
    <p:fade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главление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FF3C5B-5661-71B9-29A0-BA23C892BC18}"/>
              </a:ext>
            </a:extLst>
          </p:cNvPr>
          <p:cNvCxnSpPr>
            <a:cxnSpLocks/>
          </p:cNvCxnSpPr>
          <p:nvPr userDrawn="1"/>
        </p:nvCxnSpPr>
        <p:spPr>
          <a:xfrm>
            <a:off x="3132376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8CE4488-866C-8BA0-73B5-02F28E7493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9521" y="1440324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E6AADCA-0656-C742-7EB3-1E956864B0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39521" y="2782395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1E56D4-B980-D56D-3BE0-F210174071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39521" y="4124467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D6D83C6-BD43-B2B4-BC15-7717A3C706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39521" y="5466538"/>
            <a:ext cx="205648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20739D9-20B2-6E54-4EBA-697F075857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32376" y="1440324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38F4A499-07C4-916F-C98E-EE0DBE0B0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2376" y="1634300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9C5774C-D0B8-3A33-4C97-A8E1DADD65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2376" y="2781282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F40A66B-464A-31B0-0689-F8A10B934C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32376" y="2975257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4C7E110-F9E9-4B7B-9485-CBAF9B6B96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2376" y="4119221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488F04D3-5F7D-6C84-DECF-747CF4C908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6" y="4313196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E5E0E09-EED9-76F0-D65B-BF01D19F11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2376" y="5466538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E1E9693-B311-9CD3-40CF-39E3AF9883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32376" y="5660513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6551FA8F-69D9-ADB5-1C62-D8958B47AA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43231" y="1440324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AC8A498-CCDC-282E-6841-542482BC1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43231" y="2782395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CC6D508-ABA7-C3A7-5C67-4432D59AA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43231" y="4124467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CBC15B5-4935-D30E-1CBD-707FC5617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43231" y="5466538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774B7833-9C2E-96FF-1FFB-936EB26D7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72368" y="1440324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14A16394-FF19-B1DC-2865-66A199C2EC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72368" y="1634300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E0CB8D96-D74E-1115-8A91-1B2484BADD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72368" y="2781282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F428653-B9CE-0CD5-DFEE-B4E4E0983DB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72368" y="2975257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238170CB-7E29-F254-3EC3-3298E0B21F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72368" y="4119221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0BFC6B6B-2ABA-EB50-ABA3-66C79A487F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72368" y="4313196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8A96A611-539E-5948-4742-EA8CC73119F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72368" y="5466538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32D4A0CC-8656-0740-F685-E0C2FB8E4A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72368" y="5660513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4BEB4EB-318A-5A12-FA2F-AC9C734E7C9A}"/>
              </a:ext>
            </a:extLst>
          </p:cNvPr>
          <p:cNvCxnSpPr>
            <a:cxnSpLocks/>
          </p:cNvCxnSpPr>
          <p:nvPr userDrawn="1"/>
        </p:nvCxnSpPr>
        <p:spPr>
          <a:xfrm>
            <a:off x="3132376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041C314-3976-9DB4-A062-581A6F3D0297}"/>
              </a:ext>
            </a:extLst>
          </p:cNvPr>
          <p:cNvCxnSpPr>
            <a:cxnSpLocks/>
          </p:cNvCxnSpPr>
          <p:nvPr userDrawn="1"/>
        </p:nvCxnSpPr>
        <p:spPr>
          <a:xfrm>
            <a:off x="3132376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36E7F6-BB02-8CF3-2ACC-A2899530D2ED}"/>
              </a:ext>
            </a:extLst>
          </p:cNvPr>
          <p:cNvCxnSpPr>
            <a:cxnSpLocks/>
          </p:cNvCxnSpPr>
          <p:nvPr userDrawn="1"/>
        </p:nvCxnSpPr>
        <p:spPr>
          <a:xfrm>
            <a:off x="3132376" y="5349028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B18007-34EB-4802-265A-36ACBE637E5A}"/>
              </a:ext>
            </a:extLst>
          </p:cNvPr>
          <p:cNvCxnSpPr>
            <a:cxnSpLocks/>
          </p:cNvCxnSpPr>
          <p:nvPr userDrawn="1"/>
        </p:nvCxnSpPr>
        <p:spPr>
          <a:xfrm>
            <a:off x="7863422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652785-279B-23EE-8E08-218DF6822A42}"/>
              </a:ext>
            </a:extLst>
          </p:cNvPr>
          <p:cNvCxnSpPr>
            <a:cxnSpLocks/>
          </p:cNvCxnSpPr>
          <p:nvPr userDrawn="1"/>
        </p:nvCxnSpPr>
        <p:spPr>
          <a:xfrm>
            <a:off x="7863422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B5CAF15-77CC-326B-7ECA-CA2B42906DF1}"/>
              </a:ext>
            </a:extLst>
          </p:cNvPr>
          <p:cNvCxnSpPr>
            <a:cxnSpLocks/>
          </p:cNvCxnSpPr>
          <p:nvPr userDrawn="1"/>
        </p:nvCxnSpPr>
        <p:spPr>
          <a:xfrm>
            <a:off x="7863422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12C011-7B08-939C-7635-0C1FF67455F7}"/>
              </a:ext>
            </a:extLst>
          </p:cNvPr>
          <p:cNvCxnSpPr>
            <a:cxnSpLocks/>
          </p:cNvCxnSpPr>
          <p:nvPr userDrawn="1"/>
        </p:nvCxnSpPr>
        <p:spPr>
          <a:xfrm>
            <a:off x="7863422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4CE81C-0DA7-1235-947C-E6E329283A91}"/>
              </a:ext>
            </a:extLst>
          </p:cNvPr>
          <p:cNvCxnSpPr>
            <a:cxnSpLocks/>
          </p:cNvCxnSpPr>
          <p:nvPr userDrawn="1"/>
        </p:nvCxnSpPr>
        <p:spPr>
          <a:xfrm>
            <a:off x="3132376" y="6692669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CD6B02-81F9-F6C6-8CE7-E2C82EBBA018}"/>
              </a:ext>
            </a:extLst>
          </p:cNvPr>
          <p:cNvCxnSpPr>
            <a:cxnSpLocks/>
          </p:cNvCxnSpPr>
          <p:nvPr userDrawn="1"/>
        </p:nvCxnSpPr>
        <p:spPr>
          <a:xfrm>
            <a:off x="7863422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E959807-DB44-9A3E-8EA7-67B940FDEEB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407371" y="5351713"/>
            <a:ext cx="857203" cy="134095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tx1">
                    <a:lumMod val="75000"/>
                    <a:lumOff val="2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B6290B8-8CF6-B053-7520-CF15BADC67F2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2043A5F-8CDB-BE29-94B4-863E0216BE21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0C8C3DD-EECF-6862-6C90-114F10C1B414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4ACC69A-4DD7-74F2-2AE1-BCA702DBFF53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CE51DF3-C412-AD9F-0F47-612B0763BF0E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773265379"/>
      </p:ext>
    </p:extLst>
  </p:cSld>
  <p:clrMapOvr>
    <a:masterClrMapping/>
  </p:clrMapOvr>
  <p:transition>
    <p:fade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главление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FF3C5B-5661-71B9-29A0-BA23C892BC18}"/>
              </a:ext>
            </a:extLst>
          </p:cNvPr>
          <p:cNvCxnSpPr>
            <a:cxnSpLocks/>
          </p:cNvCxnSpPr>
          <p:nvPr userDrawn="1"/>
        </p:nvCxnSpPr>
        <p:spPr>
          <a:xfrm>
            <a:off x="3132376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8CE4488-866C-8BA0-73B5-02F28E7493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9521" y="1440324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E6AADCA-0656-C742-7EB3-1E956864B0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39521" y="2782395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1E56D4-B980-D56D-3BE0-F210174071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39521" y="4124467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D6D83C6-BD43-B2B4-BC15-7717A3C706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39521" y="5466538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20739D9-20B2-6E54-4EBA-697F075857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32376" y="1440324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38F4A499-07C4-916F-C98E-EE0DBE0B0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2376" y="1634300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9C5774C-D0B8-3A33-4C97-A8E1DADD65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2376" y="2781282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F40A66B-464A-31B0-0689-F8A10B934C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32376" y="2975257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4C7E110-F9E9-4B7B-9485-CBAF9B6B96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2376" y="4119221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488F04D3-5F7D-6C84-DECF-747CF4C908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6" y="4313196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E5E0E09-EED9-76F0-D65B-BF01D19F11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2376" y="5466538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E1E9693-B311-9CD3-40CF-39E3AF9883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32376" y="5660513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6551FA8F-69D9-ADB5-1C62-D8958B47AA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43231" y="1440324"/>
            <a:ext cx="2077841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AC8A498-CCDC-282E-6841-542482BC1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43231" y="2782395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CC6D508-ABA7-C3A7-5C67-4432D59AA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43231" y="4124467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CBC15B5-4935-D30E-1CBD-707FC5617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43231" y="5466538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774B7833-9C2E-96FF-1FFB-936EB26D7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72368" y="1440324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14A16394-FF19-B1DC-2865-66A199C2EC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72368" y="1634300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E0CB8D96-D74E-1115-8A91-1B2484BADD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72368" y="2781282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F428653-B9CE-0CD5-DFEE-B4E4E0983DB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72368" y="2975257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238170CB-7E29-F254-3EC3-3298E0B21F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72368" y="4119221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0BFC6B6B-2ABA-EB50-ABA3-66C79A487F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72368" y="4313196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8A96A611-539E-5948-4742-EA8CC73119F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72368" y="5466538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32D4A0CC-8656-0740-F685-E0C2FB8E4A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72368" y="5660513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4BEB4EB-318A-5A12-FA2F-AC9C734E7C9A}"/>
              </a:ext>
            </a:extLst>
          </p:cNvPr>
          <p:cNvCxnSpPr>
            <a:cxnSpLocks/>
          </p:cNvCxnSpPr>
          <p:nvPr userDrawn="1"/>
        </p:nvCxnSpPr>
        <p:spPr>
          <a:xfrm>
            <a:off x="3132376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041C314-3976-9DB4-A062-581A6F3D0297}"/>
              </a:ext>
            </a:extLst>
          </p:cNvPr>
          <p:cNvCxnSpPr>
            <a:cxnSpLocks/>
          </p:cNvCxnSpPr>
          <p:nvPr userDrawn="1"/>
        </p:nvCxnSpPr>
        <p:spPr>
          <a:xfrm>
            <a:off x="3132376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36E7F6-BB02-8CF3-2ACC-A2899530D2ED}"/>
              </a:ext>
            </a:extLst>
          </p:cNvPr>
          <p:cNvCxnSpPr>
            <a:cxnSpLocks/>
          </p:cNvCxnSpPr>
          <p:nvPr userDrawn="1"/>
        </p:nvCxnSpPr>
        <p:spPr>
          <a:xfrm>
            <a:off x="3132376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B18007-34EB-4802-265A-36ACBE637E5A}"/>
              </a:ext>
            </a:extLst>
          </p:cNvPr>
          <p:cNvCxnSpPr>
            <a:cxnSpLocks/>
          </p:cNvCxnSpPr>
          <p:nvPr userDrawn="1"/>
        </p:nvCxnSpPr>
        <p:spPr>
          <a:xfrm>
            <a:off x="7863422" y="1318105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652785-279B-23EE-8E08-218DF6822A42}"/>
              </a:ext>
            </a:extLst>
          </p:cNvPr>
          <p:cNvCxnSpPr>
            <a:cxnSpLocks/>
          </p:cNvCxnSpPr>
          <p:nvPr userDrawn="1"/>
        </p:nvCxnSpPr>
        <p:spPr>
          <a:xfrm>
            <a:off x="7863422" y="2661746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B5CAF15-77CC-326B-7ECA-CA2B42906DF1}"/>
              </a:ext>
            </a:extLst>
          </p:cNvPr>
          <p:cNvCxnSpPr>
            <a:cxnSpLocks/>
          </p:cNvCxnSpPr>
          <p:nvPr userDrawn="1"/>
        </p:nvCxnSpPr>
        <p:spPr>
          <a:xfrm>
            <a:off x="7863422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12C011-7B08-939C-7635-0C1FF67455F7}"/>
              </a:ext>
            </a:extLst>
          </p:cNvPr>
          <p:cNvCxnSpPr>
            <a:cxnSpLocks/>
          </p:cNvCxnSpPr>
          <p:nvPr userDrawn="1"/>
        </p:nvCxnSpPr>
        <p:spPr>
          <a:xfrm>
            <a:off x="7863422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4CE81C-0DA7-1235-947C-E6E329283A91}"/>
              </a:ext>
            </a:extLst>
          </p:cNvPr>
          <p:cNvCxnSpPr>
            <a:cxnSpLocks/>
          </p:cNvCxnSpPr>
          <p:nvPr userDrawn="1"/>
        </p:nvCxnSpPr>
        <p:spPr>
          <a:xfrm>
            <a:off x="3132376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CD6B02-81F9-F6C6-8CE7-E2C82EBBA018}"/>
              </a:ext>
            </a:extLst>
          </p:cNvPr>
          <p:cNvCxnSpPr>
            <a:cxnSpLocks/>
          </p:cNvCxnSpPr>
          <p:nvPr userDrawn="1"/>
        </p:nvCxnSpPr>
        <p:spPr>
          <a:xfrm>
            <a:off x="7863422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E959807-DB44-9A3E-8EA7-67B940FDEEB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11137841" y="1318105"/>
            <a:ext cx="857203" cy="134095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tx1">
                    <a:lumMod val="75000"/>
                    <a:lumOff val="2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59DC529-49BD-8D1D-C0D6-AB95AE46150D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D0C1200-44C7-FF87-3575-96CA4CA85610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23DCFF5-AA6E-7DB7-E19C-3DE47D46BA91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BD0D226-5A59-32E4-D553-E1B2DF19E65A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0F742EA-9746-1864-D7D8-547C6BE5CE8B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3832553888"/>
      </p:ext>
    </p:extLst>
  </p:cSld>
  <p:clrMapOvr>
    <a:masterClrMapping/>
  </p:clrMapOvr>
  <p:transition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главление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FF3C5B-5661-71B9-29A0-BA23C892BC18}"/>
              </a:ext>
            </a:extLst>
          </p:cNvPr>
          <p:cNvCxnSpPr>
            <a:cxnSpLocks/>
          </p:cNvCxnSpPr>
          <p:nvPr userDrawn="1"/>
        </p:nvCxnSpPr>
        <p:spPr>
          <a:xfrm>
            <a:off x="3132376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8CE4488-866C-8BA0-73B5-02F28E7493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9521" y="1440324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E6AADCA-0656-C742-7EB3-1E956864B0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39521" y="2782395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1E56D4-B980-D56D-3BE0-F210174071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39521" y="4124467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D6D83C6-BD43-B2B4-BC15-7717A3C706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39521" y="5466538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20739D9-20B2-6E54-4EBA-697F075857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32376" y="1440324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38F4A499-07C4-916F-C98E-EE0DBE0B0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2376" y="1634300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9C5774C-D0B8-3A33-4C97-A8E1DADD65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2376" y="2781282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F40A66B-464A-31B0-0689-F8A10B934C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32376" y="2975257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4C7E110-F9E9-4B7B-9485-CBAF9B6B96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2376" y="4119221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488F04D3-5F7D-6C84-DECF-747CF4C908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6" y="4313196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E5E0E09-EED9-76F0-D65B-BF01D19F11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2376" y="5466538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E1E9693-B311-9CD3-40CF-39E3AF9883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32376" y="5660513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6551FA8F-69D9-ADB5-1C62-D8958B47AA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43231" y="1440324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AC8A498-CCDC-282E-6841-542482BC1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43231" y="2782395"/>
            <a:ext cx="2077841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CC6D508-ABA7-C3A7-5C67-4432D59AA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43231" y="4124467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CBC15B5-4935-D30E-1CBD-707FC5617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43231" y="5466538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774B7833-9C2E-96FF-1FFB-936EB26D7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72368" y="1440324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14A16394-FF19-B1DC-2865-66A199C2EC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72368" y="1634300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E0CB8D96-D74E-1115-8A91-1B2484BADD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72368" y="2781282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F428653-B9CE-0CD5-DFEE-B4E4E0983DB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72368" y="2975257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238170CB-7E29-F254-3EC3-3298E0B21F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72368" y="4119221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0BFC6B6B-2ABA-EB50-ABA3-66C79A487F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72368" y="4313196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8A96A611-539E-5948-4742-EA8CC73119F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72368" y="5466538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32D4A0CC-8656-0740-F685-E0C2FB8E4A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72368" y="5660513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4BEB4EB-318A-5A12-FA2F-AC9C734E7C9A}"/>
              </a:ext>
            </a:extLst>
          </p:cNvPr>
          <p:cNvCxnSpPr>
            <a:cxnSpLocks/>
          </p:cNvCxnSpPr>
          <p:nvPr userDrawn="1"/>
        </p:nvCxnSpPr>
        <p:spPr>
          <a:xfrm>
            <a:off x="3132376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041C314-3976-9DB4-A062-581A6F3D0297}"/>
              </a:ext>
            </a:extLst>
          </p:cNvPr>
          <p:cNvCxnSpPr>
            <a:cxnSpLocks/>
          </p:cNvCxnSpPr>
          <p:nvPr userDrawn="1"/>
        </p:nvCxnSpPr>
        <p:spPr>
          <a:xfrm>
            <a:off x="3132376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36E7F6-BB02-8CF3-2ACC-A2899530D2ED}"/>
              </a:ext>
            </a:extLst>
          </p:cNvPr>
          <p:cNvCxnSpPr>
            <a:cxnSpLocks/>
          </p:cNvCxnSpPr>
          <p:nvPr userDrawn="1"/>
        </p:nvCxnSpPr>
        <p:spPr>
          <a:xfrm>
            <a:off x="3132376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B18007-34EB-4802-265A-36ACBE637E5A}"/>
              </a:ext>
            </a:extLst>
          </p:cNvPr>
          <p:cNvCxnSpPr>
            <a:cxnSpLocks/>
          </p:cNvCxnSpPr>
          <p:nvPr userDrawn="1"/>
        </p:nvCxnSpPr>
        <p:spPr>
          <a:xfrm>
            <a:off x="7863422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652785-279B-23EE-8E08-218DF6822A42}"/>
              </a:ext>
            </a:extLst>
          </p:cNvPr>
          <p:cNvCxnSpPr>
            <a:cxnSpLocks/>
          </p:cNvCxnSpPr>
          <p:nvPr userDrawn="1"/>
        </p:nvCxnSpPr>
        <p:spPr>
          <a:xfrm>
            <a:off x="7863422" y="2661746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B5CAF15-77CC-326B-7ECA-CA2B42906DF1}"/>
              </a:ext>
            </a:extLst>
          </p:cNvPr>
          <p:cNvCxnSpPr>
            <a:cxnSpLocks/>
          </p:cNvCxnSpPr>
          <p:nvPr userDrawn="1"/>
        </p:nvCxnSpPr>
        <p:spPr>
          <a:xfrm>
            <a:off x="7863422" y="4005387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12C011-7B08-939C-7635-0C1FF67455F7}"/>
              </a:ext>
            </a:extLst>
          </p:cNvPr>
          <p:cNvCxnSpPr>
            <a:cxnSpLocks/>
          </p:cNvCxnSpPr>
          <p:nvPr userDrawn="1"/>
        </p:nvCxnSpPr>
        <p:spPr>
          <a:xfrm>
            <a:off x="7863422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4CE81C-0DA7-1235-947C-E6E329283A91}"/>
              </a:ext>
            </a:extLst>
          </p:cNvPr>
          <p:cNvCxnSpPr>
            <a:cxnSpLocks/>
          </p:cNvCxnSpPr>
          <p:nvPr userDrawn="1"/>
        </p:nvCxnSpPr>
        <p:spPr>
          <a:xfrm>
            <a:off x="3132376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CD6B02-81F9-F6C6-8CE7-E2C82EBBA018}"/>
              </a:ext>
            </a:extLst>
          </p:cNvPr>
          <p:cNvCxnSpPr>
            <a:cxnSpLocks/>
          </p:cNvCxnSpPr>
          <p:nvPr userDrawn="1"/>
        </p:nvCxnSpPr>
        <p:spPr>
          <a:xfrm>
            <a:off x="7863422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E959807-DB44-9A3E-8EA7-67B940FDEEB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11137841" y="2661746"/>
            <a:ext cx="857203" cy="134095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tx1">
                    <a:lumMod val="75000"/>
                    <a:lumOff val="2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B62B13E-36BD-7AD8-6D5F-CB951281C66E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429CED8-82A8-886D-86AE-6B200902308C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EBDC330-4C96-A4AC-1B08-263ED3687FEB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EF76EB8-3153-1CE5-AE9A-B49BC5D3E9B7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D9A2524-F3BA-D03A-B461-637F36896C2F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2096851112"/>
      </p:ext>
    </p:extLst>
  </p:cSld>
  <p:clrMapOvr>
    <a:masterClrMapping/>
  </p:clrMapOvr>
  <p:transition>
    <p:fad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главление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FF3C5B-5661-71B9-29A0-BA23C892BC18}"/>
              </a:ext>
            </a:extLst>
          </p:cNvPr>
          <p:cNvCxnSpPr>
            <a:cxnSpLocks/>
          </p:cNvCxnSpPr>
          <p:nvPr userDrawn="1"/>
        </p:nvCxnSpPr>
        <p:spPr>
          <a:xfrm>
            <a:off x="3132376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8CE4488-866C-8BA0-73B5-02F28E7493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9521" y="1440324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E6AADCA-0656-C742-7EB3-1E956864B0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39521" y="2782395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1E56D4-B980-D56D-3BE0-F210174071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39521" y="4124467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D6D83C6-BD43-B2B4-BC15-7717A3C706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39521" y="5466538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20739D9-20B2-6E54-4EBA-697F075857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32376" y="1440324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38F4A499-07C4-916F-C98E-EE0DBE0B0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2376" y="1634300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9C5774C-D0B8-3A33-4C97-A8E1DADD65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2376" y="2781282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F40A66B-464A-31B0-0689-F8A10B934C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32376" y="2975257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4C7E110-F9E9-4B7B-9485-CBAF9B6B96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2376" y="4119221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488F04D3-5F7D-6C84-DECF-747CF4C908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6" y="4313196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E5E0E09-EED9-76F0-D65B-BF01D19F11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2376" y="5466538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E1E9693-B311-9CD3-40CF-39E3AF9883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32376" y="5660513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6551FA8F-69D9-ADB5-1C62-D8958B47AA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43231" y="1440324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AC8A498-CCDC-282E-6841-542482BC1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43231" y="2782395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CC6D508-ABA7-C3A7-5C67-4432D59AA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43232" y="4124467"/>
            <a:ext cx="2077841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CBC15B5-4935-D30E-1CBD-707FC5617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43231" y="5466538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774B7833-9C2E-96FF-1FFB-936EB26D7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72368" y="1440324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14A16394-FF19-B1DC-2865-66A199C2EC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72368" y="1634300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E0CB8D96-D74E-1115-8A91-1B2484BADD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72368" y="2781282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F428653-B9CE-0CD5-DFEE-B4E4E0983DB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72368" y="2975257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238170CB-7E29-F254-3EC3-3298E0B21F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72368" y="4119221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0BFC6B6B-2ABA-EB50-ABA3-66C79A487F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72368" y="4313196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8A96A611-539E-5948-4742-EA8CC73119F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72368" y="5466538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32D4A0CC-8656-0740-F685-E0C2FB8E4A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72368" y="5660513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4BEB4EB-318A-5A12-FA2F-AC9C734E7C9A}"/>
              </a:ext>
            </a:extLst>
          </p:cNvPr>
          <p:cNvCxnSpPr>
            <a:cxnSpLocks/>
          </p:cNvCxnSpPr>
          <p:nvPr userDrawn="1"/>
        </p:nvCxnSpPr>
        <p:spPr>
          <a:xfrm>
            <a:off x="3132376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041C314-3976-9DB4-A062-581A6F3D0297}"/>
              </a:ext>
            </a:extLst>
          </p:cNvPr>
          <p:cNvCxnSpPr>
            <a:cxnSpLocks/>
          </p:cNvCxnSpPr>
          <p:nvPr userDrawn="1"/>
        </p:nvCxnSpPr>
        <p:spPr>
          <a:xfrm>
            <a:off x="3132376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36E7F6-BB02-8CF3-2ACC-A2899530D2ED}"/>
              </a:ext>
            </a:extLst>
          </p:cNvPr>
          <p:cNvCxnSpPr>
            <a:cxnSpLocks/>
          </p:cNvCxnSpPr>
          <p:nvPr userDrawn="1"/>
        </p:nvCxnSpPr>
        <p:spPr>
          <a:xfrm>
            <a:off x="3132376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B18007-34EB-4802-265A-36ACBE637E5A}"/>
              </a:ext>
            </a:extLst>
          </p:cNvPr>
          <p:cNvCxnSpPr>
            <a:cxnSpLocks/>
          </p:cNvCxnSpPr>
          <p:nvPr userDrawn="1"/>
        </p:nvCxnSpPr>
        <p:spPr>
          <a:xfrm>
            <a:off x="7863422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652785-279B-23EE-8E08-218DF6822A42}"/>
              </a:ext>
            </a:extLst>
          </p:cNvPr>
          <p:cNvCxnSpPr>
            <a:cxnSpLocks/>
          </p:cNvCxnSpPr>
          <p:nvPr userDrawn="1"/>
        </p:nvCxnSpPr>
        <p:spPr>
          <a:xfrm>
            <a:off x="7863422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B5CAF15-77CC-326B-7ECA-CA2B42906DF1}"/>
              </a:ext>
            </a:extLst>
          </p:cNvPr>
          <p:cNvCxnSpPr>
            <a:cxnSpLocks/>
          </p:cNvCxnSpPr>
          <p:nvPr userDrawn="1"/>
        </p:nvCxnSpPr>
        <p:spPr>
          <a:xfrm>
            <a:off x="7863422" y="4005387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12C011-7B08-939C-7635-0C1FF67455F7}"/>
              </a:ext>
            </a:extLst>
          </p:cNvPr>
          <p:cNvCxnSpPr>
            <a:cxnSpLocks/>
          </p:cNvCxnSpPr>
          <p:nvPr userDrawn="1"/>
        </p:nvCxnSpPr>
        <p:spPr>
          <a:xfrm>
            <a:off x="7863422" y="5349028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4CE81C-0DA7-1235-947C-E6E329283A91}"/>
              </a:ext>
            </a:extLst>
          </p:cNvPr>
          <p:cNvCxnSpPr>
            <a:cxnSpLocks/>
          </p:cNvCxnSpPr>
          <p:nvPr userDrawn="1"/>
        </p:nvCxnSpPr>
        <p:spPr>
          <a:xfrm>
            <a:off x="3132376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CD6B02-81F9-F6C6-8CE7-E2C82EBBA018}"/>
              </a:ext>
            </a:extLst>
          </p:cNvPr>
          <p:cNvCxnSpPr>
            <a:cxnSpLocks/>
          </p:cNvCxnSpPr>
          <p:nvPr userDrawn="1"/>
        </p:nvCxnSpPr>
        <p:spPr>
          <a:xfrm>
            <a:off x="7863422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E959807-DB44-9A3E-8EA7-67B940FDEEB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11137841" y="4008071"/>
            <a:ext cx="857203" cy="134095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tx1">
                    <a:lumMod val="75000"/>
                    <a:lumOff val="2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6DFDCCB-AADB-C4CD-9E63-97E8B28B41FD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ED4B90-353E-4860-D5FB-E36F777277D3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64A870F-D31F-5EBB-A248-ABCDA58A61EA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B3C7F3C-5D52-508C-C840-53200B3E1699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7D3C6F70-1E07-8B57-8958-74BC58D0C0B0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117068266"/>
      </p:ext>
    </p:extLst>
  </p:cSld>
  <p:clrMapOvr>
    <a:masterClrMapping/>
  </p:clrMapOvr>
  <p:transition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главление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FF3C5B-5661-71B9-29A0-BA23C892BC18}"/>
              </a:ext>
            </a:extLst>
          </p:cNvPr>
          <p:cNvCxnSpPr>
            <a:cxnSpLocks/>
          </p:cNvCxnSpPr>
          <p:nvPr userDrawn="1"/>
        </p:nvCxnSpPr>
        <p:spPr>
          <a:xfrm>
            <a:off x="3132376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8CE4488-866C-8BA0-73B5-02F28E7493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9521" y="1440324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E6AADCA-0656-C742-7EB3-1E956864B0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39521" y="2782395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1E56D4-B980-D56D-3BE0-F210174071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39521" y="4124467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D6D83C6-BD43-B2B4-BC15-7717A3C706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39521" y="5466538"/>
            <a:ext cx="2648760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20739D9-20B2-6E54-4EBA-697F075857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32376" y="1440324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38F4A499-07C4-916F-C98E-EE0DBE0B0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2376" y="1634300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9C5774C-D0B8-3A33-4C97-A8E1DADD65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2376" y="2781282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F40A66B-464A-31B0-0689-F8A10B934C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32376" y="2975257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4C7E110-F9E9-4B7B-9485-CBAF9B6B96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2376" y="4119221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488F04D3-5F7D-6C84-DECF-747CF4C908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6" y="4313196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E5E0E09-EED9-76F0-D65B-BF01D19F11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2376" y="5466538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E1E9693-B311-9CD3-40CF-39E3AF9883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32376" y="5660513"/>
            <a:ext cx="592875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6551FA8F-69D9-ADB5-1C62-D8958B47AA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43231" y="1440324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AC8A498-CCDC-282E-6841-542482BC1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43231" y="2782395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CC6D508-ABA7-C3A7-5C67-4432D59AA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43231" y="4124467"/>
            <a:ext cx="2669968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CBC15B5-4935-D30E-1CBD-707FC5617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43231" y="5466538"/>
            <a:ext cx="2077841" cy="6578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Название раздела, </a:t>
            </a:r>
            <a:br>
              <a:rPr lang="en-US" dirty="0"/>
            </a:br>
            <a:r>
              <a:rPr lang="ru-RU" dirty="0"/>
              <a:t>максимум две-три строки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774B7833-9C2E-96FF-1FFB-936EB26D7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72368" y="1440324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14A16394-FF19-B1DC-2865-66A199C2EC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72368" y="1634300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E0CB8D96-D74E-1115-8A91-1B2484BADD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72368" y="2781282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F428653-B9CE-0CD5-DFEE-B4E4E0983DB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72368" y="2975257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238170CB-7E29-F254-3EC3-3298E0B21F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72368" y="4119221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0BFC6B6B-2ABA-EB50-ABA3-66C79A487F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72368" y="4313196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8A96A611-539E-5948-4742-EA8CC73119F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72368" y="5466538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</a:t>
            </a:r>
            <a:endParaRPr lang="en-RU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32D4A0CC-8656-0740-F685-E0C2FB8E4A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72368" y="5660513"/>
            <a:ext cx="554353" cy="212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US" dirty="0"/>
              <a:t>01-12</a:t>
            </a:r>
            <a:endParaRPr lang="en-RU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4BEB4EB-318A-5A12-FA2F-AC9C734E7C9A}"/>
              </a:ext>
            </a:extLst>
          </p:cNvPr>
          <p:cNvCxnSpPr>
            <a:cxnSpLocks/>
          </p:cNvCxnSpPr>
          <p:nvPr userDrawn="1"/>
        </p:nvCxnSpPr>
        <p:spPr>
          <a:xfrm>
            <a:off x="3132376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041C314-3976-9DB4-A062-581A6F3D0297}"/>
              </a:ext>
            </a:extLst>
          </p:cNvPr>
          <p:cNvCxnSpPr>
            <a:cxnSpLocks/>
          </p:cNvCxnSpPr>
          <p:nvPr userDrawn="1"/>
        </p:nvCxnSpPr>
        <p:spPr>
          <a:xfrm>
            <a:off x="3132376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36E7F6-BB02-8CF3-2ACC-A2899530D2ED}"/>
              </a:ext>
            </a:extLst>
          </p:cNvPr>
          <p:cNvCxnSpPr>
            <a:cxnSpLocks/>
          </p:cNvCxnSpPr>
          <p:nvPr userDrawn="1"/>
        </p:nvCxnSpPr>
        <p:spPr>
          <a:xfrm>
            <a:off x="3132376" y="5349028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B18007-34EB-4802-265A-36ACBE637E5A}"/>
              </a:ext>
            </a:extLst>
          </p:cNvPr>
          <p:cNvCxnSpPr>
            <a:cxnSpLocks/>
          </p:cNvCxnSpPr>
          <p:nvPr userDrawn="1"/>
        </p:nvCxnSpPr>
        <p:spPr>
          <a:xfrm>
            <a:off x="7863422" y="1318105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652785-279B-23EE-8E08-218DF6822A42}"/>
              </a:ext>
            </a:extLst>
          </p:cNvPr>
          <p:cNvCxnSpPr>
            <a:cxnSpLocks/>
          </p:cNvCxnSpPr>
          <p:nvPr userDrawn="1"/>
        </p:nvCxnSpPr>
        <p:spPr>
          <a:xfrm>
            <a:off x="7863422" y="2661746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B5CAF15-77CC-326B-7ECA-CA2B42906DF1}"/>
              </a:ext>
            </a:extLst>
          </p:cNvPr>
          <p:cNvCxnSpPr>
            <a:cxnSpLocks/>
          </p:cNvCxnSpPr>
          <p:nvPr userDrawn="1"/>
        </p:nvCxnSpPr>
        <p:spPr>
          <a:xfrm>
            <a:off x="7863422" y="4005387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12C011-7B08-939C-7635-0C1FF67455F7}"/>
              </a:ext>
            </a:extLst>
          </p:cNvPr>
          <p:cNvCxnSpPr>
            <a:cxnSpLocks/>
          </p:cNvCxnSpPr>
          <p:nvPr userDrawn="1"/>
        </p:nvCxnSpPr>
        <p:spPr>
          <a:xfrm>
            <a:off x="7863422" y="5349028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4CE81C-0DA7-1235-947C-E6E329283A91}"/>
              </a:ext>
            </a:extLst>
          </p:cNvPr>
          <p:cNvCxnSpPr>
            <a:cxnSpLocks/>
          </p:cNvCxnSpPr>
          <p:nvPr userDrawn="1"/>
        </p:nvCxnSpPr>
        <p:spPr>
          <a:xfrm>
            <a:off x="3132376" y="6692669"/>
            <a:ext cx="413162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CD6B02-81F9-F6C6-8CE7-E2C82EBBA018}"/>
              </a:ext>
            </a:extLst>
          </p:cNvPr>
          <p:cNvCxnSpPr>
            <a:cxnSpLocks/>
          </p:cNvCxnSpPr>
          <p:nvPr userDrawn="1"/>
        </p:nvCxnSpPr>
        <p:spPr>
          <a:xfrm>
            <a:off x="7863422" y="6692669"/>
            <a:ext cx="41316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E959807-DB44-9A3E-8EA7-67B940FDEEB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11137841" y="5351713"/>
            <a:ext cx="857203" cy="134095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tx1">
                    <a:lumMod val="75000"/>
                    <a:lumOff val="2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3B3DCFA-D9BC-ED25-5CE8-A55E70720822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F312E70-8FEA-C2C0-BF8F-3A8C2CE38797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2EED3DE-71A9-A2E3-FA84-7FB7971F0ED5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C480976-BA2B-09F0-7448-3DF2CD90A573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C0306AC1-DAB4-38BF-0510-49C948672A25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2819542061"/>
      </p:ext>
    </p:extLst>
  </p:cSld>
  <p:clrMapOvr>
    <a:masterClrMapping/>
  </p:clrMapOvr>
  <p:transition>
    <p:fade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41" name="Table Placeholder 40">
            <a:extLst>
              <a:ext uri="{FF2B5EF4-FFF2-40B4-BE49-F238E27FC236}">
                <a16:creationId xmlns:a16="http://schemas.microsoft.com/office/drawing/2014/main" id="{C98EE4DE-18C5-37A7-6680-05FE6302CE94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90407" y="1305290"/>
            <a:ext cx="7074168" cy="403385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5" b="0" i="0"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E803689-4647-EFC6-E5C4-A3E9195962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9576" y="2122581"/>
            <a:ext cx="2969750" cy="13064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Краткое текстовое описание данный таблицы, если оно требуется; вводное слово об информации в таблице.</a:t>
            </a:r>
            <a:endParaRPr lang="en-RU" dirty="0"/>
          </a:p>
        </p:txBody>
      </p:sp>
      <p:sp>
        <p:nvSpPr>
          <p:cNvPr id="53" name="Picture Placeholder 25">
            <a:extLst>
              <a:ext uri="{FF2B5EF4-FFF2-40B4-BE49-F238E27FC236}">
                <a16:creationId xmlns:a16="http://schemas.microsoft.com/office/drawing/2014/main" id="{56F69510-1947-9C4A-234E-3DF188BB048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60115" y="6528331"/>
            <a:ext cx="910813" cy="2747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17" b="0" i="0">
                <a:solidFill>
                  <a:schemeClr val="accent6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666E2C45-8A5B-2FE8-6255-B27E264791F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0C44541B-35FE-2FE4-FE33-A4130D380CC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2129824B-E0C0-A921-2F5A-BFD4D5AF95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9" name="Title 58">
            <a:extLst>
              <a:ext uri="{FF2B5EF4-FFF2-40B4-BE49-F238E27FC236}">
                <a16:creationId xmlns:a16="http://schemas.microsoft.com/office/drawing/2014/main" id="{0462E639-32ED-BA57-A0B0-7AF2B1115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Слайд с таблицей</a:t>
            </a:r>
            <a:endParaRPr lang="en-R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BCB5EAD-D673-475E-3B1E-7AC82FE057BE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59474CC-ABAB-FF79-60DD-8D62B637916E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2A99126-3E35-379B-D9F5-2D6D804F7001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D7B5379-7A94-1274-00E1-7B18C92D21B8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93C2B84-10EE-6B34-A896-982F94A05C65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F051CBB7-0EFF-7311-DE34-9C5CBC5400B4}"/>
              </a:ext>
            </a:extLst>
          </p:cNvPr>
          <p:cNvSpPr/>
          <p:nvPr userDrawn="1"/>
        </p:nvSpPr>
        <p:spPr>
          <a:xfrm>
            <a:off x="0" y="6470216"/>
            <a:ext cx="388280" cy="387784"/>
          </a:xfrm>
          <a:prstGeom prst="rect">
            <a:avLst/>
          </a:prstGeom>
          <a:solidFill>
            <a:srgbClr val="FF0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RU" sz="659" dirty="0" err="1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" name="Picture Placeholder 25">
            <a:extLst>
              <a:ext uri="{FF2B5EF4-FFF2-40B4-BE49-F238E27FC236}">
                <a16:creationId xmlns:a16="http://schemas.microsoft.com/office/drawing/2014/main" id="{A7AA9E12-4FA7-34D7-AE1D-F7EEB1DE0D2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6470216"/>
            <a:ext cx="387763" cy="3877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23" b="0" i="0">
                <a:solidFill>
                  <a:schemeClr val="bg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908544536"/>
      </p:ext>
    </p:extLst>
  </p:cSld>
  <p:clrMapOvr>
    <a:masterClrMapping/>
  </p:clrMapOvr>
  <p:transition>
    <p:fade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41" name="Table Placeholder 40">
            <a:extLst>
              <a:ext uri="{FF2B5EF4-FFF2-40B4-BE49-F238E27FC236}">
                <a16:creationId xmlns:a16="http://schemas.microsoft.com/office/drawing/2014/main" id="{C98EE4DE-18C5-37A7-6680-05FE6302CE94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90407" y="1305290"/>
            <a:ext cx="7074168" cy="403385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5" b="0" i="0"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E803689-4647-EFC6-E5C4-A3E9195962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9576" y="2122581"/>
            <a:ext cx="2969750" cy="13064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Краткое текстовое описание данный таблицы, если оно требуется; вводное слово об информации в таблице.</a:t>
            </a:r>
            <a:endParaRPr lang="en-RU" dirty="0"/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666E2C45-8A5B-2FE8-6255-B27E264791F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0C44541B-35FE-2FE4-FE33-A4130D380CC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2129824B-E0C0-A921-2F5A-BFD4D5AF95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9" name="Title 58">
            <a:extLst>
              <a:ext uri="{FF2B5EF4-FFF2-40B4-BE49-F238E27FC236}">
                <a16:creationId xmlns:a16="http://schemas.microsoft.com/office/drawing/2014/main" id="{0462E639-32ED-BA57-A0B0-7AF2B1115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Слайд с таблицей</a:t>
            </a:r>
            <a:endParaRPr lang="en-R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BCB5EAD-D673-475E-3B1E-7AC82FE057BE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59474CC-ABAB-FF79-60DD-8D62B637916E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2A99126-3E35-379B-D9F5-2D6D804F7001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D7B5379-7A94-1274-00E1-7B18C92D21B8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93C2B84-10EE-6B34-A896-982F94A05C65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2188808193"/>
      </p:ext>
    </p:extLst>
  </p:cSld>
  <p:clrMapOvr>
    <a:masterClrMapping/>
  </p:clrMapOvr>
  <p:transition>
    <p:fade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41" name="Table Placeholder 40">
            <a:extLst>
              <a:ext uri="{FF2B5EF4-FFF2-40B4-BE49-F238E27FC236}">
                <a16:creationId xmlns:a16="http://schemas.microsoft.com/office/drawing/2014/main" id="{C98EE4DE-18C5-37A7-6680-05FE6302CE94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90407" y="1305290"/>
            <a:ext cx="11222793" cy="403385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5" b="0" i="0"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E803689-4647-EFC6-E5C4-A3E9195962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9576" y="5955971"/>
            <a:ext cx="2963624" cy="737001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>
              <a:buFontTx/>
              <a:buNone/>
              <a:defRPr sz="988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Краткое текстовое описание данный таблицы,  если оно требуется; вводное слово об информации  в таблице. Краткое текстовое описание данный таблицы, если оно требуется; вводное слово об информации в таблице.</a:t>
            </a:r>
            <a:endParaRPr lang="en-RU" dirty="0"/>
          </a:p>
        </p:txBody>
      </p:sp>
      <p:sp>
        <p:nvSpPr>
          <p:cNvPr id="53" name="Picture Placeholder 25">
            <a:extLst>
              <a:ext uri="{FF2B5EF4-FFF2-40B4-BE49-F238E27FC236}">
                <a16:creationId xmlns:a16="http://schemas.microsoft.com/office/drawing/2014/main" id="{56F69510-1947-9C4A-234E-3DF188BB048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60115" y="6528331"/>
            <a:ext cx="910813" cy="2747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17" b="0" i="0">
                <a:solidFill>
                  <a:schemeClr val="accent6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666E2C45-8A5B-2FE8-6255-B27E264791F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2129824B-E0C0-A921-2F5A-BFD4D5AF95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32377" y="620621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9" name="Title 58">
            <a:extLst>
              <a:ext uri="{FF2B5EF4-FFF2-40B4-BE49-F238E27FC236}">
                <a16:creationId xmlns:a16="http://schemas.microsoft.com/office/drawing/2014/main" id="{0462E639-32ED-BA57-A0B0-7AF2B1115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Слайд с таблицей</a:t>
            </a:r>
            <a:endParaRPr lang="en-R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BCB5EAD-D673-475E-3B1E-7AC82FE057BE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59474CC-ABAB-FF79-60DD-8D62B637916E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2A99126-3E35-379B-D9F5-2D6D804F7001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D7B5379-7A94-1274-00E1-7B18C92D21B8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93C2B84-10EE-6B34-A896-982F94A05C65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BA969B75-803F-E82B-5B32-27EA4A062F92}"/>
              </a:ext>
            </a:extLst>
          </p:cNvPr>
          <p:cNvSpPr/>
          <p:nvPr userDrawn="1"/>
        </p:nvSpPr>
        <p:spPr>
          <a:xfrm>
            <a:off x="0" y="6470216"/>
            <a:ext cx="388280" cy="387784"/>
          </a:xfrm>
          <a:prstGeom prst="rect">
            <a:avLst/>
          </a:prstGeom>
          <a:solidFill>
            <a:srgbClr val="FF0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RU" sz="659" dirty="0" err="1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" name="Picture Placeholder 25">
            <a:extLst>
              <a:ext uri="{FF2B5EF4-FFF2-40B4-BE49-F238E27FC236}">
                <a16:creationId xmlns:a16="http://schemas.microsoft.com/office/drawing/2014/main" id="{46584BF1-B5A8-89EB-BB74-95B6F08ECA9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6470216"/>
            <a:ext cx="387763" cy="3877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23" b="0" i="0">
                <a:solidFill>
                  <a:schemeClr val="bg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695750417"/>
      </p:ext>
    </p:extLst>
  </p:cSld>
  <p:clrMapOvr>
    <a:masterClrMapping/>
  </p:clrMapOvr>
  <p:transition>
    <p:fade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41" name="Table Placeholder 40">
            <a:extLst>
              <a:ext uri="{FF2B5EF4-FFF2-40B4-BE49-F238E27FC236}">
                <a16:creationId xmlns:a16="http://schemas.microsoft.com/office/drawing/2014/main" id="{C98EE4DE-18C5-37A7-6680-05FE6302CE94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90407" y="1305290"/>
            <a:ext cx="11222793" cy="403385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5" b="0" i="0"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E803689-4647-EFC6-E5C4-A3E9195962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9576" y="5955971"/>
            <a:ext cx="2963624" cy="737001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>
              <a:buFontTx/>
              <a:buNone/>
              <a:defRPr sz="988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Краткое текстовое описание данный таблицы,  если оно требуется; вводное слово об информации  в таблице. Краткое текстовое описание данный таблицы, если оно требуется; вводное слово об информации в таблице.</a:t>
            </a:r>
            <a:endParaRPr lang="en-RU" dirty="0"/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666E2C45-8A5B-2FE8-6255-B27E264791F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2129824B-E0C0-A921-2F5A-BFD4D5AF95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32377" y="620621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9" name="Title 58">
            <a:extLst>
              <a:ext uri="{FF2B5EF4-FFF2-40B4-BE49-F238E27FC236}">
                <a16:creationId xmlns:a16="http://schemas.microsoft.com/office/drawing/2014/main" id="{0462E639-32ED-BA57-A0B0-7AF2B1115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Слайд с таблицей</a:t>
            </a:r>
            <a:endParaRPr lang="en-R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BCB5EAD-D673-475E-3B1E-7AC82FE057BE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59474CC-ABAB-FF79-60DD-8D62B637916E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2A99126-3E35-379B-D9F5-2D6D804F7001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D7B5379-7A94-1274-00E1-7B18C92D21B8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93C2B84-10EE-6B34-A896-982F94A05C65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4151309213"/>
      </p:ext>
    </p:extLst>
  </p:cSld>
  <p:clrMapOvr>
    <a:masterClrMapping/>
  </p:clrMapOvr>
  <p:transition>
    <p:fade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41" name="Table Placeholder 40">
            <a:extLst>
              <a:ext uri="{FF2B5EF4-FFF2-40B4-BE49-F238E27FC236}">
                <a16:creationId xmlns:a16="http://schemas.microsoft.com/office/drawing/2014/main" id="{C98EE4DE-18C5-37A7-6680-05FE6302CE94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90407" y="1473326"/>
            <a:ext cx="11811187" cy="46824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5" b="0" i="0"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E803689-4647-EFC6-E5C4-A3E9195962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06058" y="1000611"/>
            <a:ext cx="1641022" cy="25618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FontTx/>
              <a:buNone/>
              <a:defRPr sz="753" b="0" i="0" spc="0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Выполненные задачи</a:t>
            </a:r>
            <a:endParaRPr lang="en-RU" dirty="0"/>
          </a:p>
        </p:txBody>
      </p:sp>
      <p:sp>
        <p:nvSpPr>
          <p:cNvPr id="53" name="Picture Placeholder 25">
            <a:extLst>
              <a:ext uri="{FF2B5EF4-FFF2-40B4-BE49-F238E27FC236}">
                <a16:creationId xmlns:a16="http://schemas.microsoft.com/office/drawing/2014/main" id="{56F69510-1947-9C4A-234E-3DF188BB048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60115" y="6528331"/>
            <a:ext cx="910813" cy="2747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17" b="0" i="0">
                <a:solidFill>
                  <a:schemeClr val="accent6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666E2C45-8A5B-2FE8-6255-B27E264791F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9" name="Title 58">
            <a:extLst>
              <a:ext uri="{FF2B5EF4-FFF2-40B4-BE49-F238E27FC236}">
                <a16:creationId xmlns:a16="http://schemas.microsoft.com/office/drawing/2014/main" id="{0462E639-32ED-BA57-A0B0-7AF2B1115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5312719" cy="418288"/>
          </a:xfrm>
        </p:spPr>
        <p:txBody>
          <a:bodyPr/>
          <a:lstStyle/>
          <a:p>
            <a:r>
              <a:rPr lang="ru-RU" dirty="0"/>
              <a:t>Слайд с таблицей</a:t>
            </a:r>
            <a:endParaRPr lang="en-R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BCB5EAD-D673-475E-3B1E-7AC82FE057BE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59474CC-ABAB-FF79-60DD-8D62B637916E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2A99126-3E35-379B-D9F5-2D6D804F7001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D7B5379-7A94-1274-00E1-7B18C92D21B8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93C2B84-10EE-6B34-A896-982F94A05C65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963E9B1-01CC-8CC4-53CD-8273B2A11B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2F7545F-E68C-0ED1-B6B6-8D534327A7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EC7AEF-358E-32BF-90EC-3F92E791C9E6}"/>
              </a:ext>
            </a:extLst>
          </p:cNvPr>
          <p:cNvSpPr/>
          <p:nvPr userDrawn="1"/>
        </p:nvSpPr>
        <p:spPr>
          <a:xfrm>
            <a:off x="0" y="6470216"/>
            <a:ext cx="388280" cy="387784"/>
          </a:xfrm>
          <a:prstGeom prst="rect">
            <a:avLst/>
          </a:prstGeom>
          <a:solidFill>
            <a:srgbClr val="FF0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RU" sz="659" dirty="0" err="1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" name="Picture Placeholder 25">
            <a:extLst>
              <a:ext uri="{FF2B5EF4-FFF2-40B4-BE49-F238E27FC236}">
                <a16:creationId xmlns:a16="http://schemas.microsoft.com/office/drawing/2014/main" id="{A1B1BC68-21EB-6228-FE81-2C8F29FDC24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6470216"/>
            <a:ext cx="387763" cy="3877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23" b="0" i="0">
                <a:solidFill>
                  <a:schemeClr val="bg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430077802"/>
      </p:ext>
    </p:extLst>
  </p:cSld>
  <p:clrMapOvr>
    <a:masterClrMapping/>
  </p:clrMapOvr>
  <p:transition>
    <p:fade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41" name="Table Placeholder 40">
            <a:extLst>
              <a:ext uri="{FF2B5EF4-FFF2-40B4-BE49-F238E27FC236}">
                <a16:creationId xmlns:a16="http://schemas.microsoft.com/office/drawing/2014/main" id="{C98EE4DE-18C5-37A7-6680-05FE6302CE94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90407" y="1473326"/>
            <a:ext cx="11811187" cy="46824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5" b="0" i="0"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E803689-4647-EFC6-E5C4-A3E9195962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06058" y="1000611"/>
            <a:ext cx="1641022" cy="25618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FontTx/>
              <a:buNone/>
              <a:defRPr sz="753" b="0" i="0" spc="0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Выполненные задачи</a:t>
            </a:r>
            <a:endParaRPr lang="en-RU" dirty="0"/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666E2C45-8A5B-2FE8-6255-B27E264791F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9" name="Title 58">
            <a:extLst>
              <a:ext uri="{FF2B5EF4-FFF2-40B4-BE49-F238E27FC236}">
                <a16:creationId xmlns:a16="http://schemas.microsoft.com/office/drawing/2014/main" id="{0462E639-32ED-BA57-A0B0-7AF2B1115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5312719" cy="418288"/>
          </a:xfrm>
        </p:spPr>
        <p:txBody>
          <a:bodyPr/>
          <a:lstStyle/>
          <a:p>
            <a:r>
              <a:rPr lang="ru-RU" dirty="0"/>
              <a:t>Слайд с таблицей</a:t>
            </a:r>
            <a:endParaRPr lang="en-R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BCB5EAD-D673-475E-3B1E-7AC82FE057BE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59474CC-ABAB-FF79-60DD-8D62B637916E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2A99126-3E35-379B-D9F5-2D6D804F7001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D7B5379-7A94-1274-00E1-7B18C92D21B8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93C2B84-10EE-6B34-A896-982F94A05C65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963E9B1-01CC-8CC4-53CD-8273B2A11B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2F7545F-E68C-0ED1-B6B6-8D534327A7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812627162"/>
      </p:ext>
    </p:extLst>
  </p:cSld>
  <p:clrMapOvr>
    <a:masterClrMapping/>
  </p:clrMapOvr>
  <p:transition>
    <p:fade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4 пун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E803689-4647-EFC6-E5C4-A3E9195962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32377" y="2156798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01</a:t>
            </a:r>
            <a:endParaRPr lang="en-RU" dirty="0"/>
          </a:p>
        </p:txBody>
      </p:sp>
      <p:sp>
        <p:nvSpPr>
          <p:cNvPr id="53" name="Picture Placeholder 25">
            <a:extLst>
              <a:ext uri="{FF2B5EF4-FFF2-40B4-BE49-F238E27FC236}">
                <a16:creationId xmlns:a16="http://schemas.microsoft.com/office/drawing/2014/main" id="{56F69510-1947-9C4A-234E-3DF188BB048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60115" y="6528331"/>
            <a:ext cx="910813" cy="2747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17" b="0" i="0">
                <a:solidFill>
                  <a:schemeClr val="accent6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988B1068-49AB-7E60-59DD-CD56DF3F8B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22819" y="2443543"/>
            <a:ext cx="4119165" cy="7111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2352" b="0" i="0" spc="71" baseline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Разработка платформы внутри АФК</a:t>
            </a:r>
            <a:endParaRPr lang="en-RU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2C541CF-B692-C25D-29EB-67A5961303C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32377" y="3227877"/>
            <a:ext cx="4119165" cy="91100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 устройств ХХХ млн людей — совершенно репрезентативная выборка для построения аналитики.</a:t>
            </a:r>
            <a:endParaRPr lang="en-RU" dirty="0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6D1EB518-886B-DBA8-AA5E-A5807CC492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32377" y="4526667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</a:t>
            </a:r>
            <a:r>
              <a:rPr lang="en-US" dirty="0"/>
              <a:t>2</a:t>
            </a:r>
            <a:endParaRPr lang="en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8CAF0B02-BC50-8A88-5C0B-7C4639AEBEC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122819" y="4813412"/>
            <a:ext cx="4119165" cy="7111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2352" b="0" i="0" spc="71" baseline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Разработка платформы внутри АФК</a:t>
            </a:r>
            <a:endParaRPr lang="en-R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491A200-F6EA-54DF-6257-50478EA3D3B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2377" y="5597745"/>
            <a:ext cx="4119165" cy="8724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 устройств ХХХ млн людей — совершенно репрезентативная выборка для построения аналитики.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FE1EFC34-AB7D-D88D-BCE9-170FB0D95A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51878" y="2156798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</a:t>
            </a:r>
            <a:r>
              <a:rPr lang="en-US" dirty="0"/>
              <a:t>3</a:t>
            </a:r>
            <a:endParaRPr lang="en-RU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424C04A-C4E1-2EC3-ADB0-58491650084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42320" y="2443543"/>
            <a:ext cx="4119165" cy="7111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2352" b="0" i="0" spc="71" baseline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Разработка платформы внутри АФК</a:t>
            </a:r>
            <a:endParaRPr lang="en-R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6D6BC0D2-AF04-B0A8-39F6-0D8751D2A2B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51878" y="3227877"/>
            <a:ext cx="4119165" cy="91100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 устройств ХХХ млн людей — совершенно репрезентативная выборка для построения аналитики.</a:t>
            </a:r>
            <a:endParaRPr lang="en-RU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7297774-CD52-4A50-CF0B-E3C4E9C4346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1878" y="4526667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</a:t>
            </a:r>
            <a:r>
              <a:rPr lang="en-US" dirty="0"/>
              <a:t>4</a:t>
            </a:r>
            <a:endParaRPr lang="en-RU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2C3B1D5B-2E28-6916-B3F5-BED76AA1874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42320" y="4813412"/>
            <a:ext cx="4119165" cy="7111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2352" b="0" i="0" spc="71" baseline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Разработка платформы внутри АФК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9E661FA-3186-28A1-2B35-8DFA11D0572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51878" y="5597745"/>
            <a:ext cx="4119165" cy="8724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 устройств ХХХ млн людей — совершенно репрезентативная выборка для построения аналитики.</a:t>
            </a:r>
            <a:endParaRPr lang="en-RU" dirty="0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2045CB0-5DF7-8067-8B7D-96EC8A535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Цели и шаги на квартал</a:t>
            </a:r>
            <a:endParaRPr lang="en-R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D327555-9B9E-6490-575B-05FE259A3E8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54E8029-E017-26B1-CC61-BB149531C3C1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85AFE56-6BE1-FDC4-1BBB-41708576FE9C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278FA35-914A-77A0-5A67-FFC86D7B4784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94DFBEBA-0B82-56A6-6D61-10AD4D8F1613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5262A8C9-6E20-C7EC-4F90-9330BBD67B6B}"/>
              </a:ext>
            </a:extLst>
          </p:cNvPr>
          <p:cNvSpPr/>
          <p:nvPr userDrawn="1"/>
        </p:nvSpPr>
        <p:spPr>
          <a:xfrm>
            <a:off x="0" y="6470216"/>
            <a:ext cx="388280" cy="387784"/>
          </a:xfrm>
          <a:prstGeom prst="rect">
            <a:avLst/>
          </a:prstGeom>
          <a:solidFill>
            <a:srgbClr val="FF0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RU" sz="659" dirty="0" err="1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" name="Picture Placeholder 25">
            <a:extLst>
              <a:ext uri="{FF2B5EF4-FFF2-40B4-BE49-F238E27FC236}">
                <a16:creationId xmlns:a16="http://schemas.microsoft.com/office/drawing/2014/main" id="{79E702BD-B2DD-A44B-9B1E-5FECDD3DAA8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6470216"/>
            <a:ext cx="387763" cy="3877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23" b="0" i="0">
                <a:solidFill>
                  <a:schemeClr val="bg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35027807"/>
      </p:ext>
    </p:extLst>
  </p:cSld>
  <p:clrMapOvr>
    <a:masterClrMapping/>
  </p:clrMapOvr>
  <p:transition>
    <p:fade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4 пункт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E803689-4647-EFC6-E5C4-A3E9195962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32377" y="2156798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01</a:t>
            </a:r>
            <a:endParaRPr lang="en-RU" dirty="0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988B1068-49AB-7E60-59DD-CD56DF3F8B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22819" y="2443543"/>
            <a:ext cx="4119165" cy="7111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2352" b="0" i="0" spc="71" baseline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Разработка платформы внутри АФК</a:t>
            </a:r>
            <a:endParaRPr lang="en-RU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2C541CF-B692-C25D-29EB-67A5961303C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32377" y="3227877"/>
            <a:ext cx="4119165" cy="91100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 устройств ХХХ млн людей — совершенно репрезентативная выборка для построения аналитики.</a:t>
            </a:r>
            <a:endParaRPr lang="en-RU" dirty="0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6D1EB518-886B-DBA8-AA5E-A5807CC492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32377" y="4526667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</a:t>
            </a:r>
            <a:r>
              <a:rPr lang="en-US" dirty="0"/>
              <a:t>2</a:t>
            </a:r>
            <a:endParaRPr lang="en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8CAF0B02-BC50-8A88-5C0B-7C4639AEBEC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122819" y="4813412"/>
            <a:ext cx="4119165" cy="7111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2352" b="0" i="0" spc="71" baseline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Разработка платформы внутри АФК</a:t>
            </a:r>
            <a:endParaRPr lang="en-R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491A200-F6EA-54DF-6257-50478EA3D3B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2377" y="5597745"/>
            <a:ext cx="4119165" cy="8724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 устройств ХХХ млн людей — совершенно репрезентативная выборка для построения аналитики.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FE1EFC34-AB7D-D88D-BCE9-170FB0D95A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51878" y="2156798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</a:t>
            </a:r>
            <a:r>
              <a:rPr lang="en-US" dirty="0"/>
              <a:t>3</a:t>
            </a:r>
            <a:endParaRPr lang="en-RU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424C04A-C4E1-2EC3-ADB0-58491650084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42320" y="2443543"/>
            <a:ext cx="4119165" cy="7111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2352" b="0" i="0" spc="71" baseline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Разработка платформы внутри АФК</a:t>
            </a:r>
            <a:endParaRPr lang="en-R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6D6BC0D2-AF04-B0A8-39F6-0D8751D2A2B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51878" y="3227877"/>
            <a:ext cx="4119165" cy="91100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 устройств ХХХ млн людей — совершенно репрезентативная выборка для построения аналитики.</a:t>
            </a:r>
            <a:endParaRPr lang="en-RU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7297774-CD52-4A50-CF0B-E3C4E9C4346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1878" y="4526667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</a:t>
            </a:r>
            <a:r>
              <a:rPr lang="en-US" dirty="0"/>
              <a:t>4</a:t>
            </a:r>
            <a:endParaRPr lang="en-RU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2C3B1D5B-2E28-6916-B3F5-BED76AA1874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42320" y="4813412"/>
            <a:ext cx="4119165" cy="7111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2352" b="0" i="0" spc="71" baseline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Разработка платформы внутри АФК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9E661FA-3186-28A1-2B35-8DFA11D0572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51878" y="5597745"/>
            <a:ext cx="4119165" cy="8724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 устройств ХХХ млн людей — совершенно репрезентативная выборка для построения аналитики.</a:t>
            </a:r>
            <a:endParaRPr lang="en-RU" dirty="0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2045CB0-5DF7-8067-8B7D-96EC8A535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Цели и шаги на квартал</a:t>
            </a:r>
            <a:endParaRPr lang="en-R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EC59C2E-7B0E-A5CC-EDBD-C7BAD3F399DF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DE1D83C-2A47-8F5D-5171-0066B3DC745B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1C27DAC-5BED-4A02-C1D3-438D3B09C54C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9A32B62-905E-CA69-82D3-B79CA38B40BF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D90D2F7-D94E-5B02-AF76-475076E7E362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2578648037"/>
      </p:ext>
    </p:extLst>
  </p:cSld>
  <p:clrMapOvr>
    <a:masterClrMapping/>
  </p:clrMapOvr>
  <p:transition>
    <p:fade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505DA091-ACF9-2282-4FA0-8C637985DB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64574" y="3429000"/>
            <a:ext cx="4927426" cy="3434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22" b="0" i="0">
                <a:solidFill>
                  <a:schemeClr val="bg1">
                    <a:lumMod val="65000"/>
                  </a:schemeClr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1E3BD7C-2380-D79F-FD8F-E19B9EFE99A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30410" y="5745154"/>
            <a:ext cx="1765590" cy="99390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FontTx/>
              <a:buNone/>
              <a:defRPr sz="1317" b="0" i="0" spc="28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Олег</a:t>
            </a:r>
            <a:r>
              <a:rPr lang="en-US" dirty="0"/>
              <a:t> </a:t>
            </a:r>
            <a:r>
              <a:rPr lang="ru-RU" dirty="0"/>
              <a:t>Шаповалов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ru-RU" dirty="0"/>
              <a:t>Директор отдела финансов</a:t>
            </a:r>
            <a:endParaRPr lang="en-RU" dirty="0"/>
          </a:p>
        </p:txBody>
      </p:sp>
      <p:sp>
        <p:nvSpPr>
          <p:cNvPr id="27" name="Title 26">
            <a:extLst>
              <a:ext uri="{FF2B5EF4-FFF2-40B4-BE49-F238E27FC236}">
                <a16:creationId xmlns:a16="http://schemas.microsoft.com/office/drawing/2014/main" id="{1C865DE8-16BD-16C7-83DD-98AE22FC59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8852043" cy="1985882"/>
          </a:xfrm>
        </p:spPr>
        <p:txBody>
          <a:bodyPr/>
          <a:lstStyle/>
          <a:p>
            <a:r>
              <a:rPr lang="ru-RU" dirty="0"/>
              <a:t>«Мы повысили популярность среди возрастной категории 20-35 лет на 40%*, перевыполнив поставленную цель в два раза».</a:t>
            </a:r>
            <a:endParaRPr lang="en-R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4AFAE32-F8EC-3EDF-53F9-450467628D17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891731B-E1E2-BC79-507E-4B3D0DED7EA5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867D774-5853-3C50-C6D6-E0AC9B6C02B9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0918BF8-BF47-189F-A481-13ACE8CD7783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B6B8EB4-3366-A579-86AC-A715C852C891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4090786641"/>
      </p:ext>
    </p:extLst>
  </p:cSld>
  <p:clrMapOvr>
    <a:masterClrMapping/>
  </p:clrMapOvr>
  <p:transition>
    <p:fade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505DA091-ACF9-2282-4FA0-8C637985DB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2104855"/>
            <a:ext cx="8449576" cy="475314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22" b="0" i="0">
                <a:solidFill>
                  <a:schemeClr val="bg1">
                    <a:lumMod val="65000"/>
                  </a:schemeClr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E1583D41-5EBE-834F-0501-FE41984EF3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1"/>
            <a:ext cx="8852043" cy="993902"/>
          </a:xfr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ru-RU" dirty="0"/>
              <a:t>Презентация </a:t>
            </a:r>
            <a:r>
              <a:rPr lang="en-GB" dirty="0"/>
              <a:t>CGI </a:t>
            </a:r>
            <a:br>
              <a:rPr lang="ru-RU" dirty="0"/>
            </a:br>
            <a:r>
              <a:rPr lang="ru-RU" dirty="0"/>
              <a:t>контента</a:t>
            </a:r>
            <a:endParaRPr lang="en-RU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981DFC9F-D636-D2D7-2044-EF56C26780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55483" y="2104855"/>
            <a:ext cx="2946111" cy="1278408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FontTx/>
              <a:buNone/>
              <a:defRPr sz="1317" b="0" i="0" spc="28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Мы сделали немного контента, </a:t>
            </a:r>
            <a:br>
              <a:rPr lang="ru-RU" dirty="0"/>
            </a:br>
            <a:r>
              <a:rPr lang="ru-RU" dirty="0"/>
              <a:t>и предлагаем его посмотреть. </a:t>
            </a:r>
            <a:br>
              <a:rPr lang="ru-RU" dirty="0"/>
            </a:br>
            <a:r>
              <a:rPr lang="ru-RU" dirty="0"/>
              <a:t>Он очень красивый, и в целом интересно увидеть, как он работает.</a:t>
            </a:r>
            <a:endParaRPr lang="en-RU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B999D1B-A1A5-3007-DDAD-8AFB905F4A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55483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6C4D18E-493B-79E6-BC3A-786DF5BA9C5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492215A-7FAD-09F2-232C-647FB53267F2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991698A-1746-F765-6F1C-C60BC6A785E2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AB4C9F6-BAAB-0FCD-7D6F-17335345092E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80429F10-92ED-70F7-34C3-51F1AF6DFA3E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2675375245"/>
      </p:ext>
    </p:extLst>
  </p:cSld>
  <p:clrMapOvr>
    <a:masterClrMapping/>
  </p:clrMapOvr>
  <p:transition>
    <p:fade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идео-фай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23ED97-CC1F-5077-11BE-2671EB05C7F2}"/>
              </a:ext>
            </a:extLst>
          </p:cNvPr>
          <p:cNvSpPr>
            <a:spLocks noGrp="1"/>
          </p:cNvSpPr>
          <p:nvPr>
            <p:ph type="media" sz="quarter" idx="28"/>
          </p:nvPr>
        </p:nvSpPr>
        <p:spPr>
          <a:xfrm>
            <a:off x="0" y="2104855"/>
            <a:ext cx="8449576" cy="4753145"/>
          </a:xfrm>
        </p:spPr>
        <p:txBody>
          <a:bodyPr anchor="ctr"/>
          <a:lstStyle>
            <a:lvl1pPr algn="ctr">
              <a:defRPr b="0" i="0">
                <a:solidFill>
                  <a:schemeClr val="bg1">
                    <a:lumMod val="65000"/>
                  </a:schemeClr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E1583D41-5EBE-834F-0501-FE41984EF3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1"/>
            <a:ext cx="8852043" cy="993902"/>
          </a:xfr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ru-RU" dirty="0"/>
              <a:t>Презентация </a:t>
            </a:r>
            <a:r>
              <a:rPr lang="en-GB" dirty="0"/>
              <a:t>CGI </a:t>
            </a:r>
            <a:br>
              <a:rPr lang="ru-RU" dirty="0"/>
            </a:br>
            <a:r>
              <a:rPr lang="ru-RU" dirty="0"/>
              <a:t>контента</a:t>
            </a:r>
            <a:endParaRPr lang="en-RU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981DFC9F-D636-D2D7-2044-EF56C26780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55483" y="2104855"/>
            <a:ext cx="2946111" cy="1278408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FontTx/>
              <a:buNone/>
              <a:defRPr sz="1317" b="0" i="0" spc="28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Мы сделали немного контента, </a:t>
            </a:r>
            <a:br>
              <a:rPr lang="ru-RU" dirty="0"/>
            </a:br>
            <a:r>
              <a:rPr lang="ru-RU" dirty="0"/>
              <a:t>и предлагаем его посмотреть. </a:t>
            </a:r>
            <a:br>
              <a:rPr lang="ru-RU" dirty="0"/>
            </a:br>
            <a:r>
              <a:rPr lang="ru-RU" dirty="0"/>
              <a:t>Он очень красивый, и в целом интересно увидеть, как он работает.</a:t>
            </a:r>
            <a:endParaRPr lang="en-RU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B999D1B-A1A5-3007-DDAD-8AFB905F4A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55483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6C4D18E-493B-79E6-BC3A-786DF5BA9C5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492215A-7FAD-09F2-232C-647FB53267F2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991698A-1746-F765-6F1C-C60BC6A785E2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AB4C9F6-BAAB-0FCD-7D6F-17335345092E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80429F10-92ED-70F7-34C3-51F1AF6DFA3E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975599409"/>
      </p:ext>
    </p:extLst>
  </p:cSld>
  <p:clrMapOvr>
    <a:masterClrMapping/>
  </p:clrMapOvr>
  <p:transition>
    <p:fade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628A071C-65D9-D9E7-EBEC-5DFB12354FBE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4BE8238-146A-C1B4-4C9A-A25AF18537F1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3AF5C1-8F89-2ECD-BC28-909E1E4C49DB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2CCF2B2-3364-4ACA-6054-54438670D97A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321B5D4-1442-AFF1-8D89-32EBC8EC4ACC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1">
                    <a:alpha val="50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E1583D41-5EBE-834F-0501-FE41984EF3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348" y="1453943"/>
            <a:ext cx="5319138" cy="1944334"/>
          </a:xfrm>
        </p:spPr>
        <p:txBody>
          <a:bodyPr/>
          <a:lstStyle>
            <a:lvl1pPr>
              <a:lnSpc>
                <a:spcPct val="90000"/>
              </a:lnSpc>
              <a:defRPr sz="2352" b="0" i="0" spc="71" baseline="0">
                <a:solidFill>
                  <a:schemeClr val="bg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«Мы повысили популярность среди возрастной категории 20-35 лет на 40%*, перевыполнив поставленную цель в два раза».</a:t>
            </a:r>
            <a:endParaRPr lang="en-R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739FB8A-D47D-741A-CFF8-0170A6F6513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51147" y="5745154"/>
            <a:ext cx="1765590" cy="99390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FontTx/>
              <a:buNone/>
              <a:defRPr sz="1317" b="0" i="0" spc="28" baseline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Олег</a:t>
            </a:r>
            <a:r>
              <a:rPr lang="en-US" dirty="0"/>
              <a:t> </a:t>
            </a:r>
            <a:r>
              <a:rPr lang="ru-RU" dirty="0"/>
              <a:t>Шаповалов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ru-RU" dirty="0"/>
              <a:t>Директор отдела финансов</a:t>
            </a:r>
            <a:endParaRPr lang="en-RU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FF7DC41-8029-66EE-19B0-346BC797F22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0 w 12960350"/>
              <a:gd name="connsiteY0" fmla="*/ 0 h 14579600"/>
              <a:gd name="connsiteX1" fmla="*/ 11322350 w 12960350"/>
              <a:gd name="connsiteY1" fmla="*/ 0 h 14579600"/>
              <a:gd name="connsiteX2" fmla="*/ 11322350 w 12960350"/>
              <a:gd name="connsiteY2" fmla="*/ 1638000 h 14579600"/>
              <a:gd name="connsiteX3" fmla="*/ 12960350 w 12960350"/>
              <a:gd name="connsiteY3" fmla="*/ 1638000 h 14579600"/>
              <a:gd name="connsiteX4" fmla="*/ 12960350 w 12960350"/>
              <a:gd name="connsiteY4" fmla="*/ 14579600 h 14579600"/>
              <a:gd name="connsiteX5" fmla="*/ 0 w 12960350"/>
              <a:gd name="connsiteY5" fmla="*/ 14579600 h 1457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60350" h="14579600">
                <a:moveTo>
                  <a:pt x="0" y="0"/>
                </a:moveTo>
                <a:lnTo>
                  <a:pt x="11322350" y="0"/>
                </a:lnTo>
                <a:lnTo>
                  <a:pt x="11322350" y="1638000"/>
                </a:lnTo>
                <a:lnTo>
                  <a:pt x="12960350" y="1638000"/>
                </a:lnTo>
                <a:lnTo>
                  <a:pt x="12960350" y="14579600"/>
                </a:lnTo>
                <a:lnTo>
                  <a:pt x="0" y="145796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solidFill>
                  <a:schemeClr val="accent1">
                    <a:lumMod val="60000"/>
                    <a:lumOff val="40000"/>
                  </a:schemeClr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61801645"/>
      </p:ext>
    </p:extLst>
  </p:cSld>
  <p:clrMapOvr>
    <a:masterClrMapping/>
  </p:clrMapOvr>
  <p:transition>
    <p:fade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0AFDC63-E252-D496-6A0E-40609A627068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852C25B-E413-8A1D-9762-0CF214DA7B85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49DEBBE-9613-517E-88ED-62460BC49DAB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847C801-1610-4930-B5C7-1A0E13D05783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A3D74B5-0B0A-AB28-C30C-FC5CEDFF2C97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E1583D41-5EBE-834F-0501-FE41984EF3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348" y="1453943"/>
            <a:ext cx="5319138" cy="1944334"/>
          </a:xfrm>
        </p:spPr>
        <p:txBody>
          <a:bodyPr/>
          <a:lstStyle>
            <a:lvl1pPr>
              <a:lnSpc>
                <a:spcPct val="90000"/>
              </a:lnSpc>
              <a:defRPr sz="2352" b="0" i="0" spc="71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«Мы повысили популярность среди возрастной категории 20-35 лет на 40%*, перевыполнив поставленную цель в два раза».</a:t>
            </a:r>
            <a:endParaRPr lang="en-R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739FB8A-D47D-741A-CFF8-0170A6F6513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51147" y="5745154"/>
            <a:ext cx="1765590" cy="99390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FontTx/>
              <a:buNone/>
              <a:defRPr sz="1317" b="0" i="0" spc="28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Олег</a:t>
            </a:r>
            <a:r>
              <a:rPr lang="en-US" dirty="0"/>
              <a:t> </a:t>
            </a:r>
            <a:r>
              <a:rPr lang="ru-RU" dirty="0"/>
              <a:t>Шаповалов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ru-RU" dirty="0"/>
              <a:t>Директор отдела финансов</a:t>
            </a:r>
            <a:endParaRPr lang="en-RU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FF7DC41-8029-66EE-19B0-346BC797F22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0 w 12960350"/>
              <a:gd name="connsiteY0" fmla="*/ 0 h 14579600"/>
              <a:gd name="connsiteX1" fmla="*/ 11322350 w 12960350"/>
              <a:gd name="connsiteY1" fmla="*/ 0 h 14579600"/>
              <a:gd name="connsiteX2" fmla="*/ 11322350 w 12960350"/>
              <a:gd name="connsiteY2" fmla="*/ 1638000 h 14579600"/>
              <a:gd name="connsiteX3" fmla="*/ 12960350 w 12960350"/>
              <a:gd name="connsiteY3" fmla="*/ 1638000 h 14579600"/>
              <a:gd name="connsiteX4" fmla="*/ 12960350 w 12960350"/>
              <a:gd name="connsiteY4" fmla="*/ 14579600 h 14579600"/>
              <a:gd name="connsiteX5" fmla="*/ 0 w 12960350"/>
              <a:gd name="connsiteY5" fmla="*/ 14579600 h 1457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60350" h="14579600">
                <a:moveTo>
                  <a:pt x="0" y="0"/>
                </a:moveTo>
                <a:lnTo>
                  <a:pt x="11322350" y="0"/>
                </a:lnTo>
                <a:lnTo>
                  <a:pt x="11322350" y="1638000"/>
                </a:lnTo>
                <a:lnTo>
                  <a:pt x="12960350" y="1638000"/>
                </a:lnTo>
                <a:lnTo>
                  <a:pt x="12960350" y="14579600"/>
                </a:lnTo>
                <a:lnTo>
                  <a:pt x="0" y="145796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solidFill>
                  <a:schemeClr val="bg2">
                    <a:lumMod val="75000"/>
                  </a:schemeClr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45476783"/>
      </p:ext>
    </p:extLst>
  </p:cSld>
  <p:clrMapOvr>
    <a:masterClrMapping/>
  </p:clrMapOvr>
  <p:transition>
    <p:fade/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иден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CC3FE9EA-88CA-AF4D-0AB6-63C781E815C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CBC8212-1124-90A2-8BE9-084D21FF10C7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16EBB01-2B75-9005-F4E4-A6442E5ACB6E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BB2000B-DC36-F2B6-E552-54E2BC39B37B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64391C5-E1FE-BADE-82C6-AFDE1F4E5050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E1583D41-5EBE-834F-0501-FE41984EF3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348" y="742118"/>
            <a:ext cx="2355515" cy="1220298"/>
          </a:xfrm>
        </p:spPr>
        <p:txBody>
          <a:bodyPr/>
          <a:lstStyle>
            <a:lvl1pPr>
              <a:lnSpc>
                <a:spcPct val="90000"/>
              </a:lnSpc>
              <a:defRPr sz="2352" b="0" i="0" spc="71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5 лет</a:t>
            </a:r>
            <a:br>
              <a:rPr lang="ru-RU" dirty="0"/>
            </a:br>
            <a:r>
              <a:rPr lang="ru-RU" dirty="0"/>
              <a:t>подряд</a:t>
            </a:r>
            <a:endParaRPr lang="en-R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8694C4A-260F-4D53-8D33-6FE75C84F39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32377" y="742117"/>
            <a:ext cx="7688696" cy="122029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12695" indent="-12695">
              <a:tabLst/>
              <a:defRPr lang="en-GB" sz="2352" b="0" i="0" cap="none" spc="71" baseline="0" smtClean="0"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</a:defRPr>
            </a:lvl1pPr>
            <a:lvl2pPr>
              <a:defRPr lang="en-GB" smtClean="0"/>
            </a:lvl2pPr>
            <a:lvl3pPr>
              <a:defRPr lang="en-GB" smtClean="0"/>
            </a:lvl3pPr>
            <a:lvl4pPr>
              <a:defRPr lang="en-GB" smtClean="0"/>
            </a:lvl4pPr>
            <a:lvl5pPr>
              <a:defRPr lang="en-RU"/>
            </a:lvl5pPr>
          </a:lstStyle>
          <a:p>
            <a:pPr lvl="0">
              <a:lnSpc>
                <a:spcPct val="90000"/>
              </a:lnSpc>
              <a:spcBef>
                <a:spcPct val="0"/>
              </a:spcBef>
              <a:buNone/>
            </a:pPr>
            <a:r>
              <a:rPr lang="ru-RU" dirty="0"/>
              <a:t>В кино мы сопереживаем героям, испытываем те же эмоции. Все дело в законах драматургии, которые одинаковы для всех видов контента.</a:t>
            </a:r>
            <a:endParaRPr lang="en-R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FF4392F-1A47-B834-7BEB-8C87A89355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AD288D46-2543-4E45-CAAC-38036CDA36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53BBECB-1B4A-95D1-8EA6-05583EE577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83E1332-A7B1-9228-CE52-BCEAEE317B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132377" y="1796954"/>
            <a:ext cx="8289783" cy="324725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2579" b="0" i="0">
                <a:solidFill>
                  <a:srgbClr val="010604"/>
                </a:solidFill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49</a:t>
            </a:r>
            <a:r>
              <a:rPr lang="en-US" dirty="0"/>
              <a:t>%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774924195"/>
      </p:ext>
    </p:extLst>
  </p:cSld>
  <p:clrMapOvr>
    <a:masterClrMapping/>
  </p:clrMapOvr>
  <p:transition>
    <p:fade/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иденция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FF4392F-1A47-B834-7BEB-8C87A89355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AD288D46-2543-4E45-CAAC-38036CDA36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53BBECB-1B4A-95D1-8EA6-05583EE577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94D9F986-AA09-70A2-C715-567F1A44A0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69734" y="5446360"/>
            <a:ext cx="2951338" cy="99390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FontTx/>
              <a:buNone/>
              <a:defRPr sz="1317" b="0" i="0" spc="28" baseline="0">
                <a:solidFill>
                  <a:schemeClr val="accent6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Количество пользователей, присоединившихся в этом году </a:t>
            </a:r>
            <a:br>
              <a:rPr lang="ru-RU" dirty="0"/>
            </a:br>
            <a:r>
              <a:rPr lang="ru-RU" dirty="0"/>
              <a:t>в сервису </a:t>
            </a:r>
            <a:r>
              <a:rPr lang="en-GB" dirty="0"/>
              <a:t>KION.</a:t>
            </a:r>
            <a:endParaRPr lang="en-RU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5F6980-10DF-088C-6484-4B1B3181CA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ru-RU" dirty="0"/>
              <a:t>Достижения</a:t>
            </a:r>
            <a:endParaRPr lang="en-RU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DA73F72-B0D9-442C-2ACD-222C4B09EA7F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D7AC0E4-61CA-2DC3-0D80-7B89836FA60F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8BD514D-49CD-E291-3335-EFB47F596C17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4325F05-EDB9-1846-0640-77FB27264DF9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50912AB-9D88-4FD1-FCA2-A8725203573A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27C87-3BF7-1E49-EAF4-AFA51268864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54148" y="2209737"/>
            <a:ext cx="9683706" cy="2438528"/>
          </a:xfrm>
          <a:prstGeom prst="roundRect">
            <a:avLst>
              <a:gd name="adj" fmla="val 50000"/>
            </a:avLst>
          </a:prstGeom>
          <a:ln w="25400">
            <a:solidFill>
              <a:schemeClr val="accent6"/>
            </a:solidFill>
          </a:ln>
        </p:spPr>
        <p:txBody>
          <a:bodyPr wrap="none" lIns="1620000" tIns="468000" rIns="1620000" bIns="468000" anchor="ctr">
            <a:spAutoFit/>
          </a:bodyPr>
          <a:lstStyle>
            <a:lvl1pPr algn="ctr">
              <a:defRPr sz="5127" b="0" i="0" cap="all" baseline="0">
                <a:solidFill>
                  <a:schemeClr val="accent6"/>
                </a:solidFill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</a:lstStyle>
          <a:p>
            <a:pPr lvl="0"/>
            <a:r>
              <a:rPr lang="ru-RU" dirty="0"/>
              <a:t>6 миллионов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289963939"/>
      </p:ext>
    </p:extLst>
  </p:cSld>
  <p:clrMapOvr>
    <a:masterClrMapping/>
  </p:clrMapOvr>
  <p:transition>
    <p:fade/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E803689-4647-EFC6-E5C4-A3E9195962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32377" y="2836300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solidFill>
                  <a:schemeClr val="bg1">
                    <a:lumMod val="50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01</a:t>
            </a:r>
            <a:endParaRPr lang="en-RU" dirty="0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988B1068-49AB-7E60-59DD-CD56DF3F8B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90407" y="2836300"/>
            <a:ext cx="2334360" cy="7111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2352" b="0" i="0" spc="71" baseline="0">
                <a:solidFill>
                  <a:schemeClr val="bg1">
                    <a:lumMod val="50000"/>
                  </a:schemeClr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Сделано</a:t>
            </a:r>
            <a:endParaRPr lang="en-RU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2C541CF-B692-C25D-29EB-67A5961303C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32377" y="3001663"/>
            <a:ext cx="2673907" cy="4779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solidFill>
                  <a:schemeClr val="bg1">
                    <a:lumMod val="50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Встроили счётчик на сайт ХХХ, он позволяет отслеживать заходы на различные страницы сайта ХХХ</a:t>
            </a:r>
          </a:p>
          <a:p>
            <a:pPr rtl="0"/>
            <a:br>
              <a:rPr lang="ru-RU" dirty="0"/>
            </a:br>
            <a:endParaRPr lang="ru-RU" dirty="0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2045CB0-5DF7-8067-8B7D-96EC8A535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1"/>
            <a:ext cx="5905593" cy="1204420"/>
          </a:xfrm>
        </p:spPr>
        <p:txBody>
          <a:bodyPr/>
          <a:lstStyle/>
          <a:p>
            <a:r>
              <a:rPr lang="ru-RU" dirty="0"/>
              <a:t>Цели и шаги на квартал</a:t>
            </a:r>
            <a:endParaRPr lang="en-RU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3C04CC56-FDBA-5FC9-3A96-E4AF2FA24B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132377" y="3569095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solidFill>
                  <a:schemeClr val="bg1">
                    <a:lumMod val="50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02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072FEB3-EFDC-ACF7-5651-4074420B81E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132377" y="3734457"/>
            <a:ext cx="2673907" cy="4779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solidFill>
                  <a:schemeClr val="bg1">
                    <a:lumMod val="50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  <a:br>
              <a:rPr lang="ru-RU" dirty="0"/>
            </a:br>
            <a:endParaRPr lang="ru-RU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2F50C80B-D20E-B93A-1537-D59E2BE54B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132377" y="4429332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solidFill>
                  <a:schemeClr val="bg1">
                    <a:lumMod val="50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03</a:t>
            </a:r>
            <a:endParaRPr lang="en-R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2A9FCBB-5A23-92C6-FCD5-6975E677CD4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132377" y="4594694"/>
            <a:ext cx="2673907" cy="4779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solidFill>
                  <a:schemeClr val="bg1">
                    <a:lumMod val="50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Сделали аналитику по характеристикам аудитории сайта Первого канала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F931DA1-182F-6CA9-850E-153A23079554}"/>
              </a:ext>
            </a:extLst>
          </p:cNvPr>
          <p:cNvCxnSpPr/>
          <p:nvPr userDrawn="1"/>
        </p:nvCxnSpPr>
        <p:spPr>
          <a:xfrm>
            <a:off x="190407" y="2661358"/>
            <a:ext cx="5615876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E3313CE4-539A-14A6-20F0-26E88C3B38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328434" y="2836300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01</a:t>
            </a:r>
            <a:endParaRPr lang="en-RU" dirty="0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0386F9A0-6312-86AE-AAF6-0877FDE9C85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386464" y="2836300"/>
            <a:ext cx="2334360" cy="7111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2352" b="0" i="0" spc="71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Планы</a:t>
            </a:r>
            <a:endParaRPr lang="en-RU" dirty="0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59BEE4FB-E3DA-AE25-8896-1A047563120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328433" y="3001663"/>
            <a:ext cx="2673907" cy="4779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Встроили счётчик на сайт ХХХ, он позволяет отслеживать заходы на различные страницы сайта ХХХ</a:t>
            </a:r>
          </a:p>
          <a:p>
            <a:pPr rtl="0"/>
            <a:br>
              <a:rPr lang="ru-RU" dirty="0"/>
            </a:br>
            <a:endParaRPr lang="ru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C438C8CA-69AB-1A6F-1BCC-1AE9FB993BD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328434" y="3569095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02</a:t>
            </a:r>
            <a:endParaRPr lang="en-RU" dirty="0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6F1A4324-6EF1-BE96-8A4C-3E77E2BF68A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328433" y="3734457"/>
            <a:ext cx="2673907" cy="4779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  <a:br>
              <a:rPr lang="ru-RU" dirty="0"/>
            </a:br>
            <a:endParaRPr lang="ru-RU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C55D2D8D-9B43-0A8C-BFC0-A5AE5E018FC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328434" y="4429332"/>
            <a:ext cx="579841" cy="203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03</a:t>
            </a:r>
            <a:endParaRPr lang="en-RU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F8CF74ED-8A22-59D6-0181-CC1A238F0A8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328433" y="4594694"/>
            <a:ext cx="2673907" cy="4779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28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Сделали аналитику по характеристикам аудитории сайта Первого канала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BAE205D-D7CC-4540-53D0-CD0E9D0CADBC}"/>
              </a:ext>
            </a:extLst>
          </p:cNvPr>
          <p:cNvCxnSpPr/>
          <p:nvPr userDrawn="1"/>
        </p:nvCxnSpPr>
        <p:spPr>
          <a:xfrm>
            <a:off x="6386464" y="2661358"/>
            <a:ext cx="561587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5BD09882-9865-6E85-7A99-B82FD4B155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267390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3A9BBCD8-49D2-9AD7-428C-6F2CBC64D2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8433" y="6507468"/>
            <a:ext cx="2673160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A9225A5-2DF1-88D7-61B0-5CBF80B284A7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79E854A-C374-7C8C-1990-21E81B76031E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97EA8B19-0645-52F6-A3C6-E00353EF0744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3925D155-1ACE-E1A5-5994-7ADDA600FAF9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A9004B87-7105-7A06-80F3-0B2D10FA1B43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3481427738"/>
      </p:ext>
    </p:extLst>
  </p:cSld>
  <p:clrMapOvr>
    <a:masterClrMapping/>
  </p:clrMapOvr>
  <p:transition>
    <p:fade/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E1583D41-5EBE-834F-0501-FE41984EF3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348" y="742118"/>
            <a:ext cx="7667890" cy="1220298"/>
          </a:xfrm>
        </p:spPr>
        <p:txBody>
          <a:bodyPr/>
          <a:lstStyle>
            <a:lvl1pPr>
              <a:lnSpc>
                <a:spcPct val="90000"/>
              </a:lnSpc>
              <a:defRPr sz="2352" b="0" i="0" spc="71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Немного важного текста, суммирующего общий смысл абзацев, либо факт, который впоследствии подробнее раскрыт в тексте.</a:t>
            </a:r>
            <a:endParaRPr lang="en-R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FF4392F-1A47-B834-7BEB-8C87A89355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AD288D46-2543-4E45-CAAC-38036CDA36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53BBECB-1B4A-95D1-8EA6-05583EE577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26AD1E6A-C444-0F8A-6D8D-D47522AE834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429000"/>
            <a:ext cx="4124731" cy="2931361"/>
          </a:xfrm>
          <a:prstGeom prst="rect">
            <a:avLst/>
          </a:prstGeom>
        </p:spPr>
        <p:txBody>
          <a:bodyPr lIns="0" tIns="0" rIns="0" bIns="0" anchor="t"/>
          <a:lstStyle>
            <a:lvl1pPr marL="241950" indent="-241950">
              <a:spcBef>
                <a:spcPts val="0"/>
              </a:spcBef>
              <a:spcAft>
                <a:spcPts val="3105"/>
              </a:spcAft>
              <a:buFont typeface="+mj-lt"/>
              <a:buAutoNum type="arabicPeriod"/>
              <a:defRPr sz="1317" b="0" i="0" spc="28" baseline="0"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Встроили счётчик на сайт ХХХ, </a:t>
            </a:r>
            <a:br>
              <a:rPr lang="ru-RU" dirty="0"/>
            </a:br>
            <a:r>
              <a:rPr lang="ru-RU" dirty="0"/>
              <a:t>он позволяет отслеживать заходы </a:t>
            </a:r>
            <a:br>
              <a:rPr lang="ru-RU" dirty="0"/>
            </a:br>
            <a:r>
              <a:rPr lang="ru-RU" dirty="0"/>
              <a:t>на различные страницы сайта ХХХ  </a:t>
            </a:r>
          </a:p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аналитики  </a:t>
            </a:r>
          </a:p>
          <a:p>
            <a:pPr rtl="0"/>
            <a:r>
              <a:rPr lang="ru-RU" dirty="0"/>
              <a:t>Сделали аналитику по характеристикам аудитории сайта Первого канала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36B124F-DBE4-3983-E832-3444F16DDB2A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720327-6171-6BBF-C360-3FFD5D912052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D1F7C2CA-5019-4864-8ED7-91EEB7EF30B4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281887C-3A03-D29C-81D8-63FA668DEB4D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066152F4-258C-DC41-A989-E79AEB32D96A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2409118682"/>
      </p:ext>
    </p:extLst>
  </p:cSld>
  <p:clrMapOvr>
    <a:masterClrMapping/>
  </p:clrMapOvr>
  <p:transition>
    <p:fade/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988B1068-49AB-7E60-59DD-CD56DF3F8B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32377" y="2132269"/>
            <a:ext cx="2334360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Заголовок</a:t>
            </a:r>
            <a:endParaRPr lang="en-RU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2C541CF-B692-C25D-29EB-67A5961303C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32376" y="2446120"/>
            <a:ext cx="4132198" cy="8265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 устройств ХХХ млн людей — совершенно репрезентативная выборка для построения аналитики.</a:t>
            </a: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2045CB0-5DF7-8067-8B7D-96EC8A535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10630665" cy="834154"/>
          </a:xfrm>
        </p:spPr>
        <p:txBody>
          <a:bodyPr/>
          <a:lstStyle/>
          <a:p>
            <a:r>
              <a:rPr lang="ru-RU" dirty="0"/>
              <a:t>Цели и шаги на квартал</a:t>
            </a:r>
            <a:endParaRPr lang="en-RU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F931DA1-182F-6CA9-850E-153A23079554}"/>
              </a:ext>
            </a:extLst>
          </p:cNvPr>
          <p:cNvCxnSpPr>
            <a:cxnSpLocks/>
          </p:cNvCxnSpPr>
          <p:nvPr userDrawn="1"/>
        </p:nvCxnSpPr>
        <p:spPr>
          <a:xfrm>
            <a:off x="3132377" y="2008215"/>
            <a:ext cx="4132197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5BD09882-9865-6E85-7A99-B82FD4B155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0407" y="2446121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19FAAD44-9412-6712-7422-19374353497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00512" y="3325058"/>
            <a:ext cx="3964062" cy="676914"/>
          </a:xfrm>
          <a:prstGeom prst="rect">
            <a:avLst/>
          </a:prstGeom>
        </p:spPr>
        <p:txBody>
          <a:bodyPr lIns="0" tIns="0" rIns="0" bIns="0"/>
          <a:lstStyle>
            <a:lvl1pPr marL="161300" indent="-161300">
              <a:spcBef>
                <a:spcPts val="0"/>
              </a:spcBef>
              <a:buFont typeface="Wingdings" pitchFamily="2" charset="2"/>
              <a:buChar char="§"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</a:p>
          <a:p>
            <a:pPr rtl="0"/>
            <a:r>
              <a:rPr lang="ru-RU" dirty="0"/>
              <a:t>ХХХ млн людей / месяц</a:t>
            </a:r>
          </a:p>
          <a:p>
            <a:pPr rtl="0"/>
            <a:r>
              <a:rPr lang="en-GB" dirty="0"/>
              <a:t>C</a:t>
            </a:r>
            <a:r>
              <a:rPr lang="ru-RU" dirty="0" err="1"/>
              <a:t>овершенно</a:t>
            </a:r>
            <a:r>
              <a:rPr lang="ru-RU" dirty="0"/>
              <a:t> репрезентативная выборка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0BAAED2-0989-67EF-F43D-AD9A5D38FF8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132377" y="4526666"/>
            <a:ext cx="2334360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Заголовок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0B01FD2-BA77-330F-C62B-8612D2A3998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2376" y="4840517"/>
            <a:ext cx="4132197" cy="8265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 устройств ХХХ млн людей — совершенно репрезентативная выборка для построения аналитики.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2B56DBF-C6C2-34E5-7F14-7179C62EF1C8}"/>
              </a:ext>
            </a:extLst>
          </p:cNvPr>
          <p:cNvCxnSpPr>
            <a:cxnSpLocks/>
          </p:cNvCxnSpPr>
          <p:nvPr userDrawn="1"/>
        </p:nvCxnSpPr>
        <p:spPr>
          <a:xfrm>
            <a:off x="3132377" y="4402612"/>
            <a:ext cx="4132197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50EEA6F9-E2C7-ACC4-F46D-2E476A44807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00512" y="5719455"/>
            <a:ext cx="3964061" cy="676914"/>
          </a:xfrm>
          <a:prstGeom prst="rect">
            <a:avLst/>
          </a:prstGeom>
        </p:spPr>
        <p:txBody>
          <a:bodyPr lIns="0" tIns="0" rIns="0" bIns="0"/>
          <a:lstStyle>
            <a:lvl1pPr marL="161300" indent="-161300">
              <a:spcBef>
                <a:spcPts val="0"/>
              </a:spcBef>
              <a:buFont typeface="Wingdings" pitchFamily="2" charset="2"/>
              <a:buChar char="§"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</a:p>
          <a:p>
            <a:pPr rtl="0"/>
            <a:r>
              <a:rPr lang="ru-RU" dirty="0"/>
              <a:t>ХХХ млн людей / месяц</a:t>
            </a:r>
          </a:p>
          <a:p>
            <a:pPr rtl="0"/>
            <a:r>
              <a:rPr lang="en-GB" dirty="0"/>
              <a:t>C</a:t>
            </a:r>
            <a:r>
              <a:rPr lang="ru-RU" dirty="0" err="1"/>
              <a:t>овершенно</a:t>
            </a:r>
            <a:r>
              <a:rPr lang="ru-RU" dirty="0"/>
              <a:t> репрезентативная выборка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6279723-4C1B-3341-326C-5C85F883318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54073" y="2132269"/>
            <a:ext cx="2334360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Заголовок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EEE6AB05-4E70-AF1E-86F5-583E613002C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4072" y="2446120"/>
            <a:ext cx="4147521" cy="8265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 устройств ХХХ млн людей — совершенно репрезентативная выборка для построения аналитики.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7300B6E-28AD-FF2A-D05B-18B59175924D}"/>
              </a:ext>
            </a:extLst>
          </p:cNvPr>
          <p:cNvCxnSpPr>
            <a:cxnSpLocks/>
          </p:cNvCxnSpPr>
          <p:nvPr userDrawn="1"/>
        </p:nvCxnSpPr>
        <p:spPr>
          <a:xfrm>
            <a:off x="7854073" y="2008215"/>
            <a:ext cx="4147521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C3851B56-FDA0-3C44-13F7-1AB103F4EF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22208" y="3325058"/>
            <a:ext cx="3979386" cy="676914"/>
          </a:xfrm>
          <a:prstGeom prst="rect">
            <a:avLst/>
          </a:prstGeom>
        </p:spPr>
        <p:txBody>
          <a:bodyPr lIns="0" tIns="0" rIns="0" bIns="0"/>
          <a:lstStyle>
            <a:lvl1pPr marL="161300" indent="-161300">
              <a:spcBef>
                <a:spcPts val="0"/>
              </a:spcBef>
              <a:buFont typeface="Wingdings" pitchFamily="2" charset="2"/>
              <a:buChar char="§"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</a:p>
          <a:p>
            <a:pPr rtl="0"/>
            <a:r>
              <a:rPr lang="ru-RU" dirty="0"/>
              <a:t>ХХХ млн людей / месяц</a:t>
            </a:r>
          </a:p>
          <a:p>
            <a:pPr rtl="0"/>
            <a:r>
              <a:rPr lang="en-GB" dirty="0"/>
              <a:t>C</a:t>
            </a:r>
            <a:r>
              <a:rPr lang="ru-RU" dirty="0" err="1"/>
              <a:t>овершенно</a:t>
            </a:r>
            <a:r>
              <a:rPr lang="ru-RU" dirty="0"/>
              <a:t> репрезентативная выборка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10F6C59F-D1E7-FFC9-B162-1E5832D34F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54073" y="4526666"/>
            <a:ext cx="2334360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Заголовок</a:t>
            </a:r>
            <a:endParaRPr lang="en-RU" dirty="0"/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B170F026-F176-5489-2E67-3C5DC6CA311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54072" y="4840517"/>
            <a:ext cx="4147521" cy="8265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 устройств ХХХ млн людей — совершенно репрезентативная выборка для построения аналитики.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18E8ACF-C60D-B874-780D-4E2EEF9D8324}"/>
              </a:ext>
            </a:extLst>
          </p:cNvPr>
          <p:cNvCxnSpPr>
            <a:cxnSpLocks/>
          </p:cNvCxnSpPr>
          <p:nvPr userDrawn="1"/>
        </p:nvCxnSpPr>
        <p:spPr>
          <a:xfrm>
            <a:off x="7854073" y="4402612"/>
            <a:ext cx="4147521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0DEA82A4-338E-1316-B35E-4445C50D008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22208" y="5719455"/>
            <a:ext cx="3979386" cy="676914"/>
          </a:xfrm>
          <a:prstGeom prst="rect">
            <a:avLst/>
          </a:prstGeom>
        </p:spPr>
        <p:txBody>
          <a:bodyPr lIns="0" tIns="0" rIns="0" bIns="0"/>
          <a:lstStyle>
            <a:lvl1pPr marL="161300" indent="-161300">
              <a:spcBef>
                <a:spcPts val="0"/>
              </a:spcBef>
              <a:buFont typeface="Wingdings" pitchFamily="2" charset="2"/>
              <a:buChar char="§"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</a:p>
          <a:p>
            <a:pPr rtl="0"/>
            <a:r>
              <a:rPr lang="ru-RU" dirty="0"/>
              <a:t>ХХХ млн людей / месяц</a:t>
            </a:r>
          </a:p>
          <a:p>
            <a:pPr rtl="0"/>
            <a:r>
              <a:rPr lang="en-GB" dirty="0"/>
              <a:t>C</a:t>
            </a:r>
            <a:r>
              <a:rPr lang="ru-RU" dirty="0" err="1"/>
              <a:t>овершенно</a:t>
            </a:r>
            <a:r>
              <a:rPr lang="ru-RU" dirty="0"/>
              <a:t> репрезентативная выборка</a:t>
            </a: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DE597823-A8CF-2A4B-D90F-7D8E16D423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0407" y="2806997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46B817E-1B62-0B76-58AB-379FF65FE7DE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6933A67-12DB-F7FF-8CD7-53486F67C88C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7E54BEA-A51C-7073-C7B2-E5A472320D8B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4ECBCEBE-04C1-8622-79F6-F71F5755C76C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72063DF4-D145-3B87-2137-9997345678DD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3556779874"/>
      </p:ext>
    </p:extLst>
  </p:cSld>
  <p:clrMapOvr>
    <a:masterClrMapping/>
  </p:clrMapOvr>
  <p:transition>
    <p:fade/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988B1068-49AB-7E60-59DD-CD56DF3F8B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15216" y="2132269"/>
            <a:ext cx="2334360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Заголовок</a:t>
            </a:r>
            <a:endParaRPr lang="en-RU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2C541CF-B692-C25D-29EB-67A5961303C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12542" y="2446120"/>
            <a:ext cx="5300658" cy="1132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Встроили счётчик на сайт ХХХ, он позволяет отслеживать </a:t>
            </a:r>
            <a:br>
              <a:rPr lang="en-US" dirty="0"/>
            </a:br>
            <a:r>
              <a:rPr lang="ru-RU" dirty="0"/>
              <a:t>заходы на различные страницы сайта ХХХ. За месяц на сайт заходят с мобильных устройств ХХХ млн людей — совершенно репрезентативная выборка для построения </a:t>
            </a:r>
            <a:br>
              <a:rPr lang="en-US" dirty="0"/>
            </a:br>
            <a:r>
              <a:rPr lang="ru-RU" dirty="0"/>
              <a:t>аналитики.</a:t>
            </a: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2045CB0-5DF7-8067-8B7D-96EC8A535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10630665" cy="834154"/>
          </a:xfrm>
        </p:spPr>
        <p:txBody>
          <a:bodyPr/>
          <a:lstStyle/>
          <a:p>
            <a:r>
              <a:rPr lang="ru-RU" dirty="0"/>
              <a:t>Цели и шаги на квартал</a:t>
            </a:r>
            <a:endParaRPr lang="en-RU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F931DA1-182F-6CA9-850E-153A23079554}"/>
              </a:ext>
            </a:extLst>
          </p:cNvPr>
          <p:cNvCxnSpPr>
            <a:cxnSpLocks/>
          </p:cNvCxnSpPr>
          <p:nvPr userDrawn="1"/>
        </p:nvCxnSpPr>
        <p:spPr>
          <a:xfrm>
            <a:off x="6112542" y="2008215"/>
            <a:ext cx="588905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19FAAD44-9412-6712-7422-19374353497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12542" y="3820598"/>
            <a:ext cx="3964062" cy="1447160"/>
          </a:xfrm>
          <a:prstGeom prst="rect">
            <a:avLst/>
          </a:prstGeom>
        </p:spPr>
        <p:txBody>
          <a:bodyPr lIns="0" tIns="0" rIns="0" bIns="0"/>
          <a:lstStyle>
            <a:lvl1pPr marL="161300" indent="-161300">
              <a:spcBef>
                <a:spcPts val="0"/>
              </a:spcBef>
              <a:buFont typeface="Wingdings" pitchFamily="2" charset="2"/>
              <a:buChar char="§"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</a:p>
          <a:p>
            <a:pPr rtl="0"/>
            <a:r>
              <a:rPr lang="ru-RU" dirty="0"/>
              <a:t>ХХХ млн людей / месяц</a:t>
            </a:r>
          </a:p>
          <a:p>
            <a:pPr rtl="0"/>
            <a:r>
              <a:rPr lang="en-GB" dirty="0"/>
              <a:t>C</a:t>
            </a:r>
            <a:r>
              <a:rPr lang="ru-RU" dirty="0" err="1"/>
              <a:t>овершенно</a:t>
            </a:r>
            <a:r>
              <a:rPr lang="ru-RU" dirty="0"/>
              <a:t> репрезентативная выборка</a:t>
            </a:r>
            <a:endParaRPr lang="en-US" dirty="0"/>
          </a:p>
          <a:p>
            <a:pPr rt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</a:p>
          <a:p>
            <a:pPr rtl="0"/>
            <a:r>
              <a:rPr lang="ru-RU" dirty="0"/>
              <a:t>ХХХ млн людей / месяц</a:t>
            </a:r>
          </a:p>
          <a:p>
            <a:pPr rtl="0"/>
            <a:r>
              <a:rPr lang="en-GB" dirty="0"/>
              <a:t>C</a:t>
            </a:r>
            <a:r>
              <a:rPr lang="ru-RU" dirty="0" err="1"/>
              <a:t>овершенно</a:t>
            </a:r>
            <a:r>
              <a:rPr lang="ru-RU" dirty="0"/>
              <a:t> репрезентативная выборка</a:t>
            </a:r>
          </a:p>
          <a:p>
            <a:pPr rtl="0"/>
            <a:endParaRPr lang="ru-RU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3418EB2-0DAE-5444-A15A-590828A79A8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65821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A5345BB-C6A9-A99C-6E26-7C8CD6BF79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1254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2EC670D-2E87-693B-952E-C9ADDD4F5B82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1B4BD31-B67D-2B1C-CD60-FE628F49D6F3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698D2A7-19DE-2E22-56FF-A6DF523D5B9E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ADF3F854-A564-9CA7-91E6-CCBE4BBA0435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E6B7915-CE2A-8A2A-7201-AAB961F9B8F5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2931469439"/>
      </p:ext>
    </p:extLst>
  </p:cSld>
  <p:clrMapOvr>
    <a:masterClrMapping/>
  </p:clrMapOvr>
  <p:transition>
    <p:fade/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2C541CF-B692-C25D-29EB-67A5961303C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32377" y="2075030"/>
            <a:ext cx="4132198" cy="14471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мобильных.</a:t>
            </a: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2045CB0-5DF7-8067-8B7D-96EC8A535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10630665" cy="834154"/>
          </a:xfrm>
        </p:spPr>
        <p:txBody>
          <a:bodyPr/>
          <a:lstStyle/>
          <a:p>
            <a:r>
              <a:rPr lang="ru-RU" dirty="0"/>
              <a:t>Цели и шаги на квартал</a:t>
            </a:r>
            <a:endParaRPr lang="en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19FAAD44-9412-6712-7422-19374353497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32376" y="4060861"/>
            <a:ext cx="7078648" cy="2013059"/>
          </a:xfrm>
          <a:prstGeom prst="rect">
            <a:avLst/>
          </a:prstGeom>
        </p:spPr>
        <p:txBody>
          <a:bodyPr lIns="0" tIns="0" rIns="0" bIns="0"/>
          <a:lstStyle>
            <a:lvl1pPr marL="161300" indent="-161300">
              <a:lnSpc>
                <a:spcPct val="90000"/>
              </a:lnSpc>
              <a:spcBef>
                <a:spcPts val="0"/>
              </a:spcBef>
              <a:buSzPct val="70000"/>
              <a:buFont typeface="Wingdings" pitchFamily="2" charset="2"/>
              <a:buChar char="§"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</a:p>
          <a:p>
            <a:pPr rtl="0"/>
            <a:r>
              <a:rPr lang="ru-RU" dirty="0"/>
              <a:t>ХХХ млн людей / месяц</a:t>
            </a:r>
          </a:p>
          <a:p>
            <a:pPr rtl="0"/>
            <a:r>
              <a:rPr lang="en-GB" dirty="0"/>
              <a:t>C</a:t>
            </a:r>
            <a:r>
              <a:rPr lang="ru-RU" dirty="0" err="1"/>
              <a:t>овершенно</a:t>
            </a:r>
            <a:r>
              <a:rPr lang="ru-RU" dirty="0"/>
              <a:t> репрезентативная выборка</a:t>
            </a:r>
            <a:endParaRPr lang="en-US" dirty="0"/>
          </a:p>
          <a:p>
            <a:pPr rt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</a:p>
          <a:p>
            <a:pPr rtl="0"/>
            <a:r>
              <a:rPr lang="ru-RU" dirty="0"/>
              <a:t>ХХХ млн людей / месяц</a:t>
            </a:r>
          </a:p>
          <a:p>
            <a:pPr rtl="0"/>
            <a:r>
              <a:rPr lang="en-GB" dirty="0"/>
              <a:t>C</a:t>
            </a:r>
            <a:r>
              <a:rPr lang="ru-RU" dirty="0" err="1"/>
              <a:t>овершенно</a:t>
            </a:r>
            <a:r>
              <a:rPr lang="ru-RU" dirty="0"/>
              <a:t> репрезентативная выборка</a:t>
            </a:r>
          </a:p>
          <a:p>
            <a:pPr rtl="0"/>
            <a:endParaRPr lang="ru-RU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CB17CBE2-D39F-AA31-06C7-A23A54537C2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63422" y="2075030"/>
            <a:ext cx="4132198" cy="14471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мобильных.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BBD793A-3663-0F2A-26FB-27469725DD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0407" y="2075030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063C171-DFB8-F5E9-1E78-F0CE0C5F310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0407" y="2435906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E8B8639-D79C-E235-AA6F-490FE150C83F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A204601-A81C-91A6-513D-79A7982255DE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EE9E924-A83D-4B8B-2076-F94B25A08744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66F5726-F073-567B-E994-BDACAE05A056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074A937-1099-CE26-C3DF-3C5D6FCF635F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4109951110"/>
      </p:ext>
    </p:extLst>
  </p:cSld>
  <p:clrMapOvr>
    <a:masterClrMapping/>
  </p:clrMapOvr>
  <p:transition>
    <p:fade/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2045CB0-5DF7-8067-8B7D-96EC8A535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10630665" cy="834154"/>
          </a:xfrm>
        </p:spPr>
        <p:txBody>
          <a:bodyPr/>
          <a:lstStyle/>
          <a:p>
            <a:r>
              <a:rPr lang="ru-RU" dirty="0"/>
              <a:t>Цели и шаги на квартал</a:t>
            </a:r>
            <a:endParaRPr lang="en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19FAAD44-9412-6712-7422-19374353497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32376" y="4541678"/>
            <a:ext cx="7078648" cy="2013059"/>
          </a:xfrm>
          <a:prstGeom prst="rect">
            <a:avLst/>
          </a:prstGeom>
        </p:spPr>
        <p:txBody>
          <a:bodyPr lIns="0" tIns="0" rIns="0" bIns="0"/>
          <a:lstStyle>
            <a:lvl1pPr marL="274061" marR="0" indent="-274061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Поставим счётчик на сайт ХХХ</a:t>
            </a:r>
          </a:p>
          <a:p>
            <a:pPr rtl="0"/>
            <a:r>
              <a:rPr lang="ru-RU" dirty="0"/>
              <a:t>ХХХ млн людей / месяц </a:t>
            </a:r>
          </a:p>
          <a:p>
            <a:pPr rtl="0"/>
            <a:r>
              <a:rPr lang="en-GB" dirty="0"/>
              <a:t>C</a:t>
            </a:r>
            <a:r>
              <a:rPr lang="ru-RU" dirty="0" err="1"/>
              <a:t>овершенно</a:t>
            </a:r>
            <a:r>
              <a:rPr lang="ru-RU" dirty="0"/>
              <a:t> репрезентативная выборка</a:t>
            </a:r>
          </a:p>
          <a:p>
            <a:pPr rtl="0"/>
            <a:r>
              <a:rPr lang="ru-RU" dirty="0"/>
              <a:t>Поставим счётчик на сайт ХХХ</a:t>
            </a:r>
          </a:p>
          <a:p>
            <a:pPr rtl="0"/>
            <a:r>
              <a:rPr lang="ru-RU" dirty="0"/>
              <a:t>ХХХ млн людей / месяц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BBD793A-3663-0F2A-26FB-27469725DD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0407" y="2075030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063C171-DFB8-F5E9-1E78-F0CE0C5F310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0407" y="2435906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CE0C4139-E927-C995-E362-206B72BC7EB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132376" y="2109105"/>
            <a:ext cx="7078648" cy="530227"/>
          </a:xfrm>
          <a:prstGeom prst="rect">
            <a:avLst/>
          </a:prstGeom>
        </p:spPr>
        <p:txBody>
          <a:bodyPr lIns="0" tIns="0" rIns="0" bIns="0"/>
          <a:lstStyle>
            <a:lvl1pPr marL="274061" marR="0" indent="-274061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en-GB" dirty="0"/>
              <a:t>C</a:t>
            </a:r>
            <a:r>
              <a:rPr lang="ru-RU" dirty="0" err="1"/>
              <a:t>овершенно</a:t>
            </a:r>
            <a:r>
              <a:rPr lang="ru-RU" dirty="0"/>
              <a:t> репрезентативная выборка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32D1316D-B8D5-1960-FE91-1BC8855F933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25251" y="2714892"/>
            <a:ext cx="4132198" cy="14471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мобильных.</a:t>
            </a:r>
            <a:br>
              <a:rPr lang="en-US" dirty="0"/>
            </a:br>
            <a:r>
              <a:rPr lang="ru-RU" dirty="0"/>
              <a:t>Встроили счётчик на сайт ХХХ, он позволяет отслеживать заходы на различные страницы сайта ХХХ. За месяц на сайт заходят с мобильных.</a:t>
            </a:r>
          </a:p>
          <a:p>
            <a:pPr rtl="0"/>
            <a:endParaRPr lang="ru-RU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5D20340-29F7-FCA7-ED51-DCDE766A0C5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AC080C6-38B6-5879-782D-F07A9BC808E2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3A18D80-CDAC-0F42-CDAA-7BCC4DFC38BA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0E24B9A-3462-E837-FB32-D9A294B4F037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6E55049-A6D9-76A5-C122-EF64A4954A59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1564002001"/>
      </p:ext>
    </p:extLst>
  </p:cSld>
  <p:clrMapOvr>
    <a:masterClrMapping/>
  </p:clrMapOvr>
  <p:transition>
    <p:fade/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2045CB0-5DF7-8067-8B7D-96EC8A535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10630665" cy="470327"/>
          </a:xfrm>
        </p:spPr>
        <p:txBody>
          <a:bodyPr/>
          <a:lstStyle/>
          <a:p>
            <a:r>
              <a:rPr lang="ru-RU" dirty="0"/>
              <a:t>Цели и шаги на квартал</a:t>
            </a:r>
            <a:endParaRPr lang="en-RU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BBD793A-3663-0F2A-26FB-27469725DD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0407" y="5224111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063C171-DFB8-F5E9-1E78-F0CE0C5F310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0407" y="5584987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1BB5986-9224-1E4D-823B-AA93332DD25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9010" y="1626830"/>
            <a:ext cx="761979" cy="5784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bg1">
                    <a:lumMod val="6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44585294-8B9F-1FFD-E9B8-90175B805B3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226068" y="1626830"/>
            <a:ext cx="761979" cy="5784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bg1">
                    <a:lumMod val="6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673F794F-7974-A182-6496-BFFABAB4E634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226068" y="4277764"/>
            <a:ext cx="761979" cy="5784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bg1">
                    <a:lumMod val="6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1CEB6ED1-7C65-72F9-8352-7FACBD5B8117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8363580" y="1626830"/>
            <a:ext cx="761979" cy="5784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bg1">
                    <a:lumMod val="6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388777C6-5FD3-FD44-7942-01879D4A1992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363580" y="4277764"/>
            <a:ext cx="761979" cy="5784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bg1">
                    <a:lumMod val="6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F7F9AA8-0D7E-C2B6-3B75-A4ECE8BD5C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90407" y="2516114"/>
            <a:ext cx="2334360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D971856-E64C-B555-4520-156CB2AAA73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0407" y="2829964"/>
            <a:ext cx="2941970" cy="1132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48FCEE6-B7F0-D08B-C0CA-13C7893CB5B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24586" y="2516114"/>
            <a:ext cx="2334360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7234C189-6B34-6F1E-C081-F781B4BAABF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24586" y="2829964"/>
            <a:ext cx="2941970" cy="1132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87554EB-1B41-B8C3-8D5C-6F56866E478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458765" y="2516114"/>
            <a:ext cx="2334360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2A4ECECC-689E-6F70-A9F7-FC7F0D0EAEB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458765" y="2829964"/>
            <a:ext cx="2941970" cy="1132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D6368A73-B635-1360-74EE-EB731332892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24586" y="5175826"/>
            <a:ext cx="2334360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D470211-5304-1904-0785-16FCC33B734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324586" y="5489676"/>
            <a:ext cx="2941970" cy="1132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4B5DEFC0-23BE-131F-1A76-B7D9C9F9C39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458765" y="5175826"/>
            <a:ext cx="2334360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9B7D57DA-2968-D641-CBA5-F142020DCA8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458765" y="5489676"/>
            <a:ext cx="2941970" cy="1132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8164E48-7C33-8EC7-4439-2697047FA678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0D17940-14B3-11D2-DF23-C7B38F1F6562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FCE8B754-1374-72EE-E88A-E0DB805C5A30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7824A444-B7AA-4304-CD8D-BCFA87501E9A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D4942824-BAB1-8BF4-813D-DBA81C0764DC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2950847086"/>
      </p:ext>
    </p:extLst>
  </p:cSld>
  <p:clrMapOvr>
    <a:masterClrMapping/>
  </p:clrMapOvr>
  <p:transition>
    <p:fade/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с изображ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2045CB0-5DF7-8067-8B7D-96EC8A535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10630665" cy="470327"/>
          </a:xfrm>
        </p:spPr>
        <p:txBody>
          <a:bodyPr/>
          <a:lstStyle/>
          <a:p>
            <a:r>
              <a:rPr lang="ru-RU" dirty="0"/>
              <a:t>Цели и шаги на квартал</a:t>
            </a:r>
            <a:endParaRPr lang="en-RU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BBD793A-3663-0F2A-26FB-27469725DD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24586" y="6220347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063C171-DFB8-F5E9-1E78-F0CE0C5F310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324586" y="6486210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F7F9AA8-0D7E-C2B6-3B75-A4ECE8BD5C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90407" y="1858132"/>
            <a:ext cx="2939412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D971856-E64C-B555-4520-156CB2AAA73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0407" y="2191048"/>
            <a:ext cx="2941970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48FCEE6-B7F0-D08B-C0CA-13C7893CB5B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24586" y="1858132"/>
            <a:ext cx="2939412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87554EB-1B41-B8C3-8D5C-6F56866E478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458765" y="1858132"/>
            <a:ext cx="2954435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CB0FC424-5508-1639-8F8B-C107584B173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324586" y="2191048"/>
            <a:ext cx="2941970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8C8F7E4E-26CB-305E-75FC-D5C0CD83F93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458765" y="2191048"/>
            <a:ext cx="2954435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88F2B318-7400-08F6-81B4-AB4D2772224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90407" y="3764991"/>
            <a:ext cx="2941970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84D8E917-4CA1-E3BA-BFB6-87F7991C442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90407" y="4097906"/>
            <a:ext cx="2941970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E77A29A-7B9C-A03B-6C4D-305AD1E653E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324586" y="3764991"/>
            <a:ext cx="2939412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D048CEA6-4770-65A8-D077-4561AC0C7BFD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324586" y="4097906"/>
            <a:ext cx="2941970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7AF66CA-7AF6-D361-BD63-20254E5B8FF3}"/>
              </a:ext>
            </a:extLst>
          </p:cNvPr>
          <p:cNvCxnSpPr>
            <a:cxnSpLocks/>
          </p:cNvCxnSpPr>
          <p:nvPr userDrawn="1"/>
        </p:nvCxnSpPr>
        <p:spPr>
          <a:xfrm>
            <a:off x="192965" y="1518827"/>
            <a:ext cx="293941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BCD7E5D-4EE0-1CD0-8D50-F49B82A6C567}"/>
              </a:ext>
            </a:extLst>
          </p:cNvPr>
          <p:cNvCxnSpPr>
            <a:cxnSpLocks/>
          </p:cNvCxnSpPr>
          <p:nvPr userDrawn="1"/>
        </p:nvCxnSpPr>
        <p:spPr>
          <a:xfrm>
            <a:off x="192965" y="3425686"/>
            <a:ext cx="293941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E0EE1AE-8B03-1374-4FA5-FF7C4E8537FC}"/>
              </a:ext>
            </a:extLst>
          </p:cNvPr>
          <p:cNvCxnSpPr>
            <a:cxnSpLocks/>
          </p:cNvCxnSpPr>
          <p:nvPr userDrawn="1"/>
        </p:nvCxnSpPr>
        <p:spPr>
          <a:xfrm>
            <a:off x="4307540" y="1518827"/>
            <a:ext cx="2959015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1CD780F-C9CF-19FC-C7CE-4E7388617345}"/>
              </a:ext>
            </a:extLst>
          </p:cNvPr>
          <p:cNvCxnSpPr>
            <a:cxnSpLocks/>
          </p:cNvCxnSpPr>
          <p:nvPr userDrawn="1"/>
        </p:nvCxnSpPr>
        <p:spPr>
          <a:xfrm>
            <a:off x="4307540" y="3425686"/>
            <a:ext cx="2959015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1D48FEF-D3C9-19D4-5D68-AB1A5BC3126E}"/>
              </a:ext>
            </a:extLst>
          </p:cNvPr>
          <p:cNvCxnSpPr>
            <a:cxnSpLocks/>
          </p:cNvCxnSpPr>
          <p:nvPr userDrawn="1"/>
        </p:nvCxnSpPr>
        <p:spPr>
          <a:xfrm>
            <a:off x="8450790" y="1518827"/>
            <a:ext cx="2971051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Picture Placeholder 50">
            <a:extLst>
              <a:ext uri="{FF2B5EF4-FFF2-40B4-BE49-F238E27FC236}">
                <a16:creationId xmlns:a16="http://schemas.microsoft.com/office/drawing/2014/main" id="{D4FA3F01-6C6E-CF7E-A926-0332DDDEA808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7865891" y="3429000"/>
            <a:ext cx="4350751" cy="3429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RU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D8DECAE-9CAC-F4CF-BA87-D3B63C6B28B9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4F2240A-1EBD-88C2-BABB-E4644292C8BA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BCB7C3EB-BDFA-4590-C9A4-4CECB873A407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96C7D2FB-2379-C71B-5AAA-EE21360A89A0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B8B101D0-6911-CA2B-E1C7-154A946A2258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3395143581"/>
      </p:ext>
    </p:extLst>
  </p:cSld>
  <p:clrMapOvr>
    <a:masterClrMapping/>
  </p:clrMapOvr>
  <p:transition>
    <p:fade/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2045CB0-5DF7-8067-8B7D-96EC8A535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10630665" cy="470327"/>
          </a:xfrm>
        </p:spPr>
        <p:txBody>
          <a:bodyPr/>
          <a:lstStyle/>
          <a:p>
            <a:r>
              <a:rPr lang="ru-RU" dirty="0"/>
              <a:t>Цели и шаги на квартал</a:t>
            </a:r>
            <a:endParaRPr lang="en-RU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BBD793A-3663-0F2A-26FB-27469725DD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54030" y="6220347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063C171-DFB8-F5E9-1E78-F0CE0C5F310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154030" y="6486210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F7F9AA8-0D7E-C2B6-3B75-A4ECE8BD5C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54030" y="1858132"/>
            <a:ext cx="3534844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D971856-E64C-B555-4520-156CB2AAA73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54030" y="2191048"/>
            <a:ext cx="3534844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48FCEE6-B7F0-D08B-C0CA-13C7893CB5B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881660" y="1858132"/>
            <a:ext cx="3531540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CB0FC424-5508-1639-8F8B-C107584B173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81659" y="2191048"/>
            <a:ext cx="3534844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88F2B318-7400-08F6-81B4-AB4D2772224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154030" y="3764991"/>
            <a:ext cx="3534844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84D8E917-4CA1-E3BA-BFB6-87F7991C442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154030" y="4097906"/>
            <a:ext cx="3534844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E77A29A-7B9C-A03B-6C4D-305AD1E653E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881660" y="3764991"/>
            <a:ext cx="3531540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D048CEA6-4770-65A8-D077-4561AC0C7BFD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881659" y="4097906"/>
            <a:ext cx="3534844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7AF66CA-7AF6-D361-BD63-20254E5B8FF3}"/>
              </a:ext>
            </a:extLst>
          </p:cNvPr>
          <p:cNvCxnSpPr>
            <a:cxnSpLocks/>
          </p:cNvCxnSpPr>
          <p:nvPr userDrawn="1"/>
        </p:nvCxnSpPr>
        <p:spPr>
          <a:xfrm>
            <a:off x="3132376" y="1518827"/>
            <a:ext cx="3556498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BCD7E5D-4EE0-1CD0-8D50-F49B82A6C567}"/>
              </a:ext>
            </a:extLst>
          </p:cNvPr>
          <p:cNvCxnSpPr>
            <a:cxnSpLocks/>
          </p:cNvCxnSpPr>
          <p:nvPr userDrawn="1"/>
        </p:nvCxnSpPr>
        <p:spPr>
          <a:xfrm>
            <a:off x="3132376" y="3425686"/>
            <a:ext cx="3556497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E0EE1AE-8B03-1374-4FA5-FF7C4E8537FC}"/>
              </a:ext>
            </a:extLst>
          </p:cNvPr>
          <p:cNvCxnSpPr>
            <a:cxnSpLocks/>
          </p:cNvCxnSpPr>
          <p:nvPr userDrawn="1"/>
        </p:nvCxnSpPr>
        <p:spPr>
          <a:xfrm>
            <a:off x="7864614" y="1518827"/>
            <a:ext cx="3548586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1CD780F-C9CF-19FC-C7CE-4E7388617345}"/>
              </a:ext>
            </a:extLst>
          </p:cNvPr>
          <p:cNvCxnSpPr>
            <a:cxnSpLocks/>
          </p:cNvCxnSpPr>
          <p:nvPr userDrawn="1"/>
        </p:nvCxnSpPr>
        <p:spPr>
          <a:xfrm>
            <a:off x="7864614" y="3425686"/>
            <a:ext cx="3557227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73F7568B-C5D8-F395-EF3D-8572CE9E335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881659" y="6220347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3E81D750-A060-A95E-B6A0-FB5CB476397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881659" y="6486210"/>
            <a:ext cx="2349096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1590C96-7826-0DBC-FF74-B39C479BEDD8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709D09C-BD3B-CDA7-DC8E-D6E892AF619F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0EB0C9B1-776C-E9F1-D5F0-EFE675373E34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BE24EE5B-2766-309D-39A5-3DA7E5D7892C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C29BB802-EA29-4E55-57D8-5FEAB25ED6D7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1561366954"/>
      </p:ext>
    </p:extLst>
  </p:cSld>
  <p:clrMapOvr>
    <a:masterClrMapping/>
  </p:clrMapOvr>
  <p:transition>
    <p:fade/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с ико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88F2B318-7400-08F6-81B4-AB4D2772224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132376" y="3197371"/>
            <a:ext cx="3556498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84D8E917-4CA1-E3BA-BFB6-87F7991C442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132376" y="3530286"/>
            <a:ext cx="3556498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E77A29A-7B9C-A03B-6C4D-305AD1E653E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449046" y="3197371"/>
            <a:ext cx="3548698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D048CEA6-4770-65A8-D077-4561AC0C7BFD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449576" y="3530286"/>
            <a:ext cx="3552018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11" name="Title 25">
            <a:extLst>
              <a:ext uri="{FF2B5EF4-FFF2-40B4-BE49-F238E27FC236}">
                <a16:creationId xmlns:a16="http://schemas.microsoft.com/office/drawing/2014/main" id="{0038BE16-32C8-C73F-609B-3463B18545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348" y="742118"/>
            <a:ext cx="7667890" cy="1220298"/>
          </a:xfrm>
        </p:spPr>
        <p:txBody>
          <a:bodyPr/>
          <a:lstStyle>
            <a:lvl1pPr>
              <a:lnSpc>
                <a:spcPct val="90000"/>
              </a:lnSpc>
              <a:defRPr sz="2352" b="0" i="0" spc="71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Немного важного текста, суммирующего общий смысл абзацев, либо факт, который впоследствии подробнее раскрыт в тексте.</a:t>
            </a:r>
            <a:endParaRPr lang="en-RU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4DDCA4F-1F6F-2DFC-1115-E04BEF2E6762}"/>
              </a:ext>
            </a:extLst>
          </p:cNvPr>
          <p:cNvCxnSpPr>
            <a:cxnSpLocks/>
          </p:cNvCxnSpPr>
          <p:nvPr userDrawn="1"/>
        </p:nvCxnSpPr>
        <p:spPr>
          <a:xfrm>
            <a:off x="1946628" y="2882917"/>
            <a:ext cx="4742245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1A1A959-E7F1-285A-D42E-EF2B8DE2289F}"/>
              </a:ext>
            </a:extLst>
          </p:cNvPr>
          <p:cNvCxnSpPr>
            <a:cxnSpLocks/>
          </p:cNvCxnSpPr>
          <p:nvPr userDrawn="1"/>
        </p:nvCxnSpPr>
        <p:spPr>
          <a:xfrm>
            <a:off x="7276735" y="2882917"/>
            <a:ext cx="4742245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EF06BDB-6FDE-31F3-A7FF-736E298E4111}"/>
              </a:ext>
            </a:extLst>
          </p:cNvPr>
          <p:cNvCxnSpPr>
            <a:cxnSpLocks/>
          </p:cNvCxnSpPr>
          <p:nvPr userDrawn="1"/>
        </p:nvCxnSpPr>
        <p:spPr>
          <a:xfrm>
            <a:off x="1946628" y="4849173"/>
            <a:ext cx="4742245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DBAF30-60CD-0453-EAEB-975D9247240C}"/>
              </a:ext>
            </a:extLst>
          </p:cNvPr>
          <p:cNvCxnSpPr>
            <a:cxnSpLocks/>
          </p:cNvCxnSpPr>
          <p:nvPr userDrawn="1"/>
        </p:nvCxnSpPr>
        <p:spPr>
          <a:xfrm>
            <a:off x="7276735" y="4849173"/>
            <a:ext cx="4742245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2A837B0-38A2-7A68-4034-A034B61B398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132376" y="5194349"/>
            <a:ext cx="3556498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00AE112-BF5C-0BE5-EC05-57C7DD327CC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132376" y="5527265"/>
            <a:ext cx="3556498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6260709-6188-24AB-645A-51DD2629831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449046" y="5194349"/>
            <a:ext cx="3548698" cy="2065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en-GB" dirty="0"/>
              <a:t>C</a:t>
            </a:r>
            <a:r>
              <a:rPr lang="ru-RU" dirty="0" err="1"/>
              <a:t>чётчик</a:t>
            </a:r>
            <a:r>
              <a:rPr lang="ru-RU" dirty="0"/>
              <a:t> на сайт ХХХ</a:t>
            </a:r>
            <a:endParaRPr lang="en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921C3A26-46AD-54B6-BCAE-70B08E26B54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449576" y="5527265"/>
            <a:ext cx="3552018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47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BD7697F4-F423-C5E9-8096-7CFC4FEE55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0407" y="5224111"/>
            <a:ext cx="1180521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08AB708-A62E-0C35-77F7-1D9EC9E3870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0407" y="5584987"/>
            <a:ext cx="1180521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D833F92C-F321-54ED-2E08-2FE9D600F78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2163525" y="3197371"/>
            <a:ext cx="761979" cy="5784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bg1">
                    <a:lumMod val="6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C7A42F-C5F2-2BB2-553A-F2C6626F514C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7486249" y="3197371"/>
            <a:ext cx="761979" cy="5784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bg1">
                    <a:lumMod val="6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39" name="Picture Placeholder 10">
            <a:extLst>
              <a:ext uri="{FF2B5EF4-FFF2-40B4-BE49-F238E27FC236}">
                <a16:creationId xmlns:a16="http://schemas.microsoft.com/office/drawing/2014/main" id="{CFC7593D-0D62-62EC-1533-7119B1B06AF2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2163525" y="5194349"/>
            <a:ext cx="761979" cy="5784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bg1">
                    <a:lumMod val="6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43" name="Picture Placeholder 10">
            <a:extLst>
              <a:ext uri="{FF2B5EF4-FFF2-40B4-BE49-F238E27FC236}">
                <a16:creationId xmlns:a16="http://schemas.microsoft.com/office/drawing/2014/main" id="{6B41A319-6D7C-2F62-5DE8-BCD91083A17E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86249" y="5194349"/>
            <a:ext cx="761979" cy="5784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bg1">
                    <a:lumMod val="6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45C1CF7-72CF-14E9-7B07-C0C0031E644A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9D559EC-4D8E-E1BD-350C-36EB5E87084E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AA9B246-702A-9028-BC28-6C3B0099FB9F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DA1A71AA-B5B8-A4F7-DAEB-6ABDB6222B97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18AE0F4F-B276-F186-0F43-DB9CC33D1322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1700391360"/>
      </p:ext>
    </p:extLst>
  </p:cSld>
  <p:clrMapOvr>
    <a:masterClrMapping/>
  </p:clrMapOvr>
  <p:transition>
    <p:fade/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с иконкам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BD7697F4-F423-C5E9-8096-7CFC4FEE55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0407" y="3240233"/>
            <a:ext cx="1180521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08AB708-A62E-0C35-77F7-1D9EC9E3870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0407" y="3601109"/>
            <a:ext cx="1180521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9165F17-785F-56EC-DC93-01B4A6ABDF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Цели и шаги на квартал</a:t>
            </a:r>
            <a:endParaRPr lang="en-RU" dirty="0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F9085B70-DCB6-9BEA-18C0-BB630CD8DF5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32377" y="3186756"/>
            <a:ext cx="2963623" cy="122029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12695" indent="-12695">
              <a:tabLst/>
              <a:defRPr lang="en-GB" sz="2352" b="0" i="0" cap="none" spc="71" baseline="0" smtClean="0"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</a:defRPr>
            </a:lvl1pPr>
            <a:lvl2pPr>
              <a:defRPr lang="en-GB" smtClean="0"/>
            </a:lvl2pPr>
            <a:lvl3pPr>
              <a:defRPr lang="en-GB" smtClean="0"/>
            </a:lvl3pPr>
            <a:lvl4pPr>
              <a:defRPr lang="en-GB" smtClean="0"/>
            </a:lvl4pPr>
            <a:lvl5pPr>
              <a:defRPr lang="en-RU"/>
            </a:lvl5pPr>
          </a:lstStyle>
          <a:p>
            <a:pPr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 err="1"/>
              <a:t>С</a:t>
            </a:r>
            <a:r>
              <a:rPr lang="ru-RU" dirty="0" err="1"/>
              <a:t>четчик</a:t>
            </a:r>
            <a:r>
              <a:rPr lang="ru-RU" dirty="0"/>
              <a:t>, вставленный на сайт X</a:t>
            </a:r>
            <a:r>
              <a:rPr lang="en-US" dirty="0"/>
              <a:t>XX</a:t>
            </a:r>
            <a:endParaRPr lang="en-RU" dirty="0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9BE030B9-CB0C-77FB-EF71-301ABCC839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132377" y="5091566"/>
            <a:ext cx="2963623" cy="122029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12695" indent="-12695">
              <a:tabLst/>
              <a:defRPr lang="en-GB" sz="2352" b="0" i="0" cap="none" spc="71" baseline="0" smtClean="0"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</a:defRPr>
            </a:lvl1pPr>
            <a:lvl2pPr>
              <a:defRPr lang="en-GB" smtClean="0"/>
            </a:lvl2pPr>
            <a:lvl3pPr>
              <a:defRPr lang="en-GB" smtClean="0"/>
            </a:lvl3pPr>
            <a:lvl4pPr>
              <a:defRPr lang="en-GB" smtClean="0"/>
            </a:lvl4pPr>
            <a:lvl5pPr>
              <a:defRPr lang="en-RU"/>
            </a:lvl5pPr>
          </a:lstStyle>
          <a:p>
            <a:pPr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 err="1"/>
              <a:t>С</a:t>
            </a:r>
            <a:r>
              <a:rPr lang="ru-RU" dirty="0" err="1"/>
              <a:t>четчик</a:t>
            </a:r>
            <a:r>
              <a:rPr lang="ru-RU" dirty="0"/>
              <a:t>, вставленный на сайт X</a:t>
            </a:r>
            <a:r>
              <a:rPr lang="en-US" dirty="0"/>
              <a:t>XX</a:t>
            </a:r>
            <a:endParaRPr lang="en-RU" dirty="0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66BF3B58-A0E6-A05D-5E18-B0BA9A516BFA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598721" y="3197371"/>
            <a:ext cx="761979" cy="5784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bg1">
                    <a:lumMod val="6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30" name="Picture Placeholder 10">
            <a:extLst>
              <a:ext uri="{FF2B5EF4-FFF2-40B4-BE49-F238E27FC236}">
                <a16:creationId xmlns:a16="http://schemas.microsoft.com/office/drawing/2014/main" id="{F50C4DE8-75DE-C9FB-49AB-665667414938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598721" y="5071459"/>
            <a:ext cx="761979" cy="5784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bg1">
                    <a:lumMod val="6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CFB28FA-7AFE-86B7-16FC-13C54D00AE0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863422" y="3186756"/>
            <a:ext cx="2957650" cy="122029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12695" indent="-12695">
              <a:tabLst/>
              <a:defRPr lang="en-GB" sz="2352" b="0" i="0" cap="none" spc="71" baseline="0" smtClean="0"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</a:defRPr>
            </a:lvl1pPr>
            <a:lvl2pPr>
              <a:defRPr lang="en-GB" smtClean="0"/>
            </a:lvl2pPr>
            <a:lvl3pPr>
              <a:defRPr lang="en-GB" smtClean="0"/>
            </a:lvl3pPr>
            <a:lvl4pPr>
              <a:defRPr lang="en-GB" smtClean="0"/>
            </a:lvl4pPr>
            <a:lvl5pPr>
              <a:defRPr lang="en-RU"/>
            </a:lvl5pPr>
          </a:lstStyle>
          <a:p>
            <a:pPr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 err="1"/>
              <a:t>С</a:t>
            </a:r>
            <a:r>
              <a:rPr lang="ru-RU" dirty="0" err="1"/>
              <a:t>четчик</a:t>
            </a:r>
            <a:r>
              <a:rPr lang="ru-RU" dirty="0"/>
              <a:t>, вставленный на сайт X</a:t>
            </a:r>
            <a:r>
              <a:rPr lang="en-US" dirty="0"/>
              <a:t>XX</a:t>
            </a:r>
            <a:endParaRPr lang="en-RU" dirty="0"/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672F4833-4617-9895-3870-B71FA41469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863422" y="5091566"/>
            <a:ext cx="2957650" cy="122029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12695" indent="-12695">
              <a:tabLst/>
              <a:defRPr lang="en-GB" sz="2352" b="0" i="0" cap="none" spc="71" baseline="0" smtClean="0"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</a:defRPr>
            </a:lvl1pPr>
            <a:lvl2pPr>
              <a:defRPr lang="en-GB" smtClean="0"/>
            </a:lvl2pPr>
            <a:lvl3pPr>
              <a:defRPr lang="en-GB" smtClean="0"/>
            </a:lvl3pPr>
            <a:lvl4pPr>
              <a:defRPr lang="en-GB" smtClean="0"/>
            </a:lvl4pPr>
            <a:lvl5pPr>
              <a:defRPr lang="en-RU"/>
            </a:lvl5pPr>
          </a:lstStyle>
          <a:p>
            <a:pPr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 err="1"/>
              <a:t>С</a:t>
            </a:r>
            <a:r>
              <a:rPr lang="ru-RU" dirty="0" err="1"/>
              <a:t>четчик</a:t>
            </a:r>
            <a:r>
              <a:rPr lang="ru-RU" dirty="0"/>
              <a:t>, вставленный на сайт X</a:t>
            </a:r>
            <a:r>
              <a:rPr lang="en-US" dirty="0"/>
              <a:t>XX</a:t>
            </a:r>
            <a:endParaRPr lang="en-RU" dirty="0"/>
          </a:p>
        </p:txBody>
      </p:sp>
      <p:sp>
        <p:nvSpPr>
          <p:cNvPr id="40" name="Picture Placeholder 10">
            <a:extLst>
              <a:ext uri="{FF2B5EF4-FFF2-40B4-BE49-F238E27FC236}">
                <a16:creationId xmlns:a16="http://schemas.microsoft.com/office/drawing/2014/main" id="{1CC18AFE-2696-B264-340B-0B6044D686EA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1337041" y="3197371"/>
            <a:ext cx="761979" cy="5784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bg1">
                    <a:lumMod val="6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sp>
        <p:nvSpPr>
          <p:cNvPr id="41" name="Picture Placeholder 10">
            <a:extLst>
              <a:ext uri="{FF2B5EF4-FFF2-40B4-BE49-F238E27FC236}">
                <a16:creationId xmlns:a16="http://schemas.microsoft.com/office/drawing/2014/main" id="{082D5ECB-36E4-8F94-8F12-53DDEDF20335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1337041" y="5071459"/>
            <a:ext cx="761979" cy="5784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41" b="0" i="0">
                <a:solidFill>
                  <a:schemeClr val="bg1">
                    <a:lumMod val="6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endParaRPr lang="en-RU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B1FE96B-762C-668F-AA65-A700C0AA5D1B}"/>
              </a:ext>
            </a:extLst>
          </p:cNvPr>
          <p:cNvCxnSpPr>
            <a:cxnSpLocks/>
          </p:cNvCxnSpPr>
          <p:nvPr userDrawn="1"/>
        </p:nvCxnSpPr>
        <p:spPr>
          <a:xfrm>
            <a:off x="3132377" y="2882917"/>
            <a:ext cx="4132198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AA2A2F1-D6CA-1D3A-D41E-E810301F4604}"/>
              </a:ext>
            </a:extLst>
          </p:cNvPr>
          <p:cNvCxnSpPr>
            <a:cxnSpLocks/>
          </p:cNvCxnSpPr>
          <p:nvPr userDrawn="1"/>
        </p:nvCxnSpPr>
        <p:spPr>
          <a:xfrm>
            <a:off x="3132377" y="4849173"/>
            <a:ext cx="4132198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3A6CEA1-742C-35C6-4E04-CE57160495BC}"/>
              </a:ext>
            </a:extLst>
          </p:cNvPr>
          <p:cNvCxnSpPr>
            <a:cxnSpLocks/>
          </p:cNvCxnSpPr>
          <p:nvPr userDrawn="1"/>
        </p:nvCxnSpPr>
        <p:spPr>
          <a:xfrm>
            <a:off x="7863422" y="2882917"/>
            <a:ext cx="4132198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572920E-B229-7406-567C-EF585BE0A6CF}"/>
              </a:ext>
            </a:extLst>
          </p:cNvPr>
          <p:cNvCxnSpPr>
            <a:cxnSpLocks/>
          </p:cNvCxnSpPr>
          <p:nvPr userDrawn="1"/>
        </p:nvCxnSpPr>
        <p:spPr>
          <a:xfrm>
            <a:off x="7863422" y="4849173"/>
            <a:ext cx="4132198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14">
            <a:extLst>
              <a:ext uri="{FF2B5EF4-FFF2-40B4-BE49-F238E27FC236}">
                <a16:creationId xmlns:a16="http://schemas.microsoft.com/office/drawing/2014/main" id="{7B664044-89A3-F03C-5739-FDD14376B2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35018" y="1854533"/>
            <a:ext cx="2586054" cy="7194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За месяц на сайт заходят с мобильных устройств ХХХ млн людей — совершенно репрезентативная выборка для построения аналитики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83C4A85-119E-8A88-FC38-DEEFFCCA7462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FEB09C8-78B1-2987-B794-0DA15A73706F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6CC0CA-F394-7145-CBAD-D4BE61508763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0440A3B8-1218-7499-5732-858105BDAED0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C708B326-2FB0-01DA-8395-935557DCA838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2373710730"/>
      </p:ext>
    </p:extLst>
  </p:cSld>
  <p:clrMapOvr>
    <a:masterClrMapping/>
  </p:clrMapOvr>
  <p:transition>
    <p:fade/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на плашка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F3EA5239-C60D-7906-7219-F905258B85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7661" y="768408"/>
            <a:ext cx="5904789" cy="2660592"/>
          </a:xfrm>
          <a:prstGeom prst="rect">
            <a:avLst/>
          </a:prstGeom>
          <a:solidFill>
            <a:schemeClr val="accent3"/>
          </a:solidFill>
        </p:spPr>
        <p:txBody>
          <a:bodyPr lIns="360000" tIns="180000"/>
          <a:lstStyle>
            <a:lvl1pPr marL="0" indent="0">
              <a:buFontTx/>
              <a:buNone/>
              <a:defRPr sz="2352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2pPr>
            <a:lvl3pPr marL="967525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3pPr>
            <a:lvl4pPr marL="1451289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4pPr>
            <a:lvl5pPr marL="1935052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5pPr>
          </a:lstStyle>
          <a:p>
            <a:pPr lvl="0"/>
            <a:r>
              <a:rPr lang="ru-RU" dirty="0"/>
              <a:t>Статистика</a:t>
            </a:r>
            <a:endParaRPr lang="en-RU" dirty="0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679332A-152A-E7A1-A6B5-6D0E08C624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46628" y="1297784"/>
            <a:ext cx="8264396" cy="3774433"/>
          </a:xfrm>
          <a:prstGeom prst="rect">
            <a:avLst/>
          </a:prstGeom>
          <a:solidFill>
            <a:schemeClr val="accent1"/>
          </a:solidFill>
        </p:spPr>
        <p:txBody>
          <a:bodyPr lIns="360000" tIns="180000"/>
          <a:lstStyle>
            <a:lvl1pPr marL="0" indent="0">
              <a:buFontTx/>
              <a:buNone/>
              <a:defRPr sz="2352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2pPr>
            <a:lvl3pPr marL="967525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3pPr>
            <a:lvl4pPr marL="1451289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4pPr>
            <a:lvl5pPr marL="1935052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5pPr>
          </a:lstStyle>
          <a:p>
            <a:pPr lvl="0"/>
            <a:r>
              <a:rPr lang="ru-RU" dirty="0"/>
              <a:t>Рассылка</a:t>
            </a:r>
            <a:endParaRPr lang="en-RU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82D401DC-933A-9E21-4A02-29C7A44499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801" y="1997132"/>
            <a:ext cx="10643040" cy="4860868"/>
          </a:xfrm>
          <a:prstGeom prst="rect">
            <a:avLst/>
          </a:prstGeom>
          <a:solidFill>
            <a:schemeClr val="accent2"/>
          </a:solidFill>
        </p:spPr>
        <p:txBody>
          <a:bodyPr lIns="360000" tIns="180000"/>
          <a:lstStyle>
            <a:lvl1pPr marL="0" indent="0">
              <a:buFontTx/>
              <a:buNone/>
              <a:defRPr sz="2352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2pPr>
            <a:lvl3pPr marL="967525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3pPr>
            <a:lvl4pPr marL="1451289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4pPr>
            <a:lvl5pPr marL="1935052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5pPr>
          </a:lstStyle>
          <a:p>
            <a:pPr lvl="0"/>
            <a:r>
              <a:rPr lang="ru-RU" dirty="0"/>
              <a:t>Аудитория</a:t>
            </a:r>
            <a:endParaRPr lang="en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B993857D-BCD2-30DB-FB6D-5E6ED05BAA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4125" y="4208341"/>
            <a:ext cx="4522459" cy="20781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7762" b="0" i="0" cap="all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42 </a:t>
            </a:r>
            <a:br>
              <a:rPr lang="ru-RU" dirty="0"/>
            </a:br>
            <a:r>
              <a:rPr lang="ru-RU" dirty="0"/>
              <a:t>МЛН</a:t>
            </a:r>
            <a:endParaRPr lang="en-RU" dirty="0"/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CB4174CE-88CE-9C4E-B0A1-F445A0ED35E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8723" y="4208341"/>
            <a:ext cx="4712349" cy="20781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7762" b="0" i="0" cap="all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115 </a:t>
            </a:r>
            <a:br>
              <a:rPr lang="ru-RU" dirty="0"/>
            </a:br>
            <a:r>
              <a:rPr lang="ru-RU" dirty="0"/>
              <a:t>МЛН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DC38ED4B-E122-6151-EFF4-2E24C340AC4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4125" y="6333295"/>
            <a:ext cx="4522459" cy="369469"/>
          </a:xfrm>
          <a:prstGeom prst="rect">
            <a:avLst/>
          </a:prstGeom>
        </p:spPr>
        <p:txBody>
          <a:bodyPr lIns="18000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уникальных пользователей </a:t>
            </a:r>
            <a:br>
              <a:rPr lang="ru-RU" dirty="0"/>
            </a:br>
            <a:r>
              <a:rPr lang="ru-RU" dirty="0"/>
              <a:t>ежедневно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149DBFA0-FE2C-B77D-B514-766A022D3AF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6333295"/>
            <a:ext cx="4725072" cy="477911"/>
          </a:xfrm>
          <a:prstGeom prst="rect">
            <a:avLst/>
          </a:prstGeom>
        </p:spPr>
        <p:txBody>
          <a:bodyPr lIns="18000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уникальных пользователей </a:t>
            </a:r>
            <a:br>
              <a:rPr lang="ru-RU" dirty="0"/>
            </a:br>
            <a:r>
              <a:rPr lang="ru-RU" dirty="0"/>
              <a:t>ежедневно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6F5453E-3F84-10FA-690E-1070AF66E35D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C792561-A106-9CFA-68F9-B58B1C27F2E4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21E8B72-776A-110A-704B-4567827E4D1A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211D526E-53D1-7E41-1FEF-53BEBF6CEDB1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138BC381-5D8E-2E79-D7AE-9D861E2FFE6B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2832370028"/>
      </p:ext>
    </p:extLst>
  </p:cSld>
  <p:clrMapOvr>
    <a:masterClrMapping/>
  </p:clrMapOvr>
  <p:transition>
    <p:fade/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на плашках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F3EA5239-C60D-7906-7219-F905258B85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7661" y="768408"/>
            <a:ext cx="5904789" cy="2660592"/>
          </a:xfrm>
          <a:prstGeom prst="rect">
            <a:avLst/>
          </a:prstGeom>
          <a:solidFill>
            <a:schemeClr val="accent4"/>
          </a:solidFill>
        </p:spPr>
        <p:txBody>
          <a:bodyPr lIns="360000" tIns="180000"/>
          <a:lstStyle>
            <a:lvl1pPr marL="0" indent="0">
              <a:buFontTx/>
              <a:buNone/>
              <a:defRPr sz="2352" b="0" i="0">
                <a:solidFill>
                  <a:schemeClr val="bg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2pPr>
            <a:lvl3pPr marL="967525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3pPr>
            <a:lvl4pPr marL="1451289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4pPr>
            <a:lvl5pPr marL="1935052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5pPr>
          </a:lstStyle>
          <a:p>
            <a:pPr lvl="0"/>
            <a:r>
              <a:rPr lang="ru-RU" dirty="0"/>
              <a:t>Показатели</a:t>
            </a:r>
            <a:endParaRPr lang="en-RU" dirty="0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679332A-152A-E7A1-A6B5-6D0E08C624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46628" y="1297784"/>
            <a:ext cx="8264396" cy="3774433"/>
          </a:xfrm>
          <a:prstGeom prst="rect">
            <a:avLst/>
          </a:prstGeom>
          <a:solidFill>
            <a:schemeClr val="accent3"/>
          </a:solidFill>
        </p:spPr>
        <p:txBody>
          <a:bodyPr lIns="360000" tIns="180000"/>
          <a:lstStyle>
            <a:lvl1pPr marL="0" indent="0">
              <a:buFontTx/>
              <a:buNone/>
              <a:defRPr sz="2352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2pPr>
            <a:lvl3pPr marL="967525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3pPr>
            <a:lvl4pPr marL="1451289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4pPr>
            <a:lvl5pPr marL="1935052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5pPr>
          </a:lstStyle>
          <a:p>
            <a:pPr lvl="0"/>
            <a:r>
              <a:rPr lang="ru-RU" dirty="0"/>
              <a:t>Статистика</a:t>
            </a:r>
            <a:endParaRPr lang="en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82D401DC-933A-9E21-4A02-29C7A44499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801" y="1997132"/>
            <a:ext cx="10643040" cy="4860868"/>
          </a:xfrm>
          <a:prstGeom prst="rect">
            <a:avLst/>
          </a:prstGeom>
          <a:solidFill>
            <a:schemeClr val="accent1"/>
          </a:solidFill>
        </p:spPr>
        <p:txBody>
          <a:bodyPr lIns="360000" tIns="180000"/>
          <a:lstStyle>
            <a:lvl1pPr marL="0" indent="0">
              <a:buFontTx/>
              <a:buNone/>
              <a:defRPr sz="2352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2pPr>
            <a:lvl3pPr marL="967525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3pPr>
            <a:lvl4pPr marL="1451289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4pPr>
            <a:lvl5pPr marL="1935052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5pPr>
          </a:lstStyle>
          <a:p>
            <a:pPr lvl="0"/>
            <a:r>
              <a:rPr lang="ru-RU" dirty="0"/>
              <a:t>Рассылка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DC38ED4B-E122-6151-EFF4-2E24C340AC4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4124" y="3429000"/>
            <a:ext cx="9281248" cy="32737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FontTx/>
              <a:buNone/>
              <a:defRPr sz="3998" b="0" i="0" spc="0" baseline="0">
                <a:solidFill>
                  <a:schemeClr val="tx1"/>
                </a:solidFill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Какой-нибудь небольшой, текст для перебивки внимания.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9D4802-04EC-D72D-868A-71C36773DBA8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1F62E00-D3B0-96A5-1AF9-A61FFFA5C003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31BF771-4817-A54D-02E7-D86B6E975624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E386F0B-3A5D-E840-2D82-55D0FFE52AB1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061AA2A-5DEA-C493-E771-C84F12FFEFE8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2009950275"/>
      </p:ext>
    </p:extLst>
  </p:cSld>
  <p:clrMapOvr>
    <a:masterClrMapping/>
  </p:clrMapOvr>
  <p:transition>
    <p:fade/>
  </p:transition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на плашках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F3EA5239-C60D-7906-7219-F905258B85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37661" y="768408"/>
            <a:ext cx="5904789" cy="2660592"/>
          </a:xfrm>
          <a:prstGeom prst="rect">
            <a:avLst/>
          </a:prstGeom>
          <a:solidFill>
            <a:schemeClr val="accent2"/>
          </a:solidFill>
        </p:spPr>
        <p:txBody>
          <a:bodyPr lIns="360000" tIns="180000"/>
          <a:lstStyle>
            <a:lvl1pPr marL="0" indent="0">
              <a:buFontTx/>
              <a:buNone/>
              <a:defRPr sz="2352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2pPr>
            <a:lvl3pPr marL="967525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3pPr>
            <a:lvl4pPr marL="1451289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4pPr>
            <a:lvl5pPr marL="1935052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5pPr>
          </a:lstStyle>
          <a:p>
            <a:pPr lvl="0"/>
            <a:r>
              <a:rPr lang="ru-RU" dirty="0"/>
              <a:t>Аудитория</a:t>
            </a:r>
            <a:endParaRPr lang="en-RU" dirty="0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679332A-152A-E7A1-A6B5-6D0E08C624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46628" y="1297784"/>
            <a:ext cx="8264396" cy="3774433"/>
          </a:xfrm>
          <a:prstGeom prst="rect">
            <a:avLst/>
          </a:prstGeom>
          <a:solidFill>
            <a:schemeClr val="accent4"/>
          </a:solidFill>
        </p:spPr>
        <p:txBody>
          <a:bodyPr lIns="360000" tIns="180000"/>
          <a:lstStyle>
            <a:lvl1pPr marL="0" indent="0">
              <a:buFontTx/>
              <a:buNone/>
              <a:defRPr sz="2352" b="0" i="0">
                <a:solidFill>
                  <a:schemeClr val="bg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2pPr>
            <a:lvl3pPr marL="967525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3pPr>
            <a:lvl4pPr marL="1451289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4pPr>
            <a:lvl5pPr marL="1935052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5pPr>
          </a:lstStyle>
          <a:p>
            <a:pPr lvl="0"/>
            <a:r>
              <a:rPr lang="ru-RU" dirty="0"/>
              <a:t>Показатели</a:t>
            </a:r>
            <a:endParaRPr lang="en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82D401DC-933A-9E21-4A02-29C7A44499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801" y="1997132"/>
            <a:ext cx="10643040" cy="4860868"/>
          </a:xfrm>
          <a:prstGeom prst="rect">
            <a:avLst/>
          </a:prstGeom>
          <a:solidFill>
            <a:schemeClr val="accent3"/>
          </a:solidFill>
        </p:spPr>
        <p:txBody>
          <a:bodyPr lIns="360000" tIns="180000"/>
          <a:lstStyle>
            <a:lvl1pPr marL="0" indent="0">
              <a:buFontTx/>
              <a:buNone/>
              <a:defRPr sz="2352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2pPr>
            <a:lvl3pPr marL="967525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3pPr>
            <a:lvl4pPr marL="1451289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4pPr>
            <a:lvl5pPr marL="1935052" indent="0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5pPr>
          </a:lstStyle>
          <a:p>
            <a:pPr lvl="0"/>
            <a:r>
              <a:rPr lang="ru-RU" dirty="0"/>
              <a:t>Статистика</a:t>
            </a:r>
            <a:endParaRPr lang="en-RU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B993857D-BCD2-30DB-FB6D-5E6ED05BAA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4125" y="4208341"/>
            <a:ext cx="4522459" cy="20781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7762" b="0" i="0" cap="all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42 </a:t>
            </a:r>
            <a:br>
              <a:rPr lang="ru-RU" dirty="0"/>
            </a:br>
            <a:r>
              <a:rPr lang="ru-RU" dirty="0"/>
              <a:t>МЛН</a:t>
            </a:r>
            <a:endParaRPr lang="en-RU" dirty="0"/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CB4174CE-88CE-9C4E-B0A1-F445A0ED35E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8723" y="4208341"/>
            <a:ext cx="4712349" cy="20781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7762" b="0" i="0" cap="all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115 </a:t>
            </a:r>
            <a:br>
              <a:rPr lang="ru-RU" dirty="0"/>
            </a:br>
            <a:r>
              <a:rPr lang="ru-RU" dirty="0"/>
              <a:t>МЛН</a:t>
            </a:r>
            <a:endParaRPr lang="en-R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DC38ED4B-E122-6151-EFF4-2E24C340AC4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4125" y="6333295"/>
            <a:ext cx="4522459" cy="369469"/>
          </a:xfrm>
          <a:prstGeom prst="rect">
            <a:avLst/>
          </a:prstGeom>
        </p:spPr>
        <p:txBody>
          <a:bodyPr lIns="18000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уникальных пользователей </a:t>
            </a:r>
            <a:br>
              <a:rPr lang="ru-RU" dirty="0"/>
            </a:br>
            <a:r>
              <a:rPr lang="ru-RU" dirty="0"/>
              <a:t>ежедневно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149DBFA0-FE2C-B77D-B514-766A022D3AF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6333295"/>
            <a:ext cx="4725072" cy="477911"/>
          </a:xfrm>
          <a:prstGeom prst="rect">
            <a:avLst/>
          </a:prstGeom>
        </p:spPr>
        <p:txBody>
          <a:bodyPr lIns="18000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уникальных пользователей </a:t>
            </a:r>
            <a:br>
              <a:rPr lang="ru-RU" dirty="0"/>
            </a:br>
            <a:r>
              <a:rPr lang="ru-RU" dirty="0"/>
              <a:t>ежедневно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1DD58D2-9775-3258-618E-8EEF6213410A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3F70D5-1F4A-9C9E-CC6F-15BB7D41959A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559981A-4D4E-1EA7-0644-D580565BBDCE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9A3659D-084E-C773-8278-6F71AFDE7EB2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3D43639-0E7C-94D9-BA98-75491C524209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3356000741"/>
      </p:ext>
    </p:extLst>
  </p:cSld>
  <p:clrMapOvr>
    <a:masterClrMapping/>
  </p:clrMapOvr>
  <p:transition>
    <p:fade/>
  </p:transition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F2D576CB-EFCA-E417-3F6D-E4F2587D409E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-88985" y="4197364"/>
            <a:ext cx="12369970" cy="272902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234F2CC-433B-5403-FA61-BEED6B82A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Каналы прибыли</a:t>
            </a:r>
            <a:endParaRPr lang="en-RU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B9C3DDA-22FC-E403-D595-E88DC13191E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0407" y="3185710"/>
            <a:ext cx="2978051" cy="9470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7762" b="0" i="0" cap="all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70</a:t>
            </a:r>
            <a:r>
              <a:rPr lang="en-US" dirty="0"/>
              <a:t>%</a:t>
            </a:r>
            <a:endParaRPr lang="en-RU" dirty="0"/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0F59FC28-561D-B655-D184-73C44DB83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51198" y="3185710"/>
            <a:ext cx="2978051" cy="9470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7762" b="0" i="0" cap="all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en-US" dirty="0"/>
              <a:t>3</a:t>
            </a:r>
            <a:r>
              <a:rPr lang="ru-RU" dirty="0"/>
              <a:t>0</a:t>
            </a:r>
            <a:r>
              <a:rPr lang="en-US" dirty="0"/>
              <a:t>%</a:t>
            </a:r>
            <a:endParaRPr lang="en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0435AAC-E7F8-0B4F-CA9D-CA61EB1C623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0407" y="4414846"/>
            <a:ext cx="2978050" cy="369469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Пользователей услуг мобильной связи и интернета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77764E38-16CB-F1CE-4251-3CCD1087CE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37580" y="4414846"/>
            <a:ext cx="2978050" cy="369469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Пользователей услуг мобильной связи и интернета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A23118-05B1-8567-188E-1A4C59987C9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39BD7E-362E-B7D9-86B3-7C600F3597B0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5A50B02-5A02-F375-10F1-BC6CD116DF68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6979191-88F8-2B3E-E85C-151E9F4CB4C6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BC037D9-C311-9E65-30C1-07E287089C6E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</p:spTree>
    <p:extLst>
      <p:ext uri="{BB962C8B-B14F-4D97-AF65-F5344CB8AC3E}">
        <p14:creationId xmlns:p14="http://schemas.microsoft.com/office/powerpoint/2010/main" val="473738865"/>
      </p:ext>
    </p:extLst>
  </p:cSld>
  <p:clrMapOvr>
    <a:masterClrMapping/>
  </p:clrMapOvr>
  <p:transition>
    <p:fade/>
  </p:transition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иденция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B9C3DDA-22FC-E403-D595-E88DC13191E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4458" y="3824683"/>
            <a:ext cx="11911543" cy="288434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FontTx/>
              <a:buNone/>
              <a:defRPr sz="22579" b="0" i="0" cap="all" spc="0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12 млн</a:t>
            </a:r>
            <a:endParaRPr lang="en-RU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A23118-05B1-8567-188E-1A4C59987C9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39BD7E-362E-B7D9-86B3-7C600F3597B0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5A50B02-5A02-F375-10F1-BC6CD116DF68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6979191-88F8-2B3E-E85C-151E9F4CB4C6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BC037D9-C311-9E65-30C1-07E287089C6E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06D503F-C213-A189-0BBE-091431A0DD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180C67B-F430-5AF3-8DFC-113025D4CD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3E94E7A-F8E6-DCA1-DD02-A9A5940C79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3" name="Title 25">
            <a:extLst>
              <a:ext uri="{FF2B5EF4-FFF2-40B4-BE49-F238E27FC236}">
                <a16:creationId xmlns:a16="http://schemas.microsoft.com/office/drawing/2014/main" id="{02A825DA-4FEB-C9AB-447C-FD5493363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348" y="742118"/>
            <a:ext cx="5303778" cy="1220298"/>
          </a:xfrm>
        </p:spPr>
        <p:txBody>
          <a:bodyPr/>
          <a:lstStyle>
            <a:lvl1pPr>
              <a:lnSpc>
                <a:spcPct val="90000"/>
              </a:lnSpc>
              <a:defRPr sz="2352" b="0" i="0" spc="71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Более 70% населения Москвы пользуются услугами МТС.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595114950"/>
      </p:ext>
    </p:extLst>
  </p:cSld>
  <p:clrMapOvr>
    <a:masterClrMapping/>
  </p:clrMapOvr>
  <p:transition>
    <p:fade/>
  </p:transition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F2D576CB-EFCA-E417-3F6D-E4F2587D409E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-88985" y="2374254"/>
            <a:ext cx="12369970" cy="45521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234F2CC-433B-5403-FA61-BEED6B82A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Каналы прибыли</a:t>
            </a:r>
            <a:endParaRPr lang="en-RU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B9C3DDA-22FC-E403-D595-E88DC13191E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4815" y="2879223"/>
            <a:ext cx="1756221" cy="54771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90000"/>
              </a:lnSpc>
              <a:buFontTx/>
              <a:buNone/>
              <a:defRPr sz="2869" b="0" i="0" cap="all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10</a:t>
            </a:r>
            <a:r>
              <a:rPr lang="en-US" dirty="0"/>
              <a:t>%</a:t>
            </a:r>
            <a:endParaRPr lang="en-RU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A23118-05B1-8567-188E-1A4C59987C9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39BD7E-362E-B7D9-86B3-7C600F3597B0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5A50B02-5A02-F375-10F1-BC6CD116DF68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6979191-88F8-2B3E-E85C-151E9F4CB4C6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BC037D9-C311-9E65-30C1-07E287089C6E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7C5D639-070C-48C5-0DBF-ED7F47ED6E4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4815" y="2522406"/>
            <a:ext cx="1756221" cy="2707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Данные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58D8356-7D2E-909A-2D53-29325B782D4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4815" y="3431059"/>
            <a:ext cx="2314687" cy="9045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 этом квартале мы сделали вот это и вот это, что дало успешный показатель.</a:t>
            </a:r>
          </a:p>
        </p:txBody>
      </p:sp>
    </p:spTree>
    <p:extLst>
      <p:ext uri="{BB962C8B-B14F-4D97-AF65-F5344CB8AC3E}">
        <p14:creationId xmlns:p14="http://schemas.microsoft.com/office/powerpoint/2010/main" val="3321733716"/>
      </p:ext>
    </p:extLst>
  </p:cSld>
  <p:clrMapOvr>
    <a:masterClrMapping/>
  </p:clrMapOvr>
  <p:transition>
    <p:fade/>
  </p:transition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F2D576CB-EFCA-E417-3F6D-E4F2587D409E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-88985" y="2374254"/>
            <a:ext cx="12369970" cy="45521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marL="0" marR="0" lvl="0" indent="0" algn="ctr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234F2CC-433B-5403-FA61-BEED6B82A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Каналы прибыли</a:t>
            </a:r>
            <a:endParaRPr lang="en-RU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B9C3DDA-22FC-E403-D595-E88DC13191E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4814" y="2851172"/>
            <a:ext cx="2314687" cy="77138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FontTx/>
              <a:buNone/>
              <a:defRPr sz="5127" b="0" i="0" cap="all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10</a:t>
            </a:r>
            <a:r>
              <a:rPr lang="en-US" dirty="0"/>
              <a:t>%</a:t>
            </a:r>
            <a:endParaRPr lang="en-RU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A23118-05B1-8567-188E-1A4C59987C9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39BD7E-362E-B7D9-86B3-7C600F3597B0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5A50B02-5A02-F375-10F1-BC6CD116DF68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6979191-88F8-2B3E-E85C-151E9F4CB4C6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BC037D9-C311-9E65-30C1-07E287089C6E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7C5D639-070C-48C5-0DBF-ED7F47ED6E4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32377" y="2851172"/>
            <a:ext cx="1756221" cy="2707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Данные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58D8356-7D2E-909A-2D53-29325B782D4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32377" y="3180766"/>
            <a:ext cx="2314687" cy="9045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 этом квартале мы сделали вот это и вот это, что дало успешный показатель.</a:t>
            </a:r>
          </a:p>
        </p:txBody>
      </p:sp>
    </p:spTree>
    <p:extLst>
      <p:ext uri="{BB962C8B-B14F-4D97-AF65-F5344CB8AC3E}">
        <p14:creationId xmlns:p14="http://schemas.microsoft.com/office/powerpoint/2010/main" val="1582723322"/>
      </p:ext>
    </p:extLst>
  </p:cSld>
  <p:clrMapOvr>
    <a:masterClrMapping/>
  </p:clrMapOvr>
  <p:transition>
    <p:fade/>
  </p:transition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с таблиц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F2D576CB-EFCA-E417-3F6D-E4F2587D409E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-88985" y="3121966"/>
            <a:ext cx="12369970" cy="2951954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b="0" i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pPr marL="0" marR="0" lvl="0" indent="0" algn="ctr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234F2CC-433B-5403-FA61-BEED6B82A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Каналы прибыли</a:t>
            </a:r>
            <a:endParaRPr lang="en-RU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A23118-05B1-8567-188E-1A4C59987C9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39BD7E-362E-B7D9-86B3-7C600F3597B0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5A50B02-5A02-F375-10F1-BC6CD116DF68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6979191-88F8-2B3E-E85C-151E9F4CB4C6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BC037D9-C311-9E65-30C1-07E287089C6E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B6D9C6E-F54C-2C86-0593-248E0B3462AA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0" y="1376230"/>
            <a:ext cx="12192000" cy="1745863"/>
          </a:xfrm>
        </p:spPr>
        <p:txBody>
          <a:bodyPr anchor="ctr"/>
          <a:lstStyle>
            <a:lvl1pPr algn="ctr">
              <a:defRPr/>
            </a:lvl1pPr>
          </a:lstStyle>
          <a:p>
            <a:pPr marL="0" marR="0" lvl="0" indent="0" algn="ctr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Таблица</a:t>
            </a:r>
            <a:endParaRPr lang="en-RU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BE17368-618B-6E9E-5DC0-F57EAFBA02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AD66CB3-6AE7-4DBD-389A-80D9B16315C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42AD494-794A-491F-4D61-DFF138D7DD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544448721"/>
      </p:ext>
    </p:extLst>
  </p:cSld>
  <p:clrMapOvr>
    <a:masterClrMapping/>
  </p:clrMapOvr>
  <p:transition>
    <p:fade/>
  </p:transition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с таблице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F2D576CB-EFCA-E417-3F6D-E4F2587D409E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88986" y="1927123"/>
            <a:ext cx="10732087" cy="414679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b="0" i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pPr marL="0" marR="0" lvl="0" indent="0" algn="ctr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234F2CC-433B-5403-FA61-BEED6B82A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Каналы прибыли</a:t>
            </a:r>
            <a:endParaRPr lang="en-RU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A23118-05B1-8567-188E-1A4C59987C9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39BD7E-362E-B7D9-86B3-7C600F3597B0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5A50B02-5A02-F375-10F1-BC6CD116DF68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6979191-88F8-2B3E-E85C-151E9F4CB4C6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BC037D9-C311-9E65-30C1-07E287089C6E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B6D9C6E-F54C-2C86-0593-248E0B3462AA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10211024" y="1995750"/>
            <a:ext cx="1790569" cy="4025909"/>
          </a:xfrm>
        </p:spPr>
        <p:txBody>
          <a:bodyPr anchor="ctr">
            <a:normAutofit/>
          </a:bodyPr>
          <a:lstStyle>
            <a:lvl1pPr algn="ctr">
              <a:defRPr sz="1882" b="0" i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pPr marL="0" marR="0" lvl="0" indent="0" algn="ctr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Таблица</a:t>
            </a:r>
            <a:endParaRPr lang="en-RU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BE17368-618B-6E9E-5DC0-F57EAFBA02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AD66CB3-6AE7-4DBD-389A-80D9B16315C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42AD494-794A-491F-4D61-DFF138D7DD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920146166"/>
      </p:ext>
    </p:extLst>
  </p:cSld>
  <p:clrMapOvr>
    <a:masterClrMapping/>
  </p:clrMapOvr>
  <p:transition>
    <p:fade/>
  </p:transition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с таблице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234F2CC-433B-5403-FA61-BEED6B82A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7074168" cy="1271352"/>
          </a:xfrm>
        </p:spPr>
        <p:txBody>
          <a:bodyPr/>
          <a:lstStyle/>
          <a:p>
            <a:r>
              <a:rPr lang="ru-RU" dirty="0"/>
              <a:t>Каналы прибыли</a:t>
            </a:r>
            <a:endParaRPr lang="en-RU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A23118-05B1-8567-188E-1A4C59987C9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39BD7E-362E-B7D9-86B3-7C600F3597B0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5A50B02-5A02-F375-10F1-BC6CD116DF68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6979191-88F8-2B3E-E85C-151E9F4CB4C6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BC037D9-C311-9E65-30C1-07E287089C6E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B6D9C6E-F54C-2C86-0593-248E0B3462AA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6096000" y="2494687"/>
            <a:ext cx="5905593" cy="1306867"/>
          </a:xfrm>
        </p:spPr>
        <p:txBody>
          <a:bodyPr anchor="ctr"/>
          <a:lstStyle>
            <a:lvl1pPr algn="ctr">
              <a:defRPr/>
            </a:lvl1pPr>
          </a:lstStyle>
          <a:p>
            <a:pPr marL="0" marR="0" lvl="0" indent="0" algn="ctr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Таблица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BE17368-618B-6E9E-5DC0-F57EAFBA02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AD66CB3-6AE7-4DBD-389A-80D9B16315C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42AD494-794A-491F-4D61-DFF138D7DD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" name="Chart Placeholder 10">
            <a:extLst>
              <a:ext uri="{FF2B5EF4-FFF2-40B4-BE49-F238E27FC236}">
                <a16:creationId xmlns:a16="http://schemas.microsoft.com/office/drawing/2014/main" id="{050B4B7F-BD2D-F807-2CA9-3587E2B50CDF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028051" y="3429000"/>
            <a:ext cx="6046469" cy="26449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b="0" i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pPr marL="0" marR="0" lvl="0" indent="0" algn="ctr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99804CBB-DACA-6CB5-21FA-19448A63B06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0177" y="2675575"/>
            <a:ext cx="1166903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Домашние сервисы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DE7669D2-E1CF-965E-14DD-EBE8B1E76DC8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1762343" y="2675575"/>
            <a:ext cx="183942" cy="183952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F9D823CE-1964-16DC-5041-D68F1E49470F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4137170" y="2675575"/>
            <a:ext cx="183942" cy="183952"/>
          </a:xfrm>
          <a:prstGeom prst="ellipse">
            <a:avLst/>
          </a:prstGeom>
          <a:solidFill>
            <a:schemeClr val="accent4"/>
          </a:solidFill>
          <a:ln w="127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FB3DC3F-872F-0264-0914-E59DB0AC7AC3}"/>
              </a:ext>
            </a:extLst>
          </p:cNvPr>
          <p:cNvCxnSpPr/>
          <p:nvPr userDrawn="1"/>
        </p:nvCxnSpPr>
        <p:spPr>
          <a:xfrm>
            <a:off x="190407" y="249956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716F7C5-DB61-CEF1-49A9-1457FA6FF3F4}"/>
              </a:ext>
            </a:extLst>
          </p:cNvPr>
          <p:cNvCxnSpPr/>
          <p:nvPr userDrawn="1"/>
        </p:nvCxnSpPr>
        <p:spPr>
          <a:xfrm>
            <a:off x="2555930" y="249956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2EEF48FC-CE2B-5567-BBFA-89CF07EBF712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2538623" y="2675575"/>
            <a:ext cx="1166903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Домашние сервисы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42EFDEA3-DD80-7811-4AF1-F8EFDF4A799E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210177" y="3796155"/>
            <a:ext cx="1166903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Домашние сервисы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1DC3B1C8-3BBA-AFB0-DE6A-57B05E7EA8D9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1762343" y="3796155"/>
            <a:ext cx="183942" cy="183952"/>
          </a:xfrm>
          <a:prstGeom prst="ellipse">
            <a:avLst/>
          </a:prstGeom>
          <a:solidFill>
            <a:schemeClr val="accent2"/>
          </a:solidFill>
          <a:ln w="127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3D5ED279-3133-FAE6-1DC1-42D0C43B6A66}"/>
              </a:ext>
            </a:extLst>
          </p:cNvPr>
          <p:cNvSpPr>
            <a:spLocks noGrp="1"/>
          </p:cNvSpPr>
          <p:nvPr>
            <p:ph type="body" sz="quarter" idx="142" hasCustomPrompt="1"/>
          </p:nvPr>
        </p:nvSpPr>
        <p:spPr>
          <a:xfrm>
            <a:off x="4137170" y="3796155"/>
            <a:ext cx="183942" cy="183952"/>
          </a:xfrm>
          <a:prstGeom prst="ellipse">
            <a:avLst/>
          </a:prstGeom>
          <a:solidFill>
            <a:schemeClr val="accent3"/>
          </a:solidFill>
          <a:ln w="127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DC86425-BC33-B020-D15E-6660A4DA1899}"/>
              </a:ext>
            </a:extLst>
          </p:cNvPr>
          <p:cNvCxnSpPr/>
          <p:nvPr userDrawn="1"/>
        </p:nvCxnSpPr>
        <p:spPr>
          <a:xfrm>
            <a:off x="190407" y="362014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459B026-8D22-5B26-B40B-5D4114735EC1}"/>
              </a:ext>
            </a:extLst>
          </p:cNvPr>
          <p:cNvCxnSpPr/>
          <p:nvPr userDrawn="1"/>
        </p:nvCxnSpPr>
        <p:spPr>
          <a:xfrm>
            <a:off x="2555930" y="362014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6703EA67-5401-EC05-DDEE-6DDADA5B34C4}"/>
              </a:ext>
            </a:extLst>
          </p:cNvPr>
          <p:cNvSpPr>
            <a:spLocks noGrp="1"/>
          </p:cNvSpPr>
          <p:nvPr>
            <p:ph type="body" sz="quarter" idx="143" hasCustomPrompt="1"/>
          </p:nvPr>
        </p:nvSpPr>
        <p:spPr>
          <a:xfrm>
            <a:off x="2538623" y="3796155"/>
            <a:ext cx="1166903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Домашние сервисы</a:t>
            </a:r>
          </a:p>
        </p:txBody>
      </p:sp>
    </p:spTree>
    <p:extLst>
      <p:ext uri="{BB962C8B-B14F-4D97-AF65-F5344CB8AC3E}">
        <p14:creationId xmlns:p14="http://schemas.microsoft.com/office/powerpoint/2010/main" val="3973539281"/>
      </p:ext>
    </p:extLst>
  </p:cSld>
  <p:clrMapOvr>
    <a:masterClrMapping/>
  </p:clrMapOvr>
  <p:transition>
    <p:fade/>
  </p:transition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с таблице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234F2CC-433B-5403-FA61-BEED6B82A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10751211" cy="1271352"/>
          </a:xfrm>
        </p:spPr>
        <p:txBody>
          <a:bodyPr/>
          <a:lstStyle/>
          <a:p>
            <a:r>
              <a:rPr lang="ru-RU" dirty="0"/>
              <a:t>Каналы прибыли</a:t>
            </a:r>
            <a:endParaRPr lang="en-RU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A23118-05B1-8567-188E-1A4C59987C9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39BD7E-362E-B7D9-86B3-7C600F3597B0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5A50B02-5A02-F375-10F1-BC6CD116DF68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6979191-88F8-2B3E-E85C-151E9F4CB4C6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BC037D9-C311-9E65-30C1-07E287089C6E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BE17368-618B-6E9E-5DC0-F57EAFBA02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AD66CB3-6AE7-4DBD-389A-80D9B16315C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42AD494-794A-491F-4D61-DFF138D7DD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6756776-5593-7CA3-A33C-B86F8A32F2C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4815" y="5281508"/>
            <a:ext cx="4655977" cy="92940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Москва и </a:t>
            </a:r>
            <a:br>
              <a:rPr lang="ru-RU" dirty="0"/>
            </a:br>
            <a:r>
              <a:rPr lang="ru-RU" dirty="0"/>
              <a:t>Московская область</a:t>
            </a:r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8DCE4EA3-F820-AA3B-BD68-A2602DD0BE7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4459" y="4304930"/>
            <a:ext cx="4769366" cy="1154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FontTx/>
              <a:buNone/>
              <a:defRPr sz="5127" b="0" i="0" cap="all" spc="0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12млн</a:t>
            </a:r>
            <a:endParaRPr lang="en-RU" dirty="0"/>
          </a:p>
        </p:txBody>
      </p:sp>
      <p:sp>
        <p:nvSpPr>
          <p:cNvPr id="4" name="Table Placeholder 7">
            <a:extLst>
              <a:ext uri="{FF2B5EF4-FFF2-40B4-BE49-F238E27FC236}">
                <a16:creationId xmlns:a16="http://schemas.microsoft.com/office/drawing/2014/main" id="{A4767902-F4B5-5497-4012-2445724B04C4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6096000" y="2494687"/>
            <a:ext cx="5905593" cy="1306867"/>
          </a:xfrm>
        </p:spPr>
        <p:txBody>
          <a:bodyPr anchor="ctr"/>
          <a:lstStyle>
            <a:lvl1pPr algn="ctr">
              <a:defRPr/>
            </a:lvl1pPr>
          </a:lstStyle>
          <a:p>
            <a:pPr marL="0" marR="0" lvl="0" indent="0" algn="ctr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Таблица</a:t>
            </a:r>
            <a:endParaRPr lang="en-RU" dirty="0"/>
          </a:p>
        </p:txBody>
      </p:sp>
      <p:sp>
        <p:nvSpPr>
          <p:cNvPr id="7" name="Chart Placeholder 10">
            <a:extLst>
              <a:ext uri="{FF2B5EF4-FFF2-40B4-BE49-F238E27FC236}">
                <a16:creationId xmlns:a16="http://schemas.microsoft.com/office/drawing/2014/main" id="{0C39FE10-0A18-4D97-8E63-678716936F6E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028051" y="3429000"/>
            <a:ext cx="6046469" cy="26449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b="0" i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pPr marL="0" marR="0" lvl="0" indent="0" algn="ctr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График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749032921"/>
      </p:ext>
    </p:extLst>
  </p:cSld>
  <p:clrMapOvr>
    <a:masterClrMapping/>
  </p:clrMapOvr>
  <p:transition>
    <p:fade/>
  </p:transition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с таблице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F2D576CB-EFCA-E417-3F6D-E4F2587D409E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117679" y="3429000"/>
            <a:ext cx="11956642" cy="26449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b="0" i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pPr marL="0" marR="0" lvl="0" indent="0" algn="ctr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234F2CC-433B-5403-FA61-BEED6B82A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8259169" cy="1271352"/>
          </a:xfrm>
        </p:spPr>
        <p:txBody>
          <a:bodyPr/>
          <a:lstStyle/>
          <a:p>
            <a:r>
              <a:rPr lang="ru-RU" dirty="0"/>
              <a:t>Каналы прибыли</a:t>
            </a:r>
            <a:endParaRPr lang="en-RU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A23118-05B1-8567-188E-1A4C59987C9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39BD7E-362E-B7D9-86B3-7C600F3597B0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5A50B02-5A02-F375-10F1-BC6CD116DF68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6979191-88F8-2B3E-E85C-151E9F4CB4C6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BC037D9-C311-9E65-30C1-07E287089C6E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B6D9C6E-F54C-2C86-0593-248E0B3462AA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190407" y="2840584"/>
            <a:ext cx="11811187" cy="158103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ru-RU" dirty="0"/>
              <a:t>Таблица</a:t>
            </a:r>
            <a:endParaRPr lang="en-RU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BE17368-618B-6E9E-5DC0-F57EAFBA02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AD66CB3-6AE7-4DBD-389A-80D9B16315C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42AD494-794A-491F-4D61-DFF138D7DD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718A05B-31CE-33A3-523F-CBEA4750B48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42450" y="1477633"/>
            <a:ext cx="2370750" cy="92940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Москва и </a:t>
            </a:r>
            <a:br>
              <a:rPr lang="ru-RU" dirty="0"/>
            </a:br>
            <a:r>
              <a:rPr lang="ru-RU" dirty="0"/>
              <a:t>Московская область</a:t>
            </a:r>
          </a:p>
        </p:txBody>
      </p:sp>
    </p:spTree>
    <p:extLst>
      <p:ext uri="{BB962C8B-B14F-4D97-AF65-F5344CB8AC3E}">
        <p14:creationId xmlns:p14="http://schemas.microsoft.com/office/powerpoint/2010/main" val="4235071767"/>
      </p:ext>
    </p:extLst>
  </p:cSld>
  <p:clrMapOvr>
    <a:masterClrMapping/>
  </p:clrMapOvr>
  <p:transition>
    <p:fade/>
  </p:transition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хе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234F2CC-433B-5403-FA61-BEED6B82A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0"/>
            <a:ext cx="5312719" cy="1271352"/>
          </a:xfrm>
        </p:spPr>
        <p:txBody>
          <a:bodyPr/>
          <a:lstStyle/>
          <a:p>
            <a:r>
              <a:rPr lang="ru-RU" dirty="0"/>
              <a:t>Разделение потребителей</a:t>
            </a:r>
            <a:endParaRPr lang="en-RU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A23118-05B1-8567-188E-1A4C59987C9B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39BD7E-362E-B7D9-86B3-7C600F3597B0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5A50B02-5A02-F375-10F1-BC6CD116DF68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6979191-88F8-2B3E-E85C-151E9F4CB4C6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BC037D9-C311-9E65-30C1-07E287089C6E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BE17368-618B-6E9E-5DC0-F57EAFBA02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AD66CB3-6AE7-4DBD-389A-80D9B16315C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42AD494-794A-491F-4D61-DFF138D7DD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4E412A-F048-A7FA-9063-743CED7D06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92583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CA7DA4AE-D56C-EED9-FA70-B46E744C1F6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3219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17CAA5B-174F-252A-6521-D984B47B26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93854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9C8FD1B-19AB-DB19-5D7C-2E3C9BCB062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94490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E8AC6AF-875C-37B9-2DF8-0038BD6B9EB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95125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D3CC7A8-E55B-BA30-7F1F-3BFD95107B8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695761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A1BF3FCD-D458-942C-66EB-F7588A2497C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196396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F90B85AB-B341-6785-995F-5CC3B7B6B4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97032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751B846-0CDD-2E51-1C7C-E69E3BD40A1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97667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E4815962-5331-FE8A-386B-C9551F1FFA2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698303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0C35C54E-FC29-9651-E1C0-7B27D686E60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198938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203CF024-D2A2-A04A-53A6-B483E06DB24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699574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62E4F16-6EC2-3DEC-17C1-83CDA5BFDEA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00210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6CC2CF11-F8A9-2EA4-60F0-634B893401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00845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70EA5AF5-2F4F-BEF8-B39A-0E337CB3670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201481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69909721-D6CC-F041-3D9B-6B891CB2143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702116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95AAE725-40CF-7097-EE24-F6B69DC08B5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02752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9A655F4C-57F9-FAA4-E03D-19A79307CCB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03387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E1BC5316-A47B-380D-5D7A-27CDB8BAF1A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204023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114D425-8CA2-FD1B-A05B-6C95024E5E2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704655" y="342900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19" name="Text Placeholder 4">
            <a:extLst>
              <a:ext uri="{FF2B5EF4-FFF2-40B4-BE49-F238E27FC236}">
                <a16:creationId xmlns:a16="http://schemas.microsoft.com/office/drawing/2014/main" id="{0E1A3F75-2E70-0F70-ACF6-DD2192525B6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92583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20" name="Text Placeholder 4">
            <a:extLst>
              <a:ext uri="{FF2B5EF4-FFF2-40B4-BE49-F238E27FC236}">
                <a16:creationId xmlns:a16="http://schemas.microsoft.com/office/drawing/2014/main" id="{24341FA8-1D06-44EF-1228-03D5965E826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93219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21" name="Text Placeholder 4">
            <a:extLst>
              <a:ext uri="{FF2B5EF4-FFF2-40B4-BE49-F238E27FC236}">
                <a16:creationId xmlns:a16="http://schemas.microsoft.com/office/drawing/2014/main" id="{55449987-B44E-88BD-CB66-13B9740A742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193854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22" name="Text Placeholder 4">
            <a:extLst>
              <a:ext uri="{FF2B5EF4-FFF2-40B4-BE49-F238E27FC236}">
                <a16:creationId xmlns:a16="http://schemas.microsoft.com/office/drawing/2014/main" id="{89A61400-3742-D53D-BDC4-D96AA71EB97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694490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23" name="Text Placeholder 4">
            <a:extLst>
              <a:ext uri="{FF2B5EF4-FFF2-40B4-BE49-F238E27FC236}">
                <a16:creationId xmlns:a16="http://schemas.microsoft.com/office/drawing/2014/main" id="{30B15067-8E45-79A9-3AB4-710E9DCB3D2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195125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24" name="Text Placeholder 4">
            <a:extLst>
              <a:ext uri="{FF2B5EF4-FFF2-40B4-BE49-F238E27FC236}">
                <a16:creationId xmlns:a16="http://schemas.microsoft.com/office/drawing/2014/main" id="{A160165C-EEFA-9BA7-5B4F-4D7A15F03CB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695761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25" name="Text Placeholder 4">
            <a:extLst>
              <a:ext uri="{FF2B5EF4-FFF2-40B4-BE49-F238E27FC236}">
                <a16:creationId xmlns:a16="http://schemas.microsoft.com/office/drawing/2014/main" id="{33C7DC14-B883-0FF9-891B-6EFB57353E4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196396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26" name="Text Placeholder 4">
            <a:extLst>
              <a:ext uri="{FF2B5EF4-FFF2-40B4-BE49-F238E27FC236}">
                <a16:creationId xmlns:a16="http://schemas.microsoft.com/office/drawing/2014/main" id="{E20A3CD0-DACB-9903-5ADD-8F4D67AAD55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697032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27" name="Text Placeholder 4">
            <a:extLst>
              <a:ext uri="{FF2B5EF4-FFF2-40B4-BE49-F238E27FC236}">
                <a16:creationId xmlns:a16="http://schemas.microsoft.com/office/drawing/2014/main" id="{E396E8DE-4CBA-27F1-922B-7FD06AB7CC1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197667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28" name="Text Placeholder 4">
            <a:extLst>
              <a:ext uri="{FF2B5EF4-FFF2-40B4-BE49-F238E27FC236}">
                <a16:creationId xmlns:a16="http://schemas.microsoft.com/office/drawing/2014/main" id="{86CFA94C-BD38-B417-C173-5A84BAFA3EF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698303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29" name="Text Placeholder 4">
            <a:extLst>
              <a:ext uri="{FF2B5EF4-FFF2-40B4-BE49-F238E27FC236}">
                <a16:creationId xmlns:a16="http://schemas.microsoft.com/office/drawing/2014/main" id="{1E3828B4-F696-622A-8A74-6DDAA68D94E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198938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30" name="Text Placeholder 4">
            <a:extLst>
              <a:ext uri="{FF2B5EF4-FFF2-40B4-BE49-F238E27FC236}">
                <a16:creationId xmlns:a16="http://schemas.microsoft.com/office/drawing/2014/main" id="{3071D5B7-0E74-2D00-85C4-A82A0AF6D84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699574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31" name="Text Placeholder 4">
            <a:extLst>
              <a:ext uri="{FF2B5EF4-FFF2-40B4-BE49-F238E27FC236}">
                <a16:creationId xmlns:a16="http://schemas.microsoft.com/office/drawing/2014/main" id="{BDC6BAF9-B475-E533-D6FD-566EB06132B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200210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32" name="Text Placeholder 4">
            <a:extLst>
              <a:ext uri="{FF2B5EF4-FFF2-40B4-BE49-F238E27FC236}">
                <a16:creationId xmlns:a16="http://schemas.microsoft.com/office/drawing/2014/main" id="{A31FEE68-650D-1893-E921-5907DE0BB3E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700845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33" name="Text Placeholder 4">
            <a:extLst>
              <a:ext uri="{FF2B5EF4-FFF2-40B4-BE49-F238E27FC236}">
                <a16:creationId xmlns:a16="http://schemas.microsoft.com/office/drawing/2014/main" id="{7FD85117-E866-9437-0611-DD637FA9015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7201481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34" name="Text Placeholder 4">
            <a:extLst>
              <a:ext uri="{FF2B5EF4-FFF2-40B4-BE49-F238E27FC236}">
                <a16:creationId xmlns:a16="http://schemas.microsoft.com/office/drawing/2014/main" id="{ABE07947-F1C7-34D3-BDD6-42413597EBB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702116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35" name="Text Placeholder 4">
            <a:extLst>
              <a:ext uri="{FF2B5EF4-FFF2-40B4-BE49-F238E27FC236}">
                <a16:creationId xmlns:a16="http://schemas.microsoft.com/office/drawing/2014/main" id="{DD250E49-FEE0-F0EE-EBB3-E81DAAB75C7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8202752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36" name="Text Placeholder 4">
            <a:extLst>
              <a:ext uri="{FF2B5EF4-FFF2-40B4-BE49-F238E27FC236}">
                <a16:creationId xmlns:a16="http://schemas.microsoft.com/office/drawing/2014/main" id="{DBBAB72A-EEA8-F720-8891-6582D41FB859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703387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37" name="Text Placeholder 4">
            <a:extLst>
              <a:ext uri="{FF2B5EF4-FFF2-40B4-BE49-F238E27FC236}">
                <a16:creationId xmlns:a16="http://schemas.microsoft.com/office/drawing/2014/main" id="{3333BAE0-F312-56A2-3755-F000B03C8C19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9204023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38" name="Text Placeholder 4">
            <a:extLst>
              <a:ext uri="{FF2B5EF4-FFF2-40B4-BE49-F238E27FC236}">
                <a16:creationId xmlns:a16="http://schemas.microsoft.com/office/drawing/2014/main" id="{E2520068-13B0-9FAE-00B2-3F6482FA8F7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704655" y="3934050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39" name="Text Placeholder 4">
            <a:extLst>
              <a:ext uri="{FF2B5EF4-FFF2-40B4-BE49-F238E27FC236}">
                <a16:creationId xmlns:a16="http://schemas.microsoft.com/office/drawing/2014/main" id="{6BC31824-1B7D-17E9-3DD5-02B240FB89B4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92583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5B753E74-8E29-81A3-39E0-1E911D90240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93219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41" name="Text Placeholder 4">
            <a:extLst>
              <a:ext uri="{FF2B5EF4-FFF2-40B4-BE49-F238E27FC236}">
                <a16:creationId xmlns:a16="http://schemas.microsoft.com/office/drawing/2014/main" id="{939A6672-8442-9E81-9FDC-62D64079F88B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193854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42" name="Text Placeholder 4">
            <a:extLst>
              <a:ext uri="{FF2B5EF4-FFF2-40B4-BE49-F238E27FC236}">
                <a16:creationId xmlns:a16="http://schemas.microsoft.com/office/drawing/2014/main" id="{3BD8E7FB-364D-5EF2-717F-9DF4865064B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94490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43" name="Text Placeholder 4">
            <a:extLst>
              <a:ext uri="{FF2B5EF4-FFF2-40B4-BE49-F238E27FC236}">
                <a16:creationId xmlns:a16="http://schemas.microsoft.com/office/drawing/2014/main" id="{A18C14B9-68E9-5C36-2401-F25A43F8CDC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2195125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44" name="Text Placeholder 4">
            <a:extLst>
              <a:ext uri="{FF2B5EF4-FFF2-40B4-BE49-F238E27FC236}">
                <a16:creationId xmlns:a16="http://schemas.microsoft.com/office/drawing/2014/main" id="{86D3A77E-C01B-90B5-31BE-4E0B5B384B04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5761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45" name="Text Placeholder 4">
            <a:extLst>
              <a:ext uri="{FF2B5EF4-FFF2-40B4-BE49-F238E27FC236}">
                <a16:creationId xmlns:a16="http://schemas.microsoft.com/office/drawing/2014/main" id="{234CF932-4B8A-E66C-48C6-35A76998E4E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196396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46" name="Text Placeholder 4">
            <a:extLst>
              <a:ext uri="{FF2B5EF4-FFF2-40B4-BE49-F238E27FC236}">
                <a16:creationId xmlns:a16="http://schemas.microsoft.com/office/drawing/2014/main" id="{AF197324-8250-D5E7-74BD-E277611B4D50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697032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47" name="Text Placeholder 4">
            <a:extLst>
              <a:ext uri="{FF2B5EF4-FFF2-40B4-BE49-F238E27FC236}">
                <a16:creationId xmlns:a16="http://schemas.microsoft.com/office/drawing/2014/main" id="{B4EB1796-D613-F85F-A6FF-49CEB48F4804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4197667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48" name="Text Placeholder 4">
            <a:extLst>
              <a:ext uri="{FF2B5EF4-FFF2-40B4-BE49-F238E27FC236}">
                <a16:creationId xmlns:a16="http://schemas.microsoft.com/office/drawing/2014/main" id="{EF6E941F-21FB-0528-9ED4-4DCBC5672FE5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698303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49" name="Text Placeholder 4">
            <a:extLst>
              <a:ext uri="{FF2B5EF4-FFF2-40B4-BE49-F238E27FC236}">
                <a16:creationId xmlns:a16="http://schemas.microsoft.com/office/drawing/2014/main" id="{29E5E8ED-000E-DFE7-2167-50F8BA342731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198938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50" name="Text Placeholder 4">
            <a:extLst>
              <a:ext uri="{FF2B5EF4-FFF2-40B4-BE49-F238E27FC236}">
                <a16:creationId xmlns:a16="http://schemas.microsoft.com/office/drawing/2014/main" id="{AEBBD294-47C6-948B-07D0-B2F60DC1C93A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5699574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51" name="Text Placeholder 4">
            <a:extLst>
              <a:ext uri="{FF2B5EF4-FFF2-40B4-BE49-F238E27FC236}">
                <a16:creationId xmlns:a16="http://schemas.microsoft.com/office/drawing/2014/main" id="{BC5B4B22-2E02-56FA-BD62-E6B228FFA504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200210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52" name="Text Placeholder 4">
            <a:extLst>
              <a:ext uri="{FF2B5EF4-FFF2-40B4-BE49-F238E27FC236}">
                <a16:creationId xmlns:a16="http://schemas.microsoft.com/office/drawing/2014/main" id="{43BFC31A-8688-68BA-AAEB-C047F510C52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700845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53" name="Text Placeholder 4">
            <a:extLst>
              <a:ext uri="{FF2B5EF4-FFF2-40B4-BE49-F238E27FC236}">
                <a16:creationId xmlns:a16="http://schemas.microsoft.com/office/drawing/2014/main" id="{2E273DF2-8CC3-0DB7-28C4-3A4883CF8977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7201481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54" name="Text Placeholder 4">
            <a:extLst>
              <a:ext uri="{FF2B5EF4-FFF2-40B4-BE49-F238E27FC236}">
                <a16:creationId xmlns:a16="http://schemas.microsoft.com/office/drawing/2014/main" id="{BC83388D-C023-16E4-B6C7-E74AADB4CE1A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7702116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55" name="Text Placeholder 4">
            <a:extLst>
              <a:ext uri="{FF2B5EF4-FFF2-40B4-BE49-F238E27FC236}">
                <a16:creationId xmlns:a16="http://schemas.microsoft.com/office/drawing/2014/main" id="{FDA6640B-4E2D-668F-059D-F49A9872985A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8202752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56" name="Text Placeholder 4">
            <a:extLst>
              <a:ext uri="{FF2B5EF4-FFF2-40B4-BE49-F238E27FC236}">
                <a16:creationId xmlns:a16="http://schemas.microsoft.com/office/drawing/2014/main" id="{D7338CF2-9748-44CB-5EEB-A1819675FE38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8703387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57" name="Text Placeholder 4">
            <a:extLst>
              <a:ext uri="{FF2B5EF4-FFF2-40B4-BE49-F238E27FC236}">
                <a16:creationId xmlns:a16="http://schemas.microsoft.com/office/drawing/2014/main" id="{47A41D57-C005-F450-18EF-015F1FCE0767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9204023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58" name="Text Placeholder 4">
            <a:extLst>
              <a:ext uri="{FF2B5EF4-FFF2-40B4-BE49-F238E27FC236}">
                <a16:creationId xmlns:a16="http://schemas.microsoft.com/office/drawing/2014/main" id="{33A7F23D-EDEC-2C70-A6EE-45DA09362147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704655" y="443909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59" name="Text Placeholder 4">
            <a:extLst>
              <a:ext uri="{FF2B5EF4-FFF2-40B4-BE49-F238E27FC236}">
                <a16:creationId xmlns:a16="http://schemas.microsoft.com/office/drawing/2014/main" id="{6F1931FD-2389-933F-654F-6236ABF13F39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92583" y="4944149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60" name="Text Placeholder 4">
            <a:extLst>
              <a:ext uri="{FF2B5EF4-FFF2-40B4-BE49-F238E27FC236}">
                <a16:creationId xmlns:a16="http://schemas.microsoft.com/office/drawing/2014/main" id="{5181D65E-814B-6DC5-8F30-4FFC00E78941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693219" y="4944149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61" name="Text Placeholder 4">
            <a:extLst>
              <a:ext uri="{FF2B5EF4-FFF2-40B4-BE49-F238E27FC236}">
                <a16:creationId xmlns:a16="http://schemas.microsoft.com/office/drawing/2014/main" id="{96CECD0D-63DC-A92A-80F6-8180CF8A1CB9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1193854" y="4944149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62" name="Text Placeholder 4">
            <a:extLst>
              <a:ext uri="{FF2B5EF4-FFF2-40B4-BE49-F238E27FC236}">
                <a16:creationId xmlns:a16="http://schemas.microsoft.com/office/drawing/2014/main" id="{60CD9A04-79C5-D9BA-AF9E-933B440E243D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1694490" y="4944149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63" name="Text Placeholder 4">
            <a:extLst>
              <a:ext uri="{FF2B5EF4-FFF2-40B4-BE49-F238E27FC236}">
                <a16:creationId xmlns:a16="http://schemas.microsoft.com/office/drawing/2014/main" id="{01622E4C-0A76-B3FC-45A7-B5D1F6A4092E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2195125" y="4944149"/>
            <a:ext cx="499520" cy="49954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6E2379C-F489-6A74-D607-9824636970E2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2695761" y="4944149"/>
            <a:ext cx="499520" cy="49954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E9087B43-CE16-6DDE-A558-78CCBD14B525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3196396" y="4944149"/>
            <a:ext cx="499520" cy="49954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66" name="Text Placeholder 4">
            <a:extLst>
              <a:ext uri="{FF2B5EF4-FFF2-40B4-BE49-F238E27FC236}">
                <a16:creationId xmlns:a16="http://schemas.microsoft.com/office/drawing/2014/main" id="{3306BE3F-07AC-4861-2C62-68F347C3DE1A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3697032" y="4944149"/>
            <a:ext cx="499520" cy="49954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67" name="Text Placeholder 4">
            <a:extLst>
              <a:ext uri="{FF2B5EF4-FFF2-40B4-BE49-F238E27FC236}">
                <a16:creationId xmlns:a16="http://schemas.microsoft.com/office/drawing/2014/main" id="{A278F3C3-2707-859D-A090-C1566A4CF34B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197667" y="4944149"/>
            <a:ext cx="499520" cy="49954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68" name="Text Placeholder 4">
            <a:extLst>
              <a:ext uri="{FF2B5EF4-FFF2-40B4-BE49-F238E27FC236}">
                <a16:creationId xmlns:a16="http://schemas.microsoft.com/office/drawing/2014/main" id="{178D3708-2506-B0CB-0AA6-8B2E86E73468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4698303" y="4944149"/>
            <a:ext cx="499520" cy="49954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69" name="Text Placeholder 4">
            <a:extLst>
              <a:ext uri="{FF2B5EF4-FFF2-40B4-BE49-F238E27FC236}">
                <a16:creationId xmlns:a16="http://schemas.microsoft.com/office/drawing/2014/main" id="{7F8317DD-B4E4-7C36-116C-CF78FD655264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5198938" y="4944149"/>
            <a:ext cx="499520" cy="49954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70" name="Text Placeholder 4">
            <a:extLst>
              <a:ext uri="{FF2B5EF4-FFF2-40B4-BE49-F238E27FC236}">
                <a16:creationId xmlns:a16="http://schemas.microsoft.com/office/drawing/2014/main" id="{F2950DD3-08F7-9867-7EA8-71604A4814F1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5699574" y="4944149"/>
            <a:ext cx="499520" cy="49954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71" name="Text Placeholder 4">
            <a:extLst>
              <a:ext uri="{FF2B5EF4-FFF2-40B4-BE49-F238E27FC236}">
                <a16:creationId xmlns:a16="http://schemas.microsoft.com/office/drawing/2014/main" id="{80CC9CB5-3D2A-AD2F-049B-F01D090EEC8F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6200210" y="4944149"/>
            <a:ext cx="499520" cy="49954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72" name="Text Placeholder 4">
            <a:extLst>
              <a:ext uri="{FF2B5EF4-FFF2-40B4-BE49-F238E27FC236}">
                <a16:creationId xmlns:a16="http://schemas.microsoft.com/office/drawing/2014/main" id="{1D02B040-84BD-F20F-8B2E-CA6397D96F65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6700845" y="4944149"/>
            <a:ext cx="499520" cy="49954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73" name="Text Placeholder 4">
            <a:extLst>
              <a:ext uri="{FF2B5EF4-FFF2-40B4-BE49-F238E27FC236}">
                <a16:creationId xmlns:a16="http://schemas.microsoft.com/office/drawing/2014/main" id="{E7CA6172-FEF3-234A-0CD0-FF4C63680E5C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7201481" y="4944149"/>
            <a:ext cx="499520" cy="49954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74" name="Text Placeholder 4">
            <a:extLst>
              <a:ext uri="{FF2B5EF4-FFF2-40B4-BE49-F238E27FC236}">
                <a16:creationId xmlns:a16="http://schemas.microsoft.com/office/drawing/2014/main" id="{CC58F7E6-1BC9-2876-9812-2293F0811B74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7702116" y="494414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75" name="Text Placeholder 4">
            <a:extLst>
              <a:ext uri="{FF2B5EF4-FFF2-40B4-BE49-F238E27FC236}">
                <a16:creationId xmlns:a16="http://schemas.microsoft.com/office/drawing/2014/main" id="{34818E20-B12F-AE85-219E-FE9D69A39B9E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8202752" y="494414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2266D572-7373-3C87-F72C-74F16D30AE54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8703387" y="494414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77" name="Text Placeholder 4">
            <a:extLst>
              <a:ext uri="{FF2B5EF4-FFF2-40B4-BE49-F238E27FC236}">
                <a16:creationId xmlns:a16="http://schemas.microsoft.com/office/drawing/2014/main" id="{4A0C2745-C289-BFBB-F68D-047C03B908E2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9204023" y="494414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78" name="Text Placeholder 4">
            <a:extLst>
              <a:ext uri="{FF2B5EF4-FFF2-40B4-BE49-F238E27FC236}">
                <a16:creationId xmlns:a16="http://schemas.microsoft.com/office/drawing/2014/main" id="{63EC01F6-E907-EBFC-3FE2-E88134459782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9704655" y="4944149"/>
            <a:ext cx="499520" cy="49954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79" name="Text Placeholder 4">
            <a:extLst>
              <a:ext uri="{FF2B5EF4-FFF2-40B4-BE49-F238E27FC236}">
                <a16:creationId xmlns:a16="http://schemas.microsoft.com/office/drawing/2014/main" id="{EA659694-0914-7E60-763C-6AD084D6425E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192583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80" name="Text Placeholder 4">
            <a:extLst>
              <a:ext uri="{FF2B5EF4-FFF2-40B4-BE49-F238E27FC236}">
                <a16:creationId xmlns:a16="http://schemas.microsoft.com/office/drawing/2014/main" id="{4A6854AA-34FF-38C5-6FFE-A5199EE157C9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693219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81" name="Text Placeholder 4">
            <a:extLst>
              <a:ext uri="{FF2B5EF4-FFF2-40B4-BE49-F238E27FC236}">
                <a16:creationId xmlns:a16="http://schemas.microsoft.com/office/drawing/2014/main" id="{703DE434-94BF-C5B3-F527-A2CE5F7CFC78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1193854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82" name="Text Placeholder 4">
            <a:extLst>
              <a:ext uri="{FF2B5EF4-FFF2-40B4-BE49-F238E27FC236}">
                <a16:creationId xmlns:a16="http://schemas.microsoft.com/office/drawing/2014/main" id="{125DD4E5-3A54-088E-BBE2-5D28E4DD575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1694490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83" name="Text Placeholder 4">
            <a:extLst>
              <a:ext uri="{FF2B5EF4-FFF2-40B4-BE49-F238E27FC236}">
                <a16:creationId xmlns:a16="http://schemas.microsoft.com/office/drawing/2014/main" id="{6F26BBCF-614D-164C-7C22-9229F1E496A8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2195125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84" name="Text Placeholder 4">
            <a:extLst>
              <a:ext uri="{FF2B5EF4-FFF2-40B4-BE49-F238E27FC236}">
                <a16:creationId xmlns:a16="http://schemas.microsoft.com/office/drawing/2014/main" id="{E14CECFE-09DE-4358-69F8-98B86FFA4B25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2695761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85" name="Text Placeholder 4">
            <a:extLst>
              <a:ext uri="{FF2B5EF4-FFF2-40B4-BE49-F238E27FC236}">
                <a16:creationId xmlns:a16="http://schemas.microsoft.com/office/drawing/2014/main" id="{3C65F5DC-2AE7-4590-3FF3-96E3A0D889D9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3196396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86" name="Text Placeholder 4">
            <a:extLst>
              <a:ext uri="{FF2B5EF4-FFF2-40B4-BE49-F238E27FC236}">
                <a16:creationId xmlns:a16="http://schemas.microsoft.com/office/drawing/2014/main" id="{6DF691F0-F5DC-1BB6-E1F9-6EC31B39DFB4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3697032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87" name="Text Placeholder 4">
            <a:extLst>
              <a:ext uri="{FF2B5EF4-FFF2-40B4-BE49-F238E27FC236}">
                <a16:creationId xmlns:a16="http://schemas.microsoft.com/office/drawing/2014/main" id="{FA6B0260-8767-F5D2-8D85-A1D2C84F8C3E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4197667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88" name="Text Placeholder 4">
            <a:extLst>
              <a:ext uri="{FF2B5EF4-FFF2-40B4-BE49-F238E27FC236}">
                <a16:creationId xmlns:a16="http://schemas.microsoft.com/office/drawing/2014/main" id="{D4A97AFB-340B-013D-6BE6-B0323C8ADCF2}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4698303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89" name="Text Placeholder 4">
            <a:extLst>
              <a:ext uri="{FF2B5EF4-FFF2-40B4-BE49-F238E27FC236}">
                <a16:creationId xmlns:a16="http://schemas.microsoft.com/office/drawing/2014/main" id="{FAEBDCFA-CFA0-A9DE-9A85-9F4E08484BB7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5198938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90" name="Text Placeholder 4">
            <a:extLst>
              <a:ext uri="{FF2B5EF4-FFF2-40B4-BE49-F238E27FC236}">
                <a16:creationId xmlns:a16="http://schemas.microsoft.com/office/drawing/2014/main" id="{1D9FB26D-48D8-56EF-CF37-18DB10DD4AF4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5699574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91" name="Text Placeholder 4">
            <a:extLst>
              <a:ext uri="{FF2B5EF4-FFF2-40B4-BE49-F238E27FC236}">
                <a16:creationId xmlns:a16="http://schemas.microsoft.com/office/drawing/2014/main" id="{B21CE896-503F-E57C-DEE7-FDC58690B5AE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6200210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92" name="Text Placeholder 4">
            <a:extLst>
              <a:ext uri="{FF2B5EF4-FFF2-40B4-BE49-F238E27FC236}">
                <a16:creationId xmlns:a16="http://schemas.microsoft.com/office/drawing/2014/main" id="{2F1BFC64-7F32-B267-6A44-1A1166250119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6700845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93" name="Text Placeholder 4">
            <a:extLst>
              <a:ext uri="{FF2B5EF4-FFF2-40B4-BE49-F238E27FC236}">
                <a16:creationId xmlns:a16="http://schemas.microsoft.com/office/drawing/2014/main" id="{4B547A9A-18EA-C9E5-A10D-AD97194646EE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7201481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94" name="Text Placeholder 4">
            <a:extLst>
              <a:ext uri="{FF2B5EF4-FFF2-40B4-BE49-F238E27FC236}">
                <a16:creationId xmlns:a16="http://schemas.microsoft.com/office/drawing/2014/main" id="{4CEC5281-1425-D43D-7279-D83802188B4F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7702116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95" name="Text Placeholder 4">
            <a:extLst>
              <a:ext uri="{FF2B5EF4-FFF2-40B4-BE49-F238E27FC236}">
                <a16:creationId xmlns:a16="http://schemas.microsoft.com/office/drawing/2014/main" id="{8651CEE6-FF21-17AD-01F9-51DF1682C642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8202752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96" name="Text Placeholder 4">
            <a:extLst>
              <a:ext uri="{FF2B5EF4-FFF2-40B4-BE49-F238E27FC236}">
                <a16:creationId xmlns:a16="http://schemas.microsoft.com/office/drawing/2014/main" id="{9DB8DB5E-300E-2D5D-B219-CBF8ADDB8D82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8703387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97" name="Text Placeholder 4">
            <a:extLst>
              <a:ext uri="{FF2B5EF4-FFF2-40B4-BE49-F238E27FC236}">
                <a16:creationId xmlns:a16="http://schemas.microsoft.com/office/drawing/2014/main" id="{4F37978D-8BB5-F511-9E99-7D7AEBCAFF96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9204023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98" name="Text Placeholder 4">
            <a:extLst>
              <a:ext uri="{FF2B5EF4-FFF2-40B4-BE49-F238E27FC236}">
                <a16:creationId xmlns:a16="http://schemas.microsoft.com/office/drawing/2014/main" id="{F4E77403-3A83-8FAB-0E5C-DC0FBEA56612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9704655" y="5449198"/>
            <a:ext cx="499520" cy="4995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01" name="Text Placeholder 14">
            <a:extLst>
              <a:ext uri="{FF2B5EF4-FFF2-40B4-BE49-F238E27FC236}">
                <a16:creationId xmlns:a16="http://schemas.microsoft.com/office/drawing/2014/main" id="{133BBCD3-FE88-12E4-1364-44341415BEA9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6115770" y="982574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24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202" name="Text Placeholder 14">
            <a:extLst>
              <a:ext uri="{FF2B5EF4-FFF2-40B4-BE49-F238E27FC236}">
                <a16:creationId xmlns:a16="http://schemas.microsoft.com/office/drawing/2014/main" id="{DD0A5B79-672F-5C3D-51BB-37CCA45170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15770" y="1314920"/>
            <a:ext cx="1166903" cy="386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Домашние сервисы</a:t>
            </a:r>
          </a:p>
        </p:txBody>
      </p:sp>
      <p:sp>
        <p:nvSpPr>
          <p:cNvPr id="203" name="Text Placeholder 4">
            <a:extLst>
              <a:ext uri="{FF2B5EF4-FFF2-40B4-BE49-F238E27FC236}">
                <a16:creationId xmlns:a16="http://schemas.microsoft.com/office/drawing/2014/main" id="{AA090E2F-9D81-346E-3CAD-56BD4F1257B4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7667936" y="991757"/>
            <a:ext cx="183942" cy="1839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04" name="Text Placeholder 14">
            <a:extLst>
              <a:ext uri="{FF2B5EF4-FFF2-40B4-BE49-F238E27FC236}">
                <a16:creationId xmlns:a16="http://schemas.microsoft.com/office/drawing/2014/main" id="{A51AE00D-9FED-B36C-7B51-27B2F54A9E44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8472557" y="982574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7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205" name="Text Placeholder 14">
            <a:extLst>
              <a:ext uri="{FF2B5EF4-FFF2-40B4-BE49-F238E27FC236}">
                <a16:creationId xmlns:a16="http://schemas.microsoft.com/office/drawing/2014/main" id="{F2188B74-0D23-1924-42D7-E074B3F6A47D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8472557" y="1314920"/>
            <a:ext cx="1166903" cy="386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Домашние сервисы</a:t>
            </a:r>
          </a:p>
        </p:txBody>
      </p:sp>
      <p:sp>
        <p:nvSpPr>
          <p:cNvPr id="206" name="Text Placeholder 4">
            <a:extLst>
              <a:ext uri="{FF2B5EF4-FFF2-40B4-BE49-F238E27FC236}">
                <a16:creationId xmlns:a16="http://schemas.microsoft.com/office/drawing/2014/main" id="{636F9D1D-1CF5-7448-C188-A12151698504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10020233" y="991757"/>
            <a:ext cx="183942" cy="18395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07" name="Text Placeholder 14">
            <a:extLst>
              <a:ext uri="{FF2B5EF4-FFF2-40B4-BE49-F238E27FC236}">
                <a16:creationId xmlns:a16="http://schemas.microsoft.com/office/drawing/2014/main" id="{03F3857E-7BE3-87A8-B938-1B16E0D507A2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6115770" y="2060754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65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208" name="Text Placeholder 14">
            <a:extLst>
              <a:ext uri="{FF2B5EF4-FFF2-40B4-BE49-F238E27FC236}">
                <a16:creationId xmlns:a16="http://schemas.microsoft.com/office/drawing/2014/main" id="{7FC64143-BD84-6BAC-E0E8-7E6A8998F759}"/>
              </a:ext>
            </a:extLst>
          </p:cNvPr>
          <p:cNvSpPr>
            <a:spLocks noGrp="1"/>
          </p:cNvSpPr>
          <p:nvPr>
            <p:ph type="body" sz="quarter" idx="134" hasCustomPrompt="1"/>
          </p:nvPr>
        </p:nvSpPr>
        <p:spPr>
          <a:xfrm>
            <a:off x="6115770" y="2393100"/>
            <a:ext cx="1166903" cy="386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Услуги мобильной связи и интернета</a:t>
            </a:r>
          </a:p>
        </p:txBody>
      </p:sp>
      <p:sp>
        <p:nvSpPr>
          <p:cNvPr id="209" name="Text Placeholder 4">
            <a:extLst>
              <a:ext uri="{FF2B5EF4-FFF2-40B4-BE49-F238E27FC236}">
                <a16:creationId xmlns:a16="http://schemas.microsoft.com/office/drawing/2014/main" id="{4D6A4911-1383-E2A0-B6B9-AB261BCAE5D9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7667936" y="2069937"/>
            <a:ext cx="183942" cy="18395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>
                <a:lumMod val="90000"/>
                <a:lumOff val="10000"/>
              </a:scheme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10" name="Text Placeholder 14">
            <a:extLst>
              <a:ext uri="{FF2B5EF4-FFF2-40B4-BE49-F238E27FC236}">
                <a16:creationId xmlns:a16="http://schemas.microsoft.com/office/drawing/2014/main" id="{B88FC079-B8B6-C846-EF01-2F0308F28209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8472557" y="2060754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4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211" name="Text Placeholder 14">
            <a:extLst>
              <a:ext uri="{FF2B5EF4-FFF2-40B4-BE49-F238E27FC236}">
                <a16:creationId xmlns:a16="http://schemas.microsoft.com/office/drawing/2014/main" id="{A261A146-CF1E-6A0A-9297-D920AE98907C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8472557" y="2393100"/>
            <a:ext cx="1166903" cy="386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Услуги мобильной связи и интернета</a:t>
            </a:r>
          </a:p>
        </p:txBody>
      </p:sp>
      <p:sp>
        <p:nvSpPr>
          <p:cNvPr id="212" name="Text Placeholder 4">
            <a:extLst>
              <a:ext uri="{FF2B5EF4-FFF2-40B4-BE49-F238E27FC236}">
                <a16:creationId xmlns:a16="http://schemas.microsoft.com/office/drawing/2014/main" id="{B1E2E927-9DB7-6F5E-F1C8-91DE0AED53F9}"/>
              </a:ext>
            </a:extLst>
          </p:cNvPr>
          <p:cNvSpPr>
            <a:spLocks noGrp="1"/>
          </p:cNvSpPr>
          <p:nvPr>
            <p:ph type="body" sz="quarter" idx="138" hasCustomPrompt="1"/>
          </p:nvPr>
        </p:nvSpPr>
        <p:spPr>
          <a:xfrm>
            <a:off x="10020233" y="2069937"/>
            <a:ext cx="183942" cy="18395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38CB5D45-40C8-8A18-A72E-DBFA749F2E40}"/>
              </a:ext>
            </a:extLst>
          </p:cNvPr>
          <p:cNvCxnSpPr/>
          <p:nvPr userDrawn="1"/>
        </p:nvCxnSpPr>
        <p:spPr>
          <a:xfrm>
            <a:off x="6096000" y="845405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165542BE-3EE4-8703-338D-C69D8ACE0026}"/>
              </a:ext>
            </a:extLst>
          </p:cNvPr>
          <p:cNvCxnSpPr/>
          <p:nvPr userDrawn="1"/>
        </p:nvCxnSpPr>
        <p:spPr>
          <a:xfrm>
            <a:off x="8461523" y="845405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DF86D281-E93C-0D66-C9BC-EECDDE9BDCC8}"/>
              </a:ext>
            </a:extLst>
          </p:cNvPr>
          <p:cNvCxnSpPr/>
          <p:nvPr userDrawn="1"/>
        </p:nvCxnSpPr>
        <p:spPr>
          <a:xfrm>
            <a:off x="8461523" y="193724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9626D09B-56AD-155E-98EF-E6CD75BB25F8}"/>
              </a:ext>
            </a:extLst>
          </p:cNvPr>
          <p:cNvCxnSpPr/>
          <p:nvPr userDrawn="1"/>
        </p:nvCxnSpPr>
        <p:spPr>
          <a:xfrm>
            <a:off x="6096000" y="193724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081324"/>
      </p:ext>
    </p:extLst>
  </p:cSld>
  <p:clrMapOvr>
    <a:masterClrMapping/>
  </p:clrMapOvr>
  <p:transition>
    <p:fade/>
  </p:transition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акциден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958D2E5-BA92-E5C5-7CAB-4F3A82F20586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5300CE5-D6E0-49AF-3D29-36CF3E981AE0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9BDE7EE-3E29-8A80-28A5-7D8164B0C4FC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5530F1BF-31EE-F607-028F-FD2DBF5C80DA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983F310-3D4D-86B5-7447-0738AE221151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F2D576CB-EFCA-E417-3F6D-E4F2587D409E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5503126" y="-74158"/>
            <a:ext cx="6777859" cy="7000549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marL="0" marR="0" lvl="0" indent="0" algn="ctr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B9C3DDA-22FC-E403-D595-E88DC13191E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0407" y="714342"/>
            <a:ext cx="4127718" cy="9470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7762" b="0" i="0" cap="all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6 млн</a:t>
            </a:r>
            <a:endParaRPr lang="en-RU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FAD85ED-E3B0-77BE-5F1A-27A58C4D76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04025" y="1796588"/>
            <a:ext cx="4689800" cy="163241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новых пользователей присоединилось к нашим сервисами за 2022 год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D039D7D-225E-3539-C31B-E7BA76AD314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84729" y="6526972"/>
            <a:ext cx="2334360" cy="20658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buFontTx/>
              <a:buNone/>
              <a:defRPr sz="1317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Данные</a:t>
            </a:r>
            <a:endParaRPr lang="en-RU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52014F-D39D-CB66-FF31-2338DEDF8E2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143658"/>
            <a:ext cx="1761448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0CD756BA-76A7-3A0C-999D-C7F2F6AB268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132377" y="6504534"/>
            <a:ext cx="1761448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517172873"/>
      </p:ext>
    </p:extLst>
  </p:cSld>
  <p:clrMapOvr>
    <a:masterClrMapping/>
  </p:clrMapOvr>
  <p:transition>
    <p:fade/>
  </p:transition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F2D576CB-EFCA-E417-3F6D-E4F2587D409E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096000" y="761669"/>
            <a:ext cx="5905593" cy="5815547"/>
          </a:xfrm>
          <a:prstGeom prst="rect">
            <a:avLst/>
          </a:prstGeom>
        </p:spPr>
        <p:txBody>
          <a:bodyPr anchor="t"/>
          <a:lstStyle>
            <a:lvl1pPr marL="0" indent="0" algn="ctr">
              <a:buFontTx/>
              <a:buNone/>
              <a:defRPr b="0" i="0">
                <a:solidFill>
                  <a:schemeClr val="bg2">
                    <a:lumMod val="90000"/>
                  </a:schemeClr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marL="0" marR="0" lvl="0" indent="0" algn="ctr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52014F-D39D-CB66-FF31-2338DEDF8E2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143658"/>
            <a:ext cx="1761448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0CD756BA-76A7-3A0C-999D-C7F2F6AB268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132377" y="6504534"/>
            <a:ext cx="1761448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2CF373DB-4E66-BB50-DC22-A00551363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7" y="784080"/>
            <a:ext cx="4703418" cy="1796630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RU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FE294E8-AA2C-765E-DFA3-D7540F9A4DEF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B94C341-45FF-2557-437C-D0571A816179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B0F0FFB-19A0-EC2E-E8C5-EDFA02AD7DAD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F1A61CC-5800-7780-CF6E-EE9FA6B2CFAA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53D10494-6E86-5267-0F01-EFEAE8C28F25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2" name="Text Placeholder 28">
            <a:extLst>
              <a:ext uri="{FF2B5EF4-FFF2-40B4-BE49-F238E27FC236}">
                <a16:creationId xmlns:a16="http://schemas.microsoft.com/office/drawing/2014/main" id="{1288E977-42F2-4C57-F638-51F4A0BA44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87567" y="2630363"/>
            <a:ext cx="4522459" cy="207815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90000"/>
              </a:lnSpc>
              <a:buFontTx/>
              <a:buNone/>
              <a:defRPr sz="7762" b="0" i="0" cap="all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МТС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471929640"/>
      </p:ext>
    </p:extLst>
  </p:cSld>
  <p:clrMapOvr>
    <a:masterClrMapping/>
  </p:clrMapOvr>
  <p:transition>
    <p:fade/>
  </p:transition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льцев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F2D576CB-EFCA-E417-3F6D-E4F2587D409E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096000" y="761669"/>
            <a:ext cx="5905593" cy="5815547"/>
          </a:xfrm>
          <a:prstGeom prst="rect">
            <a:avLst/>
          </a:prstGeom>
        </p:spPr>
        <p:txBody>
          <a:bodyPr anchor="t"/>
          <a:lstStyle>
            <a:lvl1pPr marL="0" indent="0" algn="l">
              <a:buFontTx/>
              <a:buNone/>
              <a:defRPr b="0" i="0">
                <a:solidFill>
                  <a:schemeClr val="bg2">
                    <a:lumMod val="90000"/>
                  </a:schemeClr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52014F-D39D-CB66-FF31-2338DEDF8E2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143658"/>
            <a:ext cx="1761448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0CD756BA-76A7-3A0C-999D-C7F2F6AB268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132377" y="6504534"/>
            <a:ext cx="1761448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FE294E8-AA2C-765E-DFA3-D7540F9A4DEF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B94C341-45FF-2557-437C-D0571A816179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B0F0FFB-19A0-EC2E-E8C5-EDFA02AD7DAD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F1A61CC-5800-7780-CF6E-EE9FA6B2CFAA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53D10494-6E86-5267-0F01-EFEAE8C28F25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2" name="Title 25">
            <a:extLst>
              <a:ext uri="{FF2B5EF4-FFF2-40B4-BE49-F238E27FC236}">
                <a16:creationId xmlns:a16="http://schemas.microsoft.com/office/drawing/2014/main" id="{97D570E6-D5E0-0FAA-9572-4031E9A1A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348" y="742118"/>
            <a:ext cx="5303778" cy="1220298"/>
          </a:xfrm>
        </p:spPr>
        <p:txBody>
          <a:bodyPr/>
          <a:lstStyle>
            <a:lvl1pPr>
              <a:lnSpc>
                <a:spcPct val="90000"/>
              </a:lnSpc>
              <a:defRPr sz="2352" b="0" i="0" spc="71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Более 70% населения Москвы пользуются услугами МТС.</a:t>
            </a:r>
            <a:endParaRPr lang="en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45EE3D-6D7B-31F3-497E-93739435CDC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54871" y="875365"/>
            <a:ext cx="5587849" cy="558815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8" name="Text Placeholder 28">
            <a:extLst>
              <a:ext uri="{FF2B5EF4-FFF2-40B4-BE49-F238E27FC236}">
                <a16:creationId xmlns:a16="http://schemas.microsoft.com/office/drawing/2014/main" id="{EE1CF02E-B1FD-81F4-5070-59F4C607D4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87567" y="2630363"/>
            <a:ext cx="4522459" cy="207815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90000"/>
              </a:lnSpc>
              <a:buFontTx/>
              <a:buNone/>
              <a:defRPr sz="7762" b="0" i="0" cap="all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МТС</a:t>
            </a:r>
            <a:endParaRPr lang="en-RU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0A5058A-6D6D-1B58-6FE8-67BCF5F050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0177" y="3027216"/>
            <a:ext cx="1736108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Москва и Московская область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68D58B2F-E633-3701-D47A-A9E65D9462C4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1762343" y="2675575"/>
            <a:ext cx="183942" cy="18395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73AE944E-0901-159A-860B-5B9C66777A0A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4137170" y="2675575"/>
            <a:ext cx="183942" cy="183952"/>
          </a:xfrm>
          <a:prstGeom prst="ellipse">
            <a:avLst/>
          </a:prstGeom>
          <a:noFill/>
          <a:ln w="25400">
            <a:solidFill>
              <a:schemeClr val="tx1"/>
            </a:solidFill>
            <a:prstDash val="lgDash"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806B9A4-FB9D-8E7A-EE87-232F051E1DF3}"/>
              </a:ext>
            </a:extLst>
          </p:cNvPr>
          <p:cNvCxnSpPr/>
          <p:nvPr userDrawn="1"/>
        </p:nvCxnSpPr>
        <p:spPr>
          <a:xfrm>
            <a:off x="190407" y="249956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A20B53-856E-0442-6A43-75E28CBF9C4B}"/>
              </a:ext>
            </a:extLst>
          </p:cNvPr>
          <p:cNvCxnSpPr>
            <a:cxnSpLocks/>
          </p:cNvCxnSpPr>
          <p:nvPr userDrawn="1"/>
        </p:nvCxnSpPr>
        <p:spPr>
          <a:xfrm>
            <a:off x="2538827" y="2499560"/>
            <a:ext cx="17785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635CB80-CEB1-FBAE-319F-0204642CC30C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1762343" y="3796155"/>
            <a:ext cx="183942" cy="183952"/>
          </a:xfrm>
          <a:prstGeom prst="ellipse">
            <a:avLst/>
          </a:prstGeom>
          <a:noFill/>
          <a:ln w="25400">
            <a:solidFill>
              <a:schemeClr val="tx1"/>
            </a:solidFill>
            <a:prstDash val="dash"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9806DBB8-7480-7C08-F1D2-4166117CBD1D}"/>
              </a:ext>
            </a:extLst>
          </p:cNvPr>
          <p:cNvSpPr>
            <a:spLocks noGrp="1"/>
          </p:cNvSpPr>
          <p:nvPr>
            <p:ph type="body" sz="quarter" idx="142" hasCustomPrompt="1"/>
          </p:nvPr>
        </p:nvSpPr>
        <p:spPr>
          <a:xfrm>
            <a:off x="4137170" y="3796155"/>
            <a:ext cx="183942" cy="183952"/>
          </a:xfrm>
          <a:prstGeom prst="ellipse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A147CD8-09A7-2126-E996-01EA84C38831}"/>
              </a:ext>
            </a:extLst>
          </p:cNvPr>
          <p:cNvCxnSpPr/>
          <p:nvPr userDrawn="1"/>
        </p:nvCxnSpPr>
        <p:spPr>
          <a:xfrm>
            <a:off x="190407" y="362014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85D64BC-148C-2425-DFAF-E0C32B0E49EA}"/>
              </a:ext>
            </a:extLst>
          </p:cNvPr>
          <p:cNvCxnSpPr>
            <a:cxnSpLocks/>
          </p:cNvCxnSpPr>
          <p:nvPr userDrawn="1"/>
        </p:nvCxnSpPr>
        <p:spPr>
          <a:xfrm>
            <a:off x="2538827" y="3620140"/>
            <a:ext cx="17785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CB2F8E77-9789-C114-415F-B50B0C96A99A}"/>
              </a:ext>
            </a:extLst>
          </p:cNvPr>
          <p:cNvSpPr>
            <a:spLocks noGrp="1"/>
          </p:cNvSpPr>
          <p:nvPr>
            <p:ph type="body" sz="quarter" idx="144" hasCustomPrompt="1"/>
          </p:nvPr>
        </p:nvSpPr>
        <p:spPr>
          <a:xfrm>
            <a:off x="8955311" y="717794"/>
            <a:ext cx="183942" cy="183952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18F8D0F1-7715-76B4-A06F-0A4AD68E384D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6478557" y="2156466"/>
            <a:ext cx="183942" cy="183952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E8A1EE7C-9CDF-93A8-2878-E5BD1C98A469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8362077" y="6353829"/>
            <a:ext cx="183942" cy="183952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9ECA1400-166D-FBE6-69FB-16229F3369BA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204025" y="2667857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50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FF222637-8C12-6F9C-E5B3-D3C6C57D3B70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>
            <a:off x="2544978" y="3027216"/>
            <a:ext cx="1761449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Регионы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7DC08D06-6AA4-53FE-5BD8-41AB083F5384}"/>
              </a:ext>
            </a:extLst>
          </p:cNvPr>
          <p:cNvSpPr>
            <a:spLocks noGrp="1"/>
          </p:cNvSpPr>
          <p:nvPr>
            <p:ph type="body" sz="quarter" idx="148" hasCustomPrompt="1"/>
          </p:nvPr>
        </p:nvSpPr>
        <p:spPr>
          <a:xfrm>
            <a:off x="2538827" y="2667857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25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B33470A9-9275-47BB-94F0-9F9B4842EB10}"/>
              </a:ext>
            </a:extLst>
          </p:cNvPr>
          <p:cNvSpPr>
            <a:spLocks noGrp="1"/>
          </p:cNvSpPr>
          <p:nvPr>
            <p:ph type="body" sz="quarter" idx="149" hasCustomPrompt="1"/>
          </p:nvPr>
        </p:nvSpPr>
        <p:spPr>
          <a:xfrm>
            <a:off x="210177" y="4149697"/>
            <a:ext cx="1736108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Ленобласть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0B9DA084-D737-A91F-3450-4AB252FDF571}"/>
              </a:ext>
            </a:extLst>
          </p:cNvPr>
          <p:cNvSpPr>
            <a:spLocks noGrp="1"/>
          </p:cNvSpPr>
          <p:nvPr>
            <p:ph type="body" sz="quarter" idx="150" hasCustomPrompt="1"/>
          </p:nvPr>
        </p:nvSpPr>
        <p:spPr>
          <a:xfrm>
            <a:off x="204025" y="3790338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50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EE6216C-5A35-8A43-DFC9-9145D0DA46E5}"/>
              </a:ext>
            </a:extLst>
          </p:cNvPr>
          <p:cNvSpPr>
            <a:spLocks noGrp="1"/>
          </p:cNvSpPr>
          <p:nvPr>
            <p:ph type="body" sz="quarter" idx="151" hasCustomPrompt="1"/>
          </p:nvPr>
        </p:nvSpPr>
        <p:spPr>
          <a:xfrm>
            <a:off x="2544978" y="4149697"/>
            <a:ext cx="1761449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Домашние сервисы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98CC07F6-6B6A-B5F5-0F3D-EB3F855B35F7}"/>
              </a:ext>
            </a:extLst>
          </p:cNvPr>
          <p:cNvSpPr>
            <a:spLocks noGrp="1"/>
          </p:cNvSpPr>
          <p:nvPr>
            <p:ph type="body" sz="quarter" idx="152" hasCustomPrompt="1"/>
          </p:nvPr>
        </p:nvSpPr>
        <p:spPr>
          <a:xfrm>
            <a:off x="2538827" y="3790338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25</a:t>
            </a:r>
            <a:r>
              <a:rPr lang="en-US" dirty="0"/>
              <a:t>%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5104707"/>
      </p:ext>
    </p:extLst>
  </p:cSld>
  <p:clrMapOvr>
    <a:masterClrMapping/>
  </p:clrMapOvr>
  <p:transition>
    <p:fade/>
  </p:transition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льцевая диаграмм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F2D576CB-EFCA-E417-3F6D-E4F2587D409E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096000" y="761668"/>
            <a:ext cx="2946450" cy="290152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Tx/>
              <a:buNone/>
              <a:defRPr sz="1317" b="0" i="0">
                <a:solidFill>
                  <a:schemeClr val="bg2">
                    <a:lumMod val="90000"/>
                  </a:schemeClr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52014F-D39D-CB66-FF31-2338DEDF8E2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143658"/>
            <a:ext cx="1761448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0CD756BA-76A7-3A0C-999D-C7F2F6AB268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132377" y="6504534"/>
            <a:ext cx="1761448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FE294E8-AA2C-765E-DFA3-D7540F9A4DEF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B94C341-45FF-2557-437C-D0571A816179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B0F0FFB-19A0-EC2E-E8C5-EDFA02AD7DAD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F1A61CC-5800-7780-CF6E-EE9FA6B2CFAA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53D10494-6E86-5267-0F01-EFEAE8C28F25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2" name="Title 25">
            <a:extLst>
              <a:ext uri="{FF2B5EF4-FFF2-40B4-BE49-F238E27FC236}">
                <a16:creationId xmlns:a16="http://schemas.microsoft.com/office/drawing/2014/main" id="{97D570E6-D5E0-0FAA-9572-4031E9A1A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348" y="742118"/>
            <a:ext cx="5303778" cy="1220298"/>
          </a:xfrm>
        </p:spPr>
        <p:txBody>
          <a:bodyPr/>
          <a:lstStyle>
            <a:lvl1pPr>
              <a:lnSpc>
                <a:spcPct val="90000"/>
              </a:lnSpc>
              <a:defRPr sz="2352" b="0" i="0" spc="71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Более 70% населения Москвы пользуются услугами МТС.</a:t>
            </a:r>
            <a:endParaRPr lang="en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45EE3D-6D7B-31F3-497E-93739435CDC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33457" y="876589"/>
            <a:ext cx="2671537" cy="26716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8" name="Text Placeholder 28">
            <a:extLst>
              <a:ext uri="{FF2B5EF4-FFF2-40B4-BE49-F238E27FC236}">
                <a16:creationId xmlns:a16="http://schemas.microsoft.com/office/drawing/2014/main" id="{EE1CF02E-B1FD-81F4-5070-59F4C607D4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70776" y="1797615"/>
            <a:ext cx="1805427" cy="82963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90000"/>
              </a:lnSpc>
              <a:buFontTx/>
              <a:buNone/>
              <a:defRPr sz="2352" b="0" i="0" cap="all" baseline="0"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ru-RU" dirty="0"/>
              <a:t>МТС</a:t>
            </a:r>
            <a:endParaRPr lang="en-RU" dirty="0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CB2F8E77-9789-C114-415F-B50B0C96A99A}"/>
              </a:ext>
            </a:extLst>
          </p:cNvPr>
          <p:cNvSpPr>
            <a:spLocks noGrp="1"/>
          </p:cNvSpPr>
          <p:nvPr>
            <p:ph type="body" sz="quarter" idx="144" hasCustomPrompt="1"/>
          </p:nvPr>
        </p:nvSpPr>
        <p:spPr>
          <a:xfrm>
            <a:off x="7508627" y="785770"/>
            <a:ext cx="121196" cy="121202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E66FAF1-0CDF-867B-C740-30F205F4017D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6128472" y="2121063"/>
            <a:ext cx="121196" cy="121202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74E3E0C-B697-3118-CD94-53813EED2A76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8875945" y="2332913"/>
            <a:ext cx="121196" cy="121202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2E56BCDE-CCB2-0201-6FDF-1731A021A46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0177" y="3027216"/>
            <a:ext cx="1736108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Москва и Московская область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F496F1E-AE65-04EE-18F2-E5911321273B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1762343" y="2675575"/>
            <a:ext cx="183942" cy="18395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77DAAB6A-D2F0-3AAF-2841-695490D9A022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4137170" y="2675575"/>
            <a:ext cx="183942" cy="183952"/>
          </a:xfrm>
          <a:prstGeom prst="ellipse">
            <a:avLst/>
          </a:prstGeom>
          <a:noFill/>
          <a:ln w="25400">
            <a:solidFill>
              <a:schemeClr val="tx1"/>
            </a:solidFill>
            <a:prstDash val="lgDash"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52DA56C-22C8-6E9D-0F00-D7F4C5A1909E}"/>
              </a:ext>
            </a:extLst>
          </p:cNvPr>
          <p:cNvCxnSpPr/>
          <p:nvPr userDrawn="1"/>
        </p:nvCxnSpPr>
        <p:spPr>
          <a:xfrm>
            <a:off x="190407" y="249956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822D7A6-461D-A2CD-8B84-432CA78A13C9}"/>
              </a:ext>
            </a:extLst>
          </p:cNvPr>
          <p:cNvCxnSpPr/>
          <p:nvPr userDrawn="1"/>
        </p:nvCxnSpPr>
        <p:spPr>
          <a:xfrm>
            <a:off x="2555930" y="249956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E9BE3E2B-F5CF-5C25-5431-729EC9BD04E8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1762343" y="3796155"/>
            <a:ext cx="183942" cy="183952"/>
          </a:xfrm>
          <a:prstGeom prst="ellipse">
            <a:avLst/>
          </a:prstGeom>
          <a:noFill/>
          <a:ln w="25400">
            <a:solidFill>
              <a:schemeClr val="tx1"/>
            </a:solidFill>
            <a:prstDash val="dash"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CD098B9B-316A-5920-4C71-9B26B6AE3EDD}"/>
              </a:ext>
            </a:extLst>
          </p:cNvPr>
          <p:cNvSpPr>
            <a:spLocks noGrp="1"/>
          </p:cNvSpPr>
          <p:nvPr>
            <p:ph type="body" sz="quarter" idx="142" hasCustomPrompt="1"/>
          </p:nvPr>
        </p:nvSpPr>
        <p:spPr>
          <a:xfrm>
            <a:off x="4137170" y="3796155"/>
            <a:ext cx="183942" cy="183952"/>
          </a:xfrm>
          <a:prstGeom prst="ellipse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3FC1E0C-8F62-52DD-77C4-778FC9BF9C6C}"/>
              </a:ext>
            </a:extLst>
          </p:cNvPr>
          <p:cNvCxnSpPr/>
          <p:nvPr userDrawn="1"/>
        </p:nvCxnSpPr>
        <p:spPr>
          <a:xfrm>
            <a:off x="190407" y="362014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38AE4AE-5481-84CF-4EE6-11197BEC16B4}"/>
              </a:ext>
            </a:extLst>
          </p:cNvPr>
          <p:cNvCxnSpPr/>
          <p:nvPr userDrawn="1"/>
        </p:nvCxnSpPr>
        <p:spPr>
          <a:xfrm>
            <a:off x="2555930" y="362014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090E31A9-64D9-C36F-9565-5AA7D20C0653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204025" y="2667857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50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9889A8A7-BEE3-A110-4BC4-06BF9762AB8A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>
            <a:off x="2544978" y="3027216"/>
            <a:ext cx="1761449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Регионы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66FB9D82-92D3-0166-0129-BCCFA7A3B8B6}"/>
              </a:ext>
            </a:extLst>
          </p:cNvPr>
          <p:cNvSpPr>
            <a:spLocks noGrp="1"/>
          </p:cNvSpPr>
          <p:nvPr>
            <p:ph type="body" sz="quarter" idx="148" hasCustomPrompt="1"/>
          </p:nvPr>
        </p:nvSpPr>
        <p:spPr>
          <a:xfrm>
            <a:off x="2538827" y="2667857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25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009DB30C-DB8F-A70F-8023-ACBFC5CF4D19}"/>
              </a:ext>
            </a:extLst>
          </p:cNvPr>
          <p:cNvSpPr>
            <a:spLocks noGrp="1"/>
          </p:cNvSpPr>
          <p:nvPr>
            <p:ph type="body" sz="quarter" idx="149" hasCustomPrompt="1"/>
          </p:nvPr>
        </p:nvSpPr>
        <p:spPr>
          <a:xfrm>
            <a:off x="210177" y="4149697"/>
            <a:ext cx="1736108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Ленобласть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0899385A-EB69-B2E9-CF55-ABD78EF3FED5}"/>
              </a:ext>
            </a:extLst>
          </p:cNvPr>
          <p:cNvSpPr>
            <a:spLocks noGrp="1"/>
          </p:cNvSpPr>
          <p:nvPr>
            <p:ph type="body" sz="quarter" idx="150" hasCustomPrompt="1"/>
          </p:nvPr>
        </p:nvSpPr>
        <p:spPr>
          <a:xfrm>
            <a:off x="204025" y="3790338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50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3D758A74-B7B7-0682-FCCE-215BAB7DC86A}"/>
              </a:ext>
            </a:extLst>
          </p:cNvPr>
          <p:cNvSpPr>
            <a:spLocks noGrp="1"/>
          </p:cNvSpPr>
          <p:nvPr>
            <p:ph type="body" sz="quarter" idx="151" hasCustomPrompt="1"/>
          </p:nvPr>
        </p:nvSpPr>
        <p:spPr>
          <a:xfrm>
            <a:off x="2544978" y="4149697"/>
            <a:ext cx="1761449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Домашние сервисы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B33A0258-F626-2F7B-FABC-5ADE1138CB11}"/>
              </a:ext>
            </a:extLst>
          </p:cNvPr>
          <p:cNvSpPr>
            <a:spLocks noGrp="1"/>
          </p:cNvSpPr>
          <p:nvPr>
            <p:ph type="body" sz="quarter" idx="152" hasCustomPrompt="1"/>
          </p:nvPr>
        </p:nvSpPr>
        <p:spPr>
          <a:xfrm>
            <a:off x="2538827" y="3790338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25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52" name="Chart Placeholder 10">
            <a:extLst>
              <a:ext uri="{FF2B5EF4-FFF2-40B4-BE49-F238E27FC236}">
                <a16:creationId xmlns:a16="http://schemas.microsoft.com/office/drawing/2014/main" id="{CAA6DEBB-1DAF-B5CF-6A53-87D9FF94C8B7}"/>
              </a:ext>
            </a:extLst>
          </p:cNvPr>
          <p:cNvSpPr>
            <a:spLocks noGrp="1"/>
          </p:cNvSpPr>
          <p:nvPr>
            <p:ph type="chart" sz="quarter" idx="153" hasCustomPrompt="1"/>
          </p:nvPr>
        </p:nvSpPr>
        <p:spPr>
          <a:xfrm>
            <a:off x="6096000" y="3803220"/>
            <a:ext cx="2946450" cy="290152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Tx/>
              <a:buNone/>
              <a:defRPr sz="1317" b="0" i="0">
                <a:solidFill>
                  <a:schemeClr val="bg2">
                    <a:lumMod val="90000"/>
                  </a:schemeClr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802EF5D0-0027-697D-21E9-B783885016D9}"/>
              </a:ext>
            </a:extLst>
          </p:cNvPr>
          <p:cNvSpPr>
            <a:spLocks noGrp="1"/>
          </p:cNvSpPr>
          <p:nvPr>
            <p:ph type="body" sz="quarter" idx="154" hasCustomPrompt="1"/>
          </p:nvPr>
        </p:nvSpPr>
        <p:spPr>
          <a:xfrm>
            <a:off x="6233457" y="3918141"/>
            <a:ext cx="2671537" cy="26716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54" name="Text Placeholder 28">
            <a:extLst>
              <a:ext uri="{FF2B5EF4-FFF2-40B4-BE49-F238E27FC236}">
                <a16:creationId xmlns:a16="http://schemas.microsoft.com/office/drawing/2014/main" id="{A0C6E700-3D90-9BE5-84B0-4E85E79C754C}"/>
              </a:ext>
            </a:extLst>
          </p:cNvPr>
          <p:cNvSpPr>
            <a:spLocks noGrp="1"/>
          </p:cNvSpPr>
          <p:nvPr>
            <p:ph type="body" sz="quarter" idx="155" hasCustomPrompt="1"/>
          </p:nvPr>
        </p:nvSpPr>
        <p:spPr>
          <a:xfrm>
            <a:off x="6670776" y="4839167"/>
            <a:ext cx="1805427" cy="82963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90000"/>
              </a:lnSpc>
              <a:buFontTx/>
              <a:buNone/>
              <a:defRPr sz="2352" b="0" i="0" cap="all" baseline="0">
                <a:solidFill>
                  <a:schemeClr val="accent2"/>
                </a:solidFill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en-US" dirty="0"/>
              <a:t>KION</a:t>
            </a:r>
            <a:endParaRPr lang="en-RU" dirty="0"/>
          </a:p>
        </p:txBody>
      </p:sp>
      <p:sp>
        <p:nvSpPr>
          <p:cNvPr id="55" name="Text Placeholder 4">
            <a:extLst>
              <a:ext uri="{FF2B5EF4-FFF2-40B4-BE49-F238E27FC236}">
                <a16:creationId xmlns:a16="http://schemas.microsoft.com/office/drawing/2014/main" id="{0C98D257-B2D4-46F0-43A8-3A5E676BD699}"/>
              </a:ext>
            </a:extLst>
          </p:cNvPr>
          <p:cNvSpPr>
            <a:spLocks noGrp="1"/>
          </p:cNvSpPr>
          <p:nvPr>
            <p:ph type="body" sz="quarter" idx="156" hasCustomPrompt="1"/>
          </p:nvPr>
        </p:nvSpPr>
        <p:spPr>
          <a:xfrm>
            <a:off x="7508627" y="3827322"/>
            <a:ext cx="121196" cy="121202"/>
          </a:xfrm>
          <a:prstGeom prst="ellipse">
            <a:avLst/>
          </a:prstGeom>
          <a:solidFill>
            <a:schemeClr val="accent2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56" name="Text Placeholder 4">
            <a:extLst>
              <a:ext uri="{FF2B5EF4-FFF2-40B4-BE49-F238E27FC236}">
                <a16:creationId xmlns:a16="http://schemas.microsoft.com/office/drawing/2014/main" id="{3F55A5E9-4191-FFFA-C424-E0ADC7C7A389}"/>
              </a:ext>
            </a:extLst>
          </p:cNvPr>
          <p:cNvSpPr>
            <a:spLocks noGrp="1"/>
          </p:cNvSpPr>
          <p:nvPr>
            <p:ph type="body" sz="quarter" idx="157" hasCustomPrompt="1"/>
          </p:nvPr>
        </p:nvSpPr>
        <p:spPr>
          <a:xfrm>
            <a:off x="6128472" y="5162615"/>
            <a:ext cx="121196" cy="121202"/>
          </a:xfrm>
          <a:prstGeom prst="ellipse">
            <a:avLst/>
          </a:prstGeom>
          <a:solidFill>
            <a:schemeClr val="accent2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57" name="Text Placeholder 4">
            <a:extLst>
              <a:ext uri="{FF2B5EF4-FFF2-40B4-BE49-F238E27FC236}">
                <a16:creationId xmlns:a16="http://schemas.microsoft.com/office/drawing/2014/main" id="{DB906079-5DE5-8364-8DCE-1FC003D3E9DC}"/>
              </a:ext>
            </a:extLst>
          </p:cNvPr>
          <p:cNvSpPr>
            <a:spLocks noGrp="1"/>
          </p:cNvSpPr>
          <p:nvPr>
            <p:ph type="body" sz="quarter" idx="158" hasCustomPrompt="1"/>
          </p:nvPr>
        </p:nvSpPr>
        <p:spPr>
          <a:xfrm>
            <a:off x="8875945" y="5374465"/>
            <a:ext cx="121196" cy="121202"/>
          </a:xfrm>
          <a:prstGeom prst="ellipse">
            <a:avLst/>
          </a:prstGeom>
          <a:solidFill>
            <a:schemeClr val="accent2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58" name="Chart Placeholder 10">
            <a:extLst>
              <a:ext uri="{FF2B5EF4-FFF2-40B4-BE49-F238E27FC236}">
                <a16:creationId xmlns:a16="http://schemas.microsoft.com/office/drawing/2014/main" id="{A58B41D0-B08E-D575-F2E1-15D29EDC3621}"/>
              </a:ext>
            </a:extLst>
          </p:cNvPr>
          <p:cNvSpPr>
            <a:spLocks noGrp="1"/>
          </p:cNvSpPr>
          <p:nvPr>
            <p:ph type="chart" sz="quarter" idx="159" hasCustomPrompt="1"/>
          </p:nvPr>
        </p:nvSpPr>
        <p:spPr>
          <a:xfrm>
            <a:off x="9106665" y="761668"/>
            <a:ext cx="2946450" cy="290152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Tx/>
              <a:buNone/>
              <a:defRPr sz="1317" b="0" i="0">
                <a:solidFill>
                  <a:schemeClr val="bg2">
                    <a:lumMod val="90000"/>
                  </a:schemeClr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CDE09F8A-1756-1649-EC03-0EF17F7FBAF1}"/>
              </a:ext>
            </a:extLst>
          </p:cNvPr>
          <p:cNvSpPr>
            <a:spLocks noGrp="1"/>
          </p:cNvSpPr>
          <p:nvPr>
            <p:ph type="body" sz="quarter" idx="160" hasCustomPrompt="1"/>
          </p:nvPr>
        </p:nvSpPr>
        <p:spPr>
          <a:xfrm>
            <a:off x="9244122" y="876589"/>
            <a:ext cx="2671537" cy="26716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60" name="Text Placeholder 28">
            <a:extLst>
              <a:ext uri="{FF2B5EF4-FFF2-40B4-BE49-F238E27FC236}">
                <a16:creationId xmlns:a16="http://schemas.microsoft.com/office/drawing/2014/main" id="{0BAF2972-F22C-9082-8163-17D10D834790}"/>
              </a:ext>
            </a:extLst>
          </p:cNvPr>
          <p:cNvSpPr>
            <a:spLocks noGrp="1"/>
          </p:cNvSpPr>
          <p:nvPr>
            <p:ph type="body" sz="quarter" idx="161" hasCustomPrompt="1"/>
          </p:nvPr>
        </p:nvSpPr>
        <p:spPr>
          <a:xfrm>
            <a:off x="9681441" y="1797615"/>
            <a:ext cx="1805427" cy="82963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90000"/>
              </a:lnSpc>
              <a:buFontTx/>
              <a:buNone/>
              <a:defRPr sz="2352" b="0" i="0" cap="none" baseline="0">
                <a:solidFill>
                  <a:schemeClr val="accent1"/>
                </a:solidFill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en-US" dirty="0"/>
              <a:t>Telecom</a:t>
            </a:r>
            <a:endParaRPr lang="en-RU" dirty="0"/>
          </a:p>
        </p:txBody>
      </p:sp>
      <p:sp>
        <p:nvSpPr>
          <p:cNvPr id="61" name="Text Placeholder 4">
            <a:extLst>
              <a:ext uri="{FF2B5EF4-FFF2-40B4-BE49-F238E27FC236}">
                <a16:creationId xmlns:a16="http://schemas.microsoft.com/office/drawing/2014/main" id="{5C0F6D94-16F0-4972-9B69-A7EEB3F1DB74}"/>
              </a:ext>
            </a:extLst>
          </p:cNvPr>
          <p:cNvSpPr>
            <a:spLocks noGrp="1"/>
          </p:cNvSpPr>
          <p:nvPr>
            <p:ph type="body" sz="quarter" idx="162" hasCustomPrompt="1"/>
          </p:nvPr>
        </p:nvSpPr>
        <p:spPr>
          <a:xfrm>
            <a:off x="10519292" y="785770"/>
            <a:ext cx="121196" cy="121202"/>
          </a:xfrm>
          <a:prstGeom prst="ellipse">
            <a:avLst/>
          </a:prstGeom>
          <a:solidFill>
            <a:schemeClr val="accent1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3C5B8ED4-1872-D1E8-6656-CCD805F3E881}"/>
              </a:ext>
            </a:extLst>
          </p:cNvPr>
          <p:cNvSpPr>
            <a:spLocks noGrp="1"/>
          </p:cNvSpPr>
          <p:nvPr>
            <p:ph type="body" sz="quarter" idx="163" hasCustomPrompt="1"/>
          </p:nvPr>
        </p:nvSpPr>
        <p:spPr>
          <a:xfrm>
            <a:off x="9139137" y="2121063"/>
            <a:ext cx="121196" cy="121202"/>
          </a:xfrm>
          <a:prstGeom prst="ellipse">
            <a:avLst/>
          </a:prstGeom>
          <a:solidFill>
            <a:schemeClr val="accent1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63" name="Text Placeholder 4">
            <a:extLst>
              <a:ext uri="{FF2B5EF4-FFF2-40B4-BE49-F238E27FC236}">
                <a16:creationId xmlns:a16="http://schemas.microsoft.com/office/drawing/2014/main" id="{797541E3-0298-F80D-94B1-15DDD50B5DD9}"/>
              </a:ext>
            </a:extLst>
          </p:cNvPr>
          <p:cNvSpPr>
            <a:spLocks noGrp="1"/>
          </p:cNvSpPr>
          <p:nvPr>
            <p:ph type="body" sz="quarter" idx="164" hasCustomPrompt="1"/>
          </p:nvPr>
        </p:nvSpPr>
        <p:spPr>
          <a:xfrm>
            <a:off x="11886610" y="2332913"/>
            <a:ext cx="121196" cy="121202"/>
          </a:xfrm>
          <a:prstGeom prst="ellipse">
            <a:avLst/>
          </a:prstGeom>
          <a:solidFill>
            <a:schemeClr val="accent1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64" name="Chart Placeholder 10">
            <a:extLst>
              <a:ext uri="{FF2B5EF4-FFF2-40B4-BE49-F238E27FC236}">
                <a16:creationId xmlns:a16="http://schemas.microsoft.com/office/drawing/2014/main" id="{B1AD0434-0D25-250C-521F-A42FF1D24C19}"/>
              </a:ext>
            </a:extLst>
          </p:cNvPr>
          <p:cNvSpPr>
            <a:spLocks noGrp="1"/>
          </p:cNvSpPr>
          <p:nvPr>
            <p:ph type="chart" sz="quarter" idx="165" hasCustomPrompt="1"/>
          </p:nvPr>
        </p:nvSpPr>
        <p:spPr>
          <a:xfrm>
            <a:off x="9106665" y="3803220"/>
            <a:ext cx="2946450" cy="290152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Tx/>
              <a:buNone/>
              <a:defRPr sz="1317" b="0" i="0">
                <a:solidFill>
                  <a:schemeClr val="bg2">
                    <a:lumMod val="90000"/>
                  </a:schemeClr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7BA43012-BCC9-9307-002D-2CA3D4901807}"/>
              </a:ext>
            </a:extLst>
          </p:cNvPr>
          <p:cNvSpPr>
            <a:spLocks noGrp="1"/>
          </p:cNvSpPr>
          <p:nvPr>
            <p:ph type="body" sz="quarter" idx="166" hasCustomPrompt="1"/>
          </p:nvPr>
        </p:nvSpPr>
        <p:spPr>
          <a:xfrm>
            <a:off x="9244122" y="3918141"/>
            <a:ext cx="2671537" cy="26716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66" name="Text Placeholder 28">
            <a:extLst>
              <a:ext uri="{FF2B5EF4-FFF2-40B4-BE49-F238E27FC236}">
                <a16:creationId xmlns:a16="http://schemas.microsoft.com/office/drawing/2014/main" id="{592DE6E3-C4F8-A5C9-C525-217D2B667E25}"/>
              </a:ext>
            </a:extLst>
          </p:cNvPr>
          <p:cNvSpPr>
            <a:spLocks noGrp="1"/>
          </p:cNvSpPr>
          <p:nvPr>
            <p:ph type="body" sz="quarter" idx="167" hasCustomPrompt="1"/>
          </p:nvPr>
        </p:nvSpPr>
        <p:spPr>
          <a:xfrm>
            <a:off x="9681441" y="4839167"/>
            <a:ext cx="1805427" cy="82963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90000"/>
              </a:lnSpc>
              <a:buFontTx/>
              <a:buNone/>
              <a:defRPr sz="2352" b="0" i="0" cap="none" baseline="0">
                <a:solidFill>
                  <a:schemeClr val="accent4"/>
                </a:solidFill>
                <a:latin typeface="MTS Wide Medium" panose="020B0306020102020303" pitchFamily="34" charset="0"/>
                <a:ea typeface="MTS Wide Medium" panose="020B0306020102020303" pitchFamily="34" charset="0"/>
              </a:defRPr>
            </a:lvl1pPr>
            <a:lvl2pPr marL="483763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2pPr>
            <a:lvl3pPr marL="967525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3pPr>
            <a:lvl4pPr marL="1451289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4pPr>
            <a:lvl5pPr marL="1935052" indent="0">
              <a:buFontTx/>
              <a:buNone/>
              <a:defRPr sz="7762" b="0" i="0">
                <a:latin typeface="MTS Wide Medium" panose="020B0306020102020303" pitchFamily="34" charset="0"/>
                <a:ea typeface="MTS Wide Medium" panose="020B0306020102020303" pitchFamily="34" charset="0"/>
              </a:defRPr>
            </a:lvl5pPr>
          </a:lstStyle>
          <a:p>
            <a:pPr lvl="0"/>
            <a:r>
              <a:rPr lang="en-US" dirty="0"/>
              <a:t>Telecom</a:t>
            </a:r>
            <a:endParaRPr lang="en-RU" dirty="0"/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13784C88-499A-9D54-7198-B88F7EAE6A3F}"/>
              </a:ext>
            </a:extLst>
          </p:cNvPr>
          <p:cNvSpPr>
            <a:spLocks noGrp="1"/>
          </p:cNvSpPr>
          <p:nvPr>
            <p:ph type="body" sz="quarter" idx="168" hasCustomPrompt="1"/>
          </p:nvPr>
        </p:nvSpPr>
        <p:spPr>
          <a:xfrm>
            <a:off x="10519292" y="3827322"/>
            <a:ext cx="121196" cy="121202"/>
          </a:xfrm>
          <a:prstGeom prst="ellipse">
            <a:avLst/>
          </a:prstGeom>
          <a:solidFill>
            <a:schemeClr val="accent4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81FFF66D-E867-0CFB-B6B9-DD57FDB0AF4E}"/>
              </a:ext>
            </a:extLst>
          </p:cNvPr>
          <p:cNvSpPr>
            <a:spLocks noGrp="1"/>
          </p:cNvSpPr>
          <p:nvPr>
            <p:ph type="body" sz="quarter" idx="169" hasCustomPrompt="1"/>
          </p:nvPr>
        </p:nvSpPr>
        <p:spPr>
          <a:xfrm>
            <a:off x="9139137" y="5162615"/>
            <a:ext cx="121196" cy="121202"/>
          </a:xfrm>
          <a:prstGeom prst="ellipse">
            <a:avLst/>
          </a:prstGeom>
          <a:solidFill>
            <a:schemeClr val="accent4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69" name="Text Placeholder 4">
            <a:extLst>
              <a:ext uri="{FF2B5EF4-FFF2-40B4-BE49-F238E27FC236}">
                <a16:creationId xmlns:a16="http://schemas.microsoft.com/office/drawing/2014/main" id="{F2A3B846-58C9-1220-A33B-28C6CB18D855}"/>
              </a:ext>
            </a:extLst>
          </p:cNvPr>
          <p:cNvSpPr>
            <a:spLocks noGrp="1"/>
          </p:cNvSpPr>
          <p:nvPr>
            <p:ph type="body" sz="quarter" idx="170" hasCustomPrompt="1"/>
          </p:nvPr>
        </p:nvSpPr>
        <p:spPr>
          <a:xfrm>
            <a:off x="11886610" y="5374465"/>
            <a:ext cx="121196" cy="121202"/>
          </a:xfrm>
          <a:prstGeom prst="ellipse">
            <a:avLst/>
          </a:prstGeom>
          <a:solidFill>
            <a:schemeClr val="accent4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121687740"/>
      </p:ext>
    </p:extLst>
  </p:cSld>
  <p:clrMapOvr>
    <a:masterClrMapping/>
  </p:clrMapOvr>
  <p:transition>
    <p:fade/>
  </p:transition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F2D576CB-EFCA-E417-3F6D-E4F2587D409E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096000" y="761669"/>
            <a:ext cx="5905593" cy="581554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b="0" i="0">
                <a:solidFill>
                  <a:schemeClr val="bg2">
                    <a:lumMod val="90000"/>
                  </a:schemeClr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График</a:t>
            </a:r>
            <a:endParaRPr lang="en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52014F-D39D-CB66-FF31-2338DEDF8E2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143658"/>
            <a:ext cx="1761448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0CD756BA-76A7-3A0C-999D-C7F2F6AB268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132377" y="6504534"/>
            <a:ext cx="1761448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FE294E8-AA2C-765E-DFA3-D7540F9A4DEF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B94C341-45FF-2557-437C-D0571A816179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B0F0FFB-19A0-EC2E-E8C5-EDFA02AD7DAD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F1A61CC-5800-7780-CF6E-EE9FA6B2CFAA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53D10494-6E86-5267-0F01-EFEAE8C28F25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2" name="Title 25">
            <a:extLst>
              <a:ext uri="{FF2B5EF4-FFF2-40B4-BE49-F238E27FC236}">
                <a16:creationId xmlns:a16="http://schemas.microsoft.com/office/drawing/2014/main" id="{97D570E6-D5E0-0FAA-9572-4031E9A1A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348" y="742118"/>
            <a:ext cx="5303778" cy="1220298"/>
          </a:xfrm>
        </p:spPr>
        <p:txBody>
          <a:bodyPr/>
          <a:lstStyle>
            <a:lvl1pPr>
              <a:lnSpc>
                <a:spcPct val="90000"/>
              </a:lnSpc>
              <a:defRPr sz="2352" b="0" i="0" spc="71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r>
              <a:rPr lang="ru-RU" dirty="0"/>
              <a:t>Более 70% населения Москвы пользуются услугами МТС.</a:t>
            </a:r>
            <a:endParaRPr lang="en-RU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0A5058A-6D6D-1B58-6FE8-67BCF5F050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0177" y="3027216"/>
            <a:ext cx="1736108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Москва и Московская область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68D58B2F-E633-3701-D47A-A9E65D9462C4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1762343" y="2675575"/>
            <a:ext cx="183942" cy="183952"/>
          </a:xfrm>
          <a:prstGeom prst="ellipse">
            <a:avLst/>
          </a:prstGeom>
          <a:solidFill>
            <a:schemeClr val="accent1"/>
          </a:solidFill>
          <a:ln w="25400">
            <a:noFill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73AE944E-0901-159A-860B-5B9C66777A0A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4137170" y="2675575"/>
            <a:ext cx="183942" cy="18395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noFill/>
            <a:prstDash val="lgDash"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806B9A4-FB9D-8E7A-EE87-232F051E1DF3}"/>
              </a:ext>
            </a:extLst>
          </p:cNvPr>
          <p:cNvCxnSpPr/>
          <p:nvPr userDrawn="1"/>
        </p:nvCxnSpPr>
        <p:spPr>
          <a:xfrm>
            <a:off x="190407" y="249956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A20B53-856E-0442-6A43-75E28CBF9C4B}"/>
              </a:ext>
            </a:extLst>
          </p:cNvPr>
          <p:cNvCxnSpPr/>
          <p:nvPr userDrawn="1"/>
        </p:nvCxnSpPr>
        <p:spPr>
          <a:xfrm>
            <a:off x="2555930" y="249956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635CB80-CEB1-FBAE-319F-0204642CC30C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1762343" y="3796155"/>
            <a:ext cx="183942" cy="18395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noFill/>
            <a:prstDash val="dash"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9806DBB8-7480-7C08-F1D2-4166117CBD1D}"/>
              </a:ext>
            </a:extLst>
          </p:cNvPr>
          <p:cNvSpPr>
            <a:spLocks noGrp="1"/>
          </p:cNvSpPr>
          <p:nvPr>
            <p:ph type="body" sz="quarter" idx="142" hasCustomPrompt="1"/>
          </p:nvPr>
        </p:nvSpPr>
        <p:spPr>
          <a:xfrm>
            <a:off x="4137170" y="3796155"/>
            <a:ext cx="183942" cy="18395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noFill/>
            <a:prstDash val="solid"/>
          </a:ln>
        </p:spPr>
        <p:txBody>
          <a:bodyPr/>
          <a:lstStyle/>
          <a:p>
            <a:pPr lvl="0"/>
            <a:r>
              <a:rPr lang="ru-RU" dirty="0"/>
              <a:t> </a:t>
            </a:r>
            <a:endParaRPr lang="en-RU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A147CD8-09A7-2126-E996-01EA84C38831}"/>
              </a:ext>
            </a:extLst>
          </p:cNvPr>
          <p:cNvCxnSpPr/>
          <p:nvPr userDrawn="1"/>
        </p:nvCxnSpPr>
        <p:spPr>
          <a:xfrm>
            <a:off x="190407" y="362014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85D64BC-148C-2425-DFAF-E0C32B0E49EA}"/>
              </a:ext>
            </a:extLst>
          </p:cNvPr>
          <p:cNvCxnSpPr/>
          <p:nvPr userDrawn="1"/>
        </p:nvCxnSpPr>
        <p:spPr>
          <a:xfrm>
            <a:off x="2555930" y="3620140"/>
            <a:ext cx="17614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9ECA1400-166D-FBE6-69FB-16229F3369BA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204025" y="2667857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50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FF222637-8C12-6F9C-E5B3-D3C6C57D3B70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>
            <a:off x="2544978" y="3027216"/>
            <a:ext cx="1761449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Регионы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7DC08D06-6AA4-53FE-5BD8-41AB083F5384}"/>
              </a:ext>
            </a:extLst>
          </p:cNvPr>
          <p:cNvSpPr>
            <a:spLocks noGrp="1"/>
          </p:cNvSpPr>
          <p:nvPr>
            <p:ph type="body" sz="quarter" idx="148" hasCustomPrompt="1"/>
          </p:nvPr>
        </p:nvSpPr>
        <p:spPr>
          <a:xfrm>
            <a:off x="2538827" y="2667857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25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B33470A9-9275-47BB-94F0-9F9B4842EB10}"/>
              </a:ext>
            </a:extLst>
          </p:cNvPr>
          <p:cNvSpPr>
            <a:spLocks noGrp="1"/>
          </p:cNvSpPr>
          <p:nvPr>
            <p:ph type="body" sz="quarter" idx="149" hasCustomPrompt="1"/>
          </p:nvPr>
        </p:nvSpPr>
        <p:spPr>
          <a:xfrm>
            <a:off x="210177" y="4149697"/>
            <a:ext cx="1736108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Ленобласть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0B9DA084-D737-A91F-3450-4AB252FDF571}"/>
              </a:ext>
            </a:extLst>
          </p:cNvPr>
          <p:cNvSpPr>
            <a:spLocks noGrp="1"/>
          </p:cNvSpPr>
          <p:nvPr>
            <p:ph type="body" sz="quarter" idx="150" hasCustomPrompt="1"/>
          </p:nvPr>
        </p:nvSpPr>
        <p:spPr>
          <a:xfrm>
            <a:off x="204025" y="3790338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50</a:t>
            </a:r>
            <a:r>
              <a:rPr lang="en-US" dirty="0"/>
              <a:t>%</a:t>
            </a:r>
            <a:endParaRPr lang="ru-RU" dirty="0"/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EE6216C-5A35-8A43-DFC9-9145D0DA46E5}"/>
              </a:ext>
            </a:extLst>
          </p:cNvPr>
          <p:cNvSpPr>
            <a:spLocks noGrp="1"/>
          </p:cNvSpPr>
          <p:nvPr>
            <p:ph type="body" sz="quarter" idx="151" hasCustomPrompt="1"/>
          </p:nvPr>
        </p:nvSpPr>
        <p:spPr>
          <a:xfrm>
            <a:off x="2544978" y="4149697"/>
            <a:ext cx="1761449" cy="3862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Домашние сервисы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98CC07F6-6B6A-B5F5-0F3D-EB3F855B35F7}"/>
              </a:ext>
            </a:extLst>
          </p:cNvPr>
          <p:cNvSpPr>
            <a:spLocks noGrp="1"/>
          </p:cNvSpPr>
          <p:nvPr>
            <p:ph type="body" sz="quarter" idx="152" hasCustomPrompt="1"/>
          </p:nvPr>
        </p:nvSpPr>
        <p:spPr>
          <a:xfrm>
            <a:off x="2538827" y="3790338"/>
            <a:ext cx="1166903" cy="26837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6752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352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rtl="0"/>
            <a:r>
              <a:rPr lang="ru-RU" dirty="0"/>
              <a:t>25</a:t>
            </a:r>
            <a:r>
              <a:rPr lang="en-US" dirty="0"/>
              <a:t>%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1906449"/>
      </p:ext>
    </p:extLst>
  </p:cSld>
  <p:clrMapOvr>
    <a:masterClrMapping/>
  </p:clrMapOvr>
  <p:transition>
    <p:fade/>
  </p:transition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A6149-122D-7A14-2AB6-5EB3D4C18E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Roadmap</a:t>
            </a:r>
            <a:endParaRPr lang="en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371C55-15DF-941E-8C8D-1EBB588343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3E9CB17B-066C-BBE4-A8A2-BE1A9CCAC5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911378-1BBC-64E8-E839-E4E63372C657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40BADB3-200F-4527-3BC2-A0488C0FBE03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15D5B3F-FD2E-F294-EB65-00B62149821A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1EBB512-DD1B-9F09-D765-782FCC8B6AEE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6367331-06A6-E2F0-D460-2DDC28A46694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4DBB9AD2-6A8D-AB1A-591D-F5EA102D453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AC80B1A9-9ABB-8D55-19D2-29806F8DEE2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AA46B5E1-FA61-1995-2669-E4C90EFD0BC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09E260A5-506E-7641-8463-F04273E1F38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4520" y="4195808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A8A7F279-5724-E84E-339C-995BBD01A36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4520" y="4397434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22CAA125-67EB-C6D3-71E9-9EE66C4664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70338" y="4195808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6EFC5BBC-0FF1-338A-00CF-FB936BC04D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70338" y="4397434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3777F3B6-9D67-86F3-ABF7-4C15691D19A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90109" y="2028011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7AB228CD-4D8C-A10F-0A5C-888837C0483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90109" y="2229637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B1FDFFAE-0B97-B77D-2B44-669A8D302A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50567" y="2028011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0D28C0C4-BC1F-38D2-E5C5-3EB3382738D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567" y="2229637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87FF090A-8795-BD80-5976-1A20274FC7B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30795" y="4195808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ACF00253-E1D9-9A22-EA90-897E0998900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30795" y="4397434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D7432110-13EA-EB99-5F95-2A017A267AC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11024" y="2028011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24AA2FE2-DB96-AB8F-683E-D43DD4D2100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211025" y="2229637"/>
            <a:ext cx="1790569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692697FE-A5EF-25DF-1969-FDA6EC001DB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449576" y="5426930"/>
            <a:ext cx="2963624" cy="9172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К 2024 году планируем выйти </a:t>
            </a:r>
            <a:br>
              <a:rPr lang="ru-RU" dirty="0"/>
            </a:br>
            <a:r>
              <a:rPr lang="ru-RU" dirty="0"/>
              <a:t>на рынок Азии и повысить </a:t>
            </a:r>
            <a:r>
              <a:rPr lang="en-GB" dirty="0"/>
              <a:t>KPI </a:t>
            </a:r>
            <a:br>
              <a:rPr lang="ru-RU" dirty="0"/>
            </a:br>
            <a:r>
              <a:rPr lang="ru-RU" dirty="0"/>
              <a:t>на 30%.</a:t>
            </a:r>
            <a:endParaRPr lang="en-RU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212BF7B-9D1A-AAAE-63A8-A7DFCF2F252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94519" y="2921221"/>
            <a:ext cx="1023716" cy="1023772"/>
          </a:xfrm>
          <a:prstGeom prst="ellipse">
            <a:avLst/>
          </a:prstGeom>
          <a:solidFill>
            <a:schemeClr val="accent3"/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2019</a:t>
            </a:r>
            <a:endParaRPr lang="en-RU" dirty="0"/>
          </a:p>
        </p:txBody>
      </p:sp>
      <p:sp>
        <p:nvSpPr>
          <p:cNvPr id="39" name="Text Placeholder 36">
            <a:extLst>
              <a:ext uri="{FF2B5EF4-FFF2-40B4-BE49-F238E27FC236}">
                <a16:creationId xmlns:a16="http://schemas.microsoft.com/office/drawing/2014/main" id="{500E6222-5C47-E874-75F2-88ACCA223CE6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290109" y="2921221"/>
            <a:ext cx="1023716" cy="1023772"/>
          </a:xfrm>
          <a:prstGeom prst="ellipse">
            <a:avLst/>
          </a:prstGeom>
          <a:solidFill>
            <a:schemeClr val="accent3"/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2020</a:t>
            </a:r>
            <a:endParaRPr lang="en-RU" dirty="0"/>
          </a:p>
        </p:txBody>
      </p:sp>
      <p:sp>
        <p:nvSpPr>
          <p:cNvPr id="40" name="Text Placeholder 36">
            <a:extLst>
              <a:ext uri="{FF2B5EF4-FFF2-40B4-BE49-F238E27FC236}">
                <a16:creationId xmlns:a16="http://schemas.microsoft.com/office/drawing/2014/main" id="{6CFB39BC-450C-4B5D-6926-D17F638292A8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270338" y="2921221"/>
            <a:ext cx="1023716" cy="1023772"/>
          </a:xfrm>
          <a:prstGeom prst="ellipse">
            <a:avLst/>
          </a:prstGeom>
          <a:solidFill>
            <a:schemeClr val="accent3"/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2021</a:t>
            </a:r>
            <a:endParaRPr lang="en-RU" dirty="0"/>
          </a:p>
        </p:txBody>
      </p:sp>
      <p:sp>
        <p:nvSpPr>
          <p:cNvPr id="41" name="Text Placeholder 36">
            <a:extLst>
              <a:ext uri="{FF2B5EF4-FFF2-40B4-BE49-F238E27FC236}">
                <a16:creationId xmlns:a16="http://schemas.microsoft.com/office/drawing/2014/main" id="{EE27E97D-A741-8573-74DD-7B31353B37C1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250566" y="2921221"/>
            <a:ext cx="1023716" cy="1023772"/>
          </a:xfrm>
          <a:prstGeom prst="ellipse">
            <a:avLst/>
          </a:prstGeom>
          <a:solidFill>
            <a:schemeClr val="accent3"/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2022</a:t>
            </a:r>
            <a:endParaRPr lang="en-RU" dirty="0"/>
          </a:p>
        </p:txBody>
      </p:sp>
      <p:sp>
        <p:nvSpPr>
          <p:cNvPr id="42" name="Text Placeholder 36">
            <a:extLst>
              <a:ext uri="{FF2B5EF4-FFF2-40B4-BE49-F238E27FC236}">
                <a16:creationId xmlns:a16="http://schemas.microsoft.com/office/drawing/2014/main" id="{EC19E6BC-9BE4-AAD1-26F9-0B048E4C5DE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230795" y="2921221"/>
            <a:ext cx="1023716" cy="1023772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2023</a:t>
            </a:r>
            <a:endParaRPr lang="en-RU" dirty="0"/>
          </a:p>
        </p:txBody>
      </p:sp>
      <p:sp>
        <p:nvSpPr>
          <p:cNvPr id="43" name="Text Placeholder 36">
            <a:extLst>
              <a:ext uri="{FF2B5EF4-FFF2-40B4-BE49-F238E27FC236}">
                <a16:creationId xmlns:a16="http://schemas.microsoft.com/office/drawing/2014/main" id="{1DF22A9F-A8D1-3219-A9DD-EE9BA4B730FA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11024" y="2921221"/>
            <a:ext cx="1023716" cy="1023772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2024</a:t>
            </a:r>
            <a:endParaRPr lang="en-RU" dirty="0"/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8A4A3A03-B17D-4102-D610-5A8EFF44CD75}"/>
              </a:ext>
            </a:extLst>
          </p:cNvPr>
          <p:cNvSpPr/>
          <p:nvPr userDrawn="1"/>
        </p:nvSpPr>
        <p:spPr>
          <a:xfrm>
            <a:off x="190407" y="2835595"/>
            <a:ext cx="12036580" cy="1194774"/>
          </a:xfrm>
          <a:custGeom>
            <a:avLst/>
            <a:gdLst>
              <a:gd name="connsiteX0" fmla="*/ 0 w 25590270"/>
              <a:gd name="connsiteY0" fmla="*/ 1269999 h 2540000"/>
              <a:gd name="connsiteX1" fmla="*/ 0 w 25590270"/>
              <a:gd name="connsiteY1" fmla="*/ 1270000 h 2540000"/>
              <a:gd name="connsiteX2" fmla="*/ 0 w 25590270"/>
              <a:gd name="connsiteY2" fmla="*/ 1270000 h 2540000"/>
              <a:gd name="connsiteX3" fmla="*/ 1269999 w 25590270"/>
              <a:gd name="connsiteY3" fmla="*/ 0 h 2540000"/>
              <a:gd name="connsiteX4" fmla="*/ 25590270 w 25590270"/>
              <a:gd name="connsiteY4" fmla="*/ 0 h 2540000"/>
              <a:gd name="connsiteX5" fmla="*/ 25590270 w 25590270"/>
              <a:gd name="connsiteY5" fmla="*/ 2540000 h 2540000"/>
              <a:gd name="connsiteX6" fmla="*/ 1269999 w 25590270"/>
              <a:gd name="connsiteY6" fmla="*/ 2539999 h 2540000"/>
              <a:gd name="connsiteX7" fmla="*/ 25801 w 25590270"/>
              <a:gd name="connsiteY7" fmla="*/ 1525949 h 2540000"/>
              <a:gd name="connsiteX8" fmla="*/ 0 w 25590270"/>
              <a:gd name="connsiteY8" fmla="*/ 1270000 h 2540000"/>
              <a:gd name="connsiteX9" fmla="*/ 25801 w 25590270"/>
              <a:gd name="connsiteY9" fmla="*/ 1014051 h 2540000"/>
              <a:gd name="connsiteX10" fmla="*/ 1269999 w 25590270"/>
              <a:gd name="connsiteY10" fmla="*/ 0 h 2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590270" h="2540000">
                <a:moveTo>
                  <a:pt x="0" y="1269999"/>
                </a:moveTo>
                <a:lnTo>
                  <a:pt x="0" y="1270000"/>
                </a:lnTo>
                <a:lnTo>
                  <a:pt x="0" y="1270000"/>
                </a:lnTo>
                <a:close/>
                <a:moveTo>
                  <a:pt x="1269999" y="0"/>
                </a:moveTo>
                <a:lnTo>
                  <a:pt x="25590270" y="0"/>
                </a:lnTo>
                <a:lnTo>
                  <a:pt x="25590270" y="2540000"/>
                </a:lnTo>
                <a:lnTo>
                  <a:pt x="1269999" y="2539999"/>
                </a:lnTo>
                <a:cubicBezTo>
                  <a:pt x="656273" y="2539999"/>
                  <a:pt x="144224" y="2104666"/>
                  <a:pt x="25801" y="1525949"/>
                </a:cubicBezTo>
                <a:lnTo>
                  <a:pt x="0" y="1270000"/>
                </a:lnTo>
                <a:lnTo>
                  <a:pt x="25801" y="1014051"/>
                </a:lnTo>
                <a:cubicBezTo>
                  <a:pt x="144224" y="435333"/>
                  <a:pt x="656273" y="0"/>
                  <a:pt x="1269999" y="0"/>
                </a:cubicBez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RU" sz="659" dirty="0" err="1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491434"/>
      </p:ext>
    </p:extLst>
  </p:cSld>
  <p:clrMapOvr>
    <a:masterClrMapping/>
  </p:clrMapOvr>
  <p:transition>
    <p:fade/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A6149-122D-7A14-2AB6-5EB3D4C18E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Roadmap</a:t>
            </a:r>
            <a:endParaRPr lang="en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371C55-15DF-941E-8C8D-1EBB588343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3E9CB17B-066C-BBE4-A8A2-BE1A9CCAC5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911378-1BBC-64E8-E839-E4E63372C657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40BADB3-200F-4527-3BC2-A0488C0FBE03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15D5B3F-FD2E-F294-EB65-00B62149821A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1EBB512-DD1B-9F09-D765-782FCC8B6AEE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6367331-06A6-E2F0-D460-2DDC28A46694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4DBB9AD2-6A8D-AB1A-591D-F5EA102D453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AC80B1A9-9ABB-8D55-19D2-29806F8DEE2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AA46B5E1-FA61-1995-2669-E4C90EFD0BC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09E260A5-506E-7641-8463-F04273E1F38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4520" y="4195808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A8A7F279-5724-E84E-339C-995BBD01A36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4520" y="4397434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22CAA125-67EB-C6D3-71E9-9EE66C4664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70338" y="4195808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6EFC5BBC-0FF1-338A-00CF-FB936BC04D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70338" y="4397434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3777F3B6-9D67-86F3-ABF7-4C15691D19A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90109" y="2028011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7AB228CD-4D8C-A10F-0A5C-888837C0483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90109" y="2229637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B1FDFFAE-0B97-B77D-2B44-669A8D302A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50567" y="2028011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0D28C0C4-BC1F-38D2-E5C5-3EB3382738D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567" y="2229637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87FF090A-8795-BD80-5976-1A20274FC7B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30795" y="4195808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ACF00253-E1D9-9A22-EA90-897E0998900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30795" y="4397434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D7432110-13EA-EB99-5F95-2A017A267AC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11024" y="2028011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24AA2FE2-DB96-AB8F-683E-D43DD4D2100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211025" y="2229637"/>
            <a:ext cx="1790569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692697FE-A5EF-25DF-1969-FDA6EC001DB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449576" y="5426930"/>
            <a:ext cx="2963624" cy="9172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К 2024 году планируем выйти </a:t>
            </a:r>
            <a:br>
              <a:rPr lang="ru-RU" dirty="0"/>
            </a:br>
            <a:r>
              <a:rPr lang="ru-RU" dirty="0"/>
              <a:t>на рынок Азии и повысить </a:t>
            </a:r>
            <a:r>
              <a:rPr lang="en-GB" dirty="0"/>
              <a:t>KPI </a:t>
            </a:r>
            <a:br>
              <a:rPr lang="ru-RU" dirty="0"/>
            </a:br>
            <a:r>
              <a:rPr lang="ru-RU" dirty="0"/>
              <a:t>на 30%.</a:t>
            </a:r>
            <a:endParaRPr lang="en-RU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212BF7B-9D1A-AAAE-63A8-A7DFCF2F252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94519" y="2921221"/>
            <a:ext cx="1023716" cy="102377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2019</a:t>
            </a:r>
            <a:endParaRPr lang="en-RU" dirty="0"/>
          </a:p>
        </p:txBody>
      </p:sp>
      <p:sp>
        <p:nvSpPr>
          <p:cNvPr id="39" name="Text Placeholder 36">
            <a:extLst>
              <a:ext uri="{FF2B5EF4-FFF2-40B4-BE49-F238E27FC236}">
                <a16:creationId xmlns:a16="http://schemas.microsoft.com/office/drawing/2014/main" id="{500E6222-5C47-E874-75F2-88ACCA223CE6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290109" y="2921221"/>
            <a:ext cx="1023716" cy="102377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2020</a:t>
            </a:r>
            <a:endParaRPr lang="en-RU" dirty="0"/>
          </a:p>
        </p:txBody>
      </p:sp>
      <p:sp>
        <p:nvSpPr>
          <p:cNvPr id="40" name="Text Placeholder 36">
            <a:extLst>
              <a:ext uri="{FF2B5EF4-FFF2-40B4-BE49-F238E27FC236}">
                <a16:creationId xmlns:a16="http://schemas.microsoft.com/office/drawing/2014/main" id="{6CFB39BC-450C-4B5D-6926-D17F638292A8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270338" y="2921221"/>
            <a:ext cx="1023716" cy="102377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2021</a:t>
            </a:r>
            <a:endParaRPr lang="en-RU" dirty="0"/>
          </a:p>
        </p:txBody>
      </p:sp>
      <p:sp>
        <p:nvSpPr>
          <p:cNvPr id="41" name="Text Placeholder 36">
            <a:extLst>
              <a:ext uri="{FF2B5EF4-FFF2-40B4-BE49-F238E27FC236}">
                <a16:creationId xmlns:a16="http://schemas.microsoft.com/office/drawing/2014/main" id="{EE27E97D-A741-8573-74DD-7B31353B37C1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250566" y="2921221"/>
            <a:ext cx="1023716" cy="102377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2022</a:t>
            </a:r>
            <a:endParaRPr lang="en-RU" dirty="0"/>
          </a:p>
        </p:txBody>
      </p:sp>
      <p:sp>
        <p:nvSpPr>
          <p:cNvPr id="42" name="Text Placeholder 36">
            <a:extLst>
              <a:ext uri="{FF2B5EF4-FFF2-40B4-BE49-F238E27FC236}">
                <a16:creationId xmlns:a16="http://schemas.microsoft.com/office/drawing/2014/main" id="{EC19E6BC-9BE4-AAD1-26F9-0B048E4C5DE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230795" y="2921221"/>
            <a:ext cx="1023716" cy="1023772"/>
          </a:xfrm>
          <a:prstGeom prst="ellipse">
            <a:avLst/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2023</a:t>
            </a:r>
            <a:endParaRPr lang="en-RU" dirty="0"/>
          </a:p>
        </p:txBody>
      </p:sp>
      <p:sp>
        <p:nvSpPr>
          <p:cNvPr id="43" name="Text Placeholder 36">
            <a:extLst>
              <a:ext uri="{FF2B5EF4-FFF2-40B4-BE49-F238E27FC236}">
                <a16:creationId xmlns:a16="http://schemas.microsoft.com/office/drawing/2014/main" id="{1DF22A9F-A8D1-3219-A9DD-EE9BA4B730FA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11024" y="2921221"/>
            <a:ext cx="1023716" cy="1023772"/>
          </a:xfrm>
          <a:prstGeom prst="ellipse">
            <a:avLst/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2024</a:t>
            </a:r>
            <a:endParaRPr lang="en-RU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6CEEA814-F8FB-713A-2152-33DD38D3E06D}"/>
              </a:ext>
            </a:extLst>
          </p:cNvPr>
          <p:cNvSpPr/>
          <p:nvPr userDrawn="1"/>
        </p:nvSpPr>
        <p:spPr>
          <a:xfrm>
            <a:off x="-46081" y="2835595"/>
            <a:ext cx="12273068" cy="1194774"/>
          </a:xfrm>
          <a:custGeom>
            <a:avLst/>
            <a:gdLst>
              <a:gd name="connsiteX0" fmla="*/ 0 w 26093055"/>
              <a:gd name="connsiteY0" fmla="*/ 0 h 2540000"/>
              <a:gd name="connsiteX1" fmla="*/ 26093055 w 26093055"/>
              <a:gd name="connsiteY1" fmla="*/ 0 h 2540000"/>
              <a:gd name="connsiteX2" fmla="*/ 26093055 w 26093055"/>
              <a:gd name="connsiteY2" fmla="*/ 2540000 h 2540000"/>
              <a:gd name="connsiteX3" fmla="*/ 0 w 26093055"/>
              <a:gd name="connsiteY3" fmla="*/ 2539999 h 2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93055" h="2540000">
                <a:moveTo>
                  <a:pt x="0" y="0"/>
                </a:moveTo>
                <a:lnTo>
                  <a:pt x="26093055" y="0"/>
                </a:lnTo>
                <a:lnTo>
                  <a:pt x="26093055" y="2540000"/>
                </a:lnTo>
                <a:lnTo>
                  <a:pt x="0" y="2539999"/>
                </a:ln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RU" sz="659" dirty="0" err="1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432505"/>
      </p:ext>
    </p:extLst>
  </p:cSld>
  <p:clrMapOvr>
    <a:masterClrMapping/>
  </p:clrMapOvr>
  <p:transition>
    <p:fade/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A6149-122D-7A14-2AB6-5EB3D4C18E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Roadmap</a:t>
            </a:r>
            <a:endParaRPr lang="en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371C55-15DF-941E-8C8D-1EBB588343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3E9CB17B-066C-BBE4-A8A2-BE1A9CCAC5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911378-1BBC-64E8-E839-E4E63372C657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40BADB3-200F-4527-3BC2-A0488C0FBE03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15D5B3F-FD2E-F294-EB65-00B62149821A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1EBB512-DD1B-9F09-D765-782FCC8B6AEE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6367331-06A6-E2F0-D460-2DDC28A46694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4DBB9AD2-6A8D-AB1A-591D-F5EA102D453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32377" y="6507468"/>
            <a:ext cx="174841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AC80B1A9-9ABB-8D55-19D2-29806F8DEE2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20732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AA46B5E1-FA61-1995-2669-E4C90EFD0BC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51878" y="6507468"/>
            <a:ext cx="1771155" cy="2034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buFontTx/>
              <a:buNone/>
              <a:defRPr sz="753" b="0" i="0" spc="33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Место под сноску </a:t>
            </a:r>
            <a:br>
              <a:rPr lang="ru-RU" dirty="0"/>
            </a:br>
            <a:r>
              <a:rPr lang="ru-RU" dirty="0"/>
              <a:t>или под источник</a:t>
            </a:r>
            <a:endParaRPr lang="en-RU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09E260A5-506E-7641-8463-F04273E1F38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4520" y="4195808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A8A7F279-5724-E84E-339C-995BBD01A36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4520" y="4397434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22CAA125-67EB-C6D3-71E9-9EE66C4664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70338" y="4195808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6EFC5BBC-0FF1-338A-00CF-FB936BC04D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70338" y="4397434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3777F3B6-9D67-86F3-ABF7-4C15691D19A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90109" y="2028011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7AB228CD-4D8C-A10F-0A5C-888837C0483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90109" y="2229637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B1FDFFAE-0B97-B77D-2B44-669A8D302A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50567" y="2028011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0D28C0C4-BC1F-38D2-E5C5-3EB3382738D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567" y="2229637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87FF090A-8795-BD80-5976-1A20274FC7B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30795" y="4195808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ACF00253-E1D9-9A22-EA90-897E0998900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30795" y="4397434"/>
            <a:ext cx="1760702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D7432110-13EA-EB99-5F95-2A017A267AC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11024" y="2028011"/>
            <a:ext cx="1760702" cy="201626"/>
          </a:xfrm>
          <a:prstGeom prst="rect">
            <a:avLst/>
          </a:prstGeom>
        </p:spPr>
        <p:txBody>
          <a:bodyPr lIns="108000" tIns="0" rIns="0" bIns="0"/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Шаг 1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24AA2FE2-DB96-AB8F-683E-D43DD4D2100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211025" y="2229637"/>
            <a:ext cx="1790569" cy="610182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lvl1pPr marL="0" indent="0">
              <a:buFontTx/>
              <a:buNone/>
              <a:defRPr sz="988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Количество пользователей, присоединившихся в этом году в </a:t>
            </a:r>
            <a:r>
              <a:rPr lang="ru-RU" dirty="0" err="1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сервисву</a:t>
            </a:r>
            <a:r>
              <a:rPr lang="ru-RU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MTS Text" panose="020B0306020102020303" pitchFamily="34" charset="0"/>
              </a:rPr>
              <a:t>KION.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692697FE-A5EF-25DF-1969-FDA6EC001DB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449576" y="5426930"/>
            <a:ext cx="2963624" cy="9172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defRPr sz="1317" b="0" i="0" spc="47" baseline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К 2024 году планируем выйти </a:t>
            </a:r>
            <a:br>
              <a:rPr lang="ru-RU" dirty="0"/>
            </a:br>
            <a:r>
              <a:rPr lang="ru-RU" dirty="0"/>
              <a:t>на рынок Азии и повысить </a:t>
            </a:r>
            <a:r>
              <a:rPr lang="en-GB" dirty="0"/>
              <a:t>KPI </a:t>
            </a:r>
            <a:br>
              <a:rPr lang="ru-RU" dirty="0"/>
            </a:br>
            <a:r>
              <a:rPr lang="ru-RU" dirty="0"/>
              <a:t>на 30%.</a:t>
            </a:r>
            <a:endParaRPr lang="en-RU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212BF7B-9D1A-AAAE-63A8-A7DFCF2F252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94519" y="2921221"/>
            <a:ext cx="1023716" cy="10237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2019</a:t>
            </a:r>
            <a:endParaRPr lang="en-RU" dirty="0"/>
          </a:p>
        </p:txBody>
      </p:sp>
      <p:sp>
        <p:nvSpPr>
          <p:cNvPr id="39" name="Text Placeholder 36">
            <a:extLst>
              <a:ext uri="{FF2B5EF4-FFF2-40B4-BE49-F238E27FC236}">
                <a16:creationId xmlns:a16="http://schemas.microsoft.com/office/drawing/2014/main" id="{500E6222-5C47-E874-75F2-88ACCA223CE6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290109" y="2921221"/>
            <a:ext cx="1023716" cy="10237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2020</a:t>
            </a:r>
            <a:endParaRPr lang="en-RU" dirty="0"/>
          </a:p>
        </p:txBody>
      </p:sp>
      <p:sp>
        <p:nvSpPr>
          <p:cNvPr id="40" name="Text Placeholder 36">
            <a:extLst>
              <a:ext uri="{FF2B5EF4-FFF2-40B4-BE49-F238E27FC236}">
                <a16:creationId xmlns:a16="http://schemas.microsoft.com/office/drawing/2014/main" id="{6CFB39BC-450C-4B5D-6926-D17F638292A8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270338" y="2921221"/>
            <a:ext cx="1023716" cy="10237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2021</a:t>
            </a:r>
            <a:endParaRPr lang="en-RU" dirty="0"/>
          </a:p>
        </p:txBody>
      </p:sp>
      <p:sp>
        <p:nvSpPr>
          <p:cNvPr id="41" name="Text Placeholder 36">
            <a:extLst>
              <a:ext uri="{FF2B5EF4-FFF2-40B4-BE49-F238E27FC236}">
                <a16:creationId xmlns:a16="http://schemas.microsoft.com/office/drawing/2014/main" id="{EE27E97D-A741-8573-74DD-7B31353B37C1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250566" y="2921221"/>
            <a:ext cx="1023716" cy="10237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2022</a:t>
            </a:r>
            <a:endParaRPr lang="en-RU" dirty="0"/>
          </a:p>
        </p:txBody>
      </p:sp>
      <p:sp>
        <p:nvSpPr>
          <p:cNvPr id="42" name="Text Placeholder 36">
            <a:extLst>
              <a:ext uri="{FF2B5EF4-FFF2-40B4-BE49-F238E27FC236}">
                <a16:creationId xmlns:a16="http://schemas.microsoft.com/office/drawing/2014/main" id="{EC19E6BC-9BE4-AAD1-26F9-0B048E4C5DE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230795" y="2921221"/>
            <a:ext cx="1023716" cy="1023772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2023</a:t>
            </a:r>
            <a:endParaRPr lang="en-RU" dirty="0"/>
          </a:p>
        </p:txBody>
      </p:sp>
      <p:sp>
        <p:nvSpPr>
          <p:cNvPr id="43" name="Text Placeholder 36">
            <a:extLst>
              <a:ext uri="{FF2B5EF4-FFF2-40B4-BE49-F238E27FC236}">
                <a16:creationId xmlns:a16="http://schemas.microsoft.com/office/drawing/2014/main" id="{1DF22A9F-A8D1-3219-A9DD-EE9BA4B730FA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11024" y="2921221"/>
            <a:ext cx="1023716" cy="1023772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317" b="0" i="0"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</a:lstStyle>
          <a:p>
            <a:pPr lvl="0"/>
            <a:r>
              <a:rPr lang="ru-RU" dirty="0"/>
              <a:t>2024</a:t>
            </a:r>
            <a:endParaRPr lang="en-RU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F7BD30A-CFB7-8EB6-C338-8A46B9F9C703}"/>
              </a:ext>
            </a:extLst>
          </p:cNvPr>
          <p:cNvSpPr/>
          <p:nvPr userDrawn="1"/>
        </p:nvSpPr>
        <p:spPr>
          <a:xfrm>
            <a:off x="-46081" y="2835595"/>
            <a:ext cx="11386745" cy="1194774"/>
          </a:xfrm>
          <a:custGeom>
            <a:avLst/>
            <a:gdLst>
              <a:gd name="connsiteX0" fmla="*/ 0 w 24208695"/>
              <a:gd name="connsiteY0" fmla="*/ 0 h 2540000"/>
              <a:gd name="connsiteX1" fmla="*/ 22938695 w 24208695"/>
              <a:gd name="connsiteY1" fmla="*/ 0 h 2540000"/>
              <a:gd name="connsiteX2" fmla="*/ 24208695 w 24208695"/>
              <a:gd name="connsiteY2" fmla="*/ 1270000 h 2540000"/>
              <a:gd name="connsiteX3" fmla="*/ 22938695 w 24208695"/>
              <a:gd name="connsiteY3" fmla="*/ 2540000 h 2540000"/>
              <a:gd name="connsiteX4" fmla="*/ 0 w 24208695"/>
              <a:gd name="connsiteY4" fmla="*/ 2539999 h 2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08695" h="2540000">
                <a:moveTo>
                  <a:pt x="0" y="0"/>
                </a:moveTo>
                <a:lnTo>
                  <a:pt x="22938695" y="0"/>
                </a:lnTo>
                <a:cubicBezTo>
                  <a:pt x="23640099" y="0"/>
                  <a:pt x="24208695" y="568598"/>
                  <a:pt x="24208695" y="1270000"/>
                </a:cubicBezTo>
                <a:cubicBezTo>
                  <a:pt x="24208695" y="1971402"/>
                  <a:pt x="23640095" y="2540000"/>
                  <a:pt x="22938695" y="2540000"/>
                </a:cubicBezTo>
                <a:lnTo>
                  <a:pt x="0" y="2539999"/>
                </a:ln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RU" sz="659" dirty="0" err="1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928654"/>
      </p:ext>
    </p:extLst>
  </p:cSld>
  <p:clrMapOvr>
    <a:masterClrMapping/>
  </p:clrMapOvr>
  <p:transition>
    <p:fade/>
  </p:transition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092CE97-E07B-AF30-8CFA-6095FF1601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1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50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2045CB0-5DF7-8067-8B7D-96EC8A535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1"/>
            <a:ext cx="5905593" cy="735671"/>
          </a:xfrm>
        </p:spPr>
        <p:txBody>
          <a:bodyPr/>
          <a:lstStyle/>
          <a:p>
            <a:r>
              <a:rPr lang="ru-RU" dirty="0"/>
              <a:t>Карта</a:t>
            </a:r>
            <a:endParaRPr lang="en-RU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6F18BE4-98DB-A5D1-2442-6F7ED2D121F2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6EFDE7B-E6D6-E8D4-5348-1F4937C35A53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524D55A-1204-6030-6601-0422D5022D8B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F4B9648-F8CC-062C-58C0-7F0E7DAB5730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C99593C-354C-E1E2-F3E7-86EA35C1FC23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38E754C-00A4-F732-1988-DD729D62A6D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407" y="1839131"/>
            <a:ext cx="2370750" cy="92940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Описание</a:t>
            </a:r>
          </a:p>
        </p:txBody>
      </p:sp>
    </p:spTree>
    <p:extLst>
      <p:ext uri="{BB962C8B-B14F-4D97-AF65-F5344CB8AC3E}">
        <p14:creationId xmlns:p14="http://schemas.microsoft.com/office/powerpoint/2010/main" val="1217090635"/>
      </p:ext>
    </p:extLst>
  </p:cSld>
  <p:clrMapOvr>
    <a:masterClrMapping/>
  </p:clrMapOvr>
  <p:transition>
    <p:fade/>
  </p:transition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092CE97-E07B-AF30-8CFA-6095FF1601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1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50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2045CB0-5DF7-8067-8B7D-96EC8A535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1"/>
            <a:ext cx="5905593" cy="735671"/>
          </a:xfrm>
        </p:spPr>
        <p:txBody>
          <a:bodyPr/>
          <a:lstStyle/>
          <a:p>
            <a:r>
              <a:rPr lang="ru-RU" dirty="0"/>
              <a:t>Карта</a:t>
            </a:r>
            <a:endParaRPr lang="en-RU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6F18BE4-98DB-A5D1-2442-6F7ED2D121F2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6EFDE7B-E6D6-E8D4-5348-1F4937C35A53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524D55A-1204-6030-6601-0422D5022D8B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F4B9648-F8CC-062C-58C0-7F0E7DAB5730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C99593C-354C-E1E2-F3E7-86EA35C1FC23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38E754C-00A4-F732-1988-DD729D62A6D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407" y="1839131"/>
            <a:ext cx="2370750" cy="92940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Описание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342634-CE53-608F-0639-267744F0FE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63446" y="1304544"/>
            <a:ext cx="2394644" cy="1534537"/>
          </a:xfrm>
          <a:solidFill>
            <a:srgbClr val="2B2B2B"/>
          </a:solidFill>
        </p:spPr>
        <p:txBody>
          <a:bodyPr lIns="360000" tIns="360000" rIns="360000">
            <a:normAutofit/>
          </a:bodyPr>
          <a:lstStyle>
            <a:lvl1pPr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pPr lvl="0"/>
            <a:r>
              <a:rPr lang="ru-RU" dirty="0"/>
              <a:t>Текст об особенностях местности, немного фактов и информации.</a:t>
            </a:r>
            <a:endParaRPr lang="en-RU" dirty="0"/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019ADDC9-35B5-242B-E5D4-FD05E2A9273D}"/>
              </a:ext>
            </a:extLst>
          </p:cNvPr>
          <p:cNvSpPr>
            <a:spLocks noGrp="1"/>
          </p:cNvSpPr>
          <p:nvPr>
            <p:ph type="tbl" sz="quarter" idx="29" hasCustomPrompt="1"/>
          </p:nvPr>
        </p:nvSpPr>
        <p:spPr>
          <a:xfrm>
            <a:off x="5149941" y="2839081"/>
            <a:ext cx="21654" cy="458494"/>
          </a:xfrm>
          <a:solidFill>
            <a:srgbClr val="2B2B2B"/>
          </a:solidFill>
          <a:ln w="12700">
            <a:noFill/>
          </a:ln>
        </p:spPr>
        <p:txBody>
          <a:bodyPr/>
          <a:lstStyle/>
          <a:p>
            <a:r>
              <a:rPr lang="ru-RU" dirty="0"/>
              <a:t> </a:t>
            </a:r>
            <a:endParaRPr lang="en-RU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6F7B6A51-66B4-7BDD-1640-E95DB37A26C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160390" y="2081542"/>
            <a:ext cx="807922" cy="565277"/>
          </a:xfrm>
        </p:spPr>
        <p:txBody>
          <a:bodyPr/>
          <a:lstStyle/>
          <a:p>
            <a:r>
              <a:rPr lang="ru-RU" dirty="0"/>
              <a:t> </a:t>
            </a:r>
            <a:endParaRPr lang="en-RU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4E5AB057-10E2-F0EB-E98B-52D9A51F796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74111" y="2648664"/>
            <a:ext cx="2394644" cy="1534537"/>
          </a:xfrm>
          <a:solidFill>
            <a:srgbClr val="2B2B2B"/>
          </a:solidFill>
        </p:spPr>
        <p:txBody>
          <a:bodyPr lIns="360000" tIns="360000" rIns="360000">
            <a:normAutofit/>
          </a:bodyPr>
          <a:lstStyle>
            <a:lvl1pPr>
              <a:defRPr sz="988" b="0" i="0">
                <a:solidFill>
                  <a:schemeClr val="bg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</a:lstStyle>
          <a:p>
            <a:pPr lvl="0"/>
            <a:r>
              <a:rPr lang="ru-RU" dirty="0"/>
              <a:t>Текст об особенностях местности, немного фактов и информации.</a:t>
            </a:r>
            <a:endParaRPr lang="en-RU" dirty="0"/>
          </a:p>
        </p:txBody>
      </p:sp>
      <p:sp>
        <p:nvSpPr>
          <p:cNvPr id="4" name="Table Placeholder 10">
            <a:extLst>
              <a:ext uri="{FF2B5EF4-FFF2-40B4-BE49-F238E27FC236}">
                <a16:creationId xmlns:a16="http://schemas.microsoft.com/office/drawing/2014/main" id="{609ACFF8-CFD2-D3A3-3916-D9B90E2B6EBA}"/>
              </a:ext>
            </a:extLst>
          </p:cNvPr>
          <p:cNvSpPr>
            <a:spLocks noGrp="1"/>
          </p:cNvSpPr>
          <p:nvPr>
            <p:ph type="tbl" sz="quarter" idx="32" hasCustomPrompt="1"/>
          </p:nvPr>
        </p:nvSpPr>
        <p:spPr>
          <a:xfrm>
            <a:off x="8160606" y="4183201"/>
            <a:ext cx="21654" cy="458494"/>
          </a:xfrm>
          <a:solidFill>
            <a:srgbClr val="2B2B2B"/>
          </a:solidFill>
          <a:ln w="12700">
            <a:noFill/>
          </a:ln>
        </p:spPr>
        <p:txBody>
          <a:bodyPr/>
          <a:lstStyle/>
          <a:p>
            <a:r>
              <a:rPr lang="ru-RU" dirty="0"/>
              <a:t> </a:t>
            </a:r>
            <a:endParaRPr lang="en-RU" dirty="0"/>
          </a:p>
        </p:txBody>
      </p:sp>
      <p:sp>
        <p:nvSpPr>
          <p:cNvPr id="8" name="Picture Placeholder 18">
            <a:extLst>
              <a:ext uri="{FF2B5EF4-FFF2-40B4-BE49-F238E27FC236}">
                <a16:creationId xmlns:a16="http://schemas.microsoft.com/office/drawing/2014/main" id="{9B4A871E-0E85-3E13-886A-D8482B3A9C5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171055" y="3417982"/>
            <a:ext cx="807922" cy="565277"/>
          </a:xfrm>
        </p:spPr>
        <p:txBody>
          <a:bodyPr/>
          <a:lstStyle/>
          <a:p>
            <a:r>
              <a:rPr lang="ru-RU" dirty="0"/>
              <a:t> 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492694289"/>
      </p:ext>
    </p:extLst>
  </p:cSld>
  <p:clrMapOvr>
    <a:masterClrMapping/>
  </p:clrMapOvr>
  <p:transition>
    <p:fade/>
  </p:transition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092CE97-E07B-AF30-8CFA-6095FF1601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1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C7DC-FD72-0FE6-35F0-6AA2B929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33A32D2D-0AA7-FCF2-3896-0A194A1E4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2377" y="183774"/>
            <a:ext cx="2552352" cy="3153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buFontTx/>
              <a:buNone/>
              <a:defRPr sz="988" cap="all" spc="19" baseline="0">
                <a:solidFill>
                  <a:schemeClr val="bg2">
                    <a:lumMod val="50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988">
                <a:solidFill>
                  <a:srgbClr val="C0C0C0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lvl="0"/>
            <a:r>
              <a:rPr lang="ru-RU" dirty="0"/>
              <a:t>РАЗДЕЛ ПРЕЗЕНТАЦИИ</a:t>
            </a:r>
          </a:p>
          <a:p>
            <a:pPr lvl="0"/>
            <a:r>
              <a:rPr lang="ru-RU" dirty="0"/>
              <a:t>ДАЛЕЕ: СЛЕДУЮЩИЙ РАЗДЕЛ</a:t>
            </a:r>
            <a:endParaRPr lang="en-RU" dirty="0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2045CB0-5DF7-8067-8B7D-96EC8A535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7" y="784081"/>
            <a:ext cx="5905593" cy="735671"/>
          </a:xfrm>
        </p:spPr>
        <p:txBody>
          <a:bodyPr/>
          <a:lstStyle/>
          <a:p>
            <a:r>
              <a:rPr lang="ru-RU" dirty="0"/>
              <a:t>Карта</a:t>
            </a:r>
            <a:endParaRPr lang="en-RU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6F18BE4-98DB-A5D1-2442-6F7ED2D121F2}"/>
              </a:ext>
            </a:extLst>
          </p:cNvPr>
          <p:cNvGrpSpPr/>
          <p:nvPr userDrawn="1"/>
        </p:nvGrpSpPr>
        <p:grpSpPr>
          <a:xfrm>
            <a:off x="11421841" y="-374"/>
            <a:ext cx="770159" cy="770488"/>
            <a:chOff x="21540109" y="558527"/>
            <a:chExt cx="1637391" cy="163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6EFDE7B-E6D6-E8D4-5348-1F4937C35A53}"/>
                </a:ext>
              </a:extLst>
            </p:cNvPr>
            <p:cNvSpPr/>
            <p:nvPr userDrawn="1"/>
          </p:nvSpPr>
          <p:spPr>
            <a:xfrm>
              <a:off x="21540109" y="558527"/>
              <a:ext cx="1637391" cy="163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659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524D55A-1204-6030-6601-0422D5022D8B}"/>
                </a:ext>
              </a:extLst>
            </p:cNvPr>
            <p:cNvSpPr/>
            <p:nvPr/>
          </p:nvSpPr>
          <p:spPr>
            <a:xfrm>
              <a:off x="22630884" y="683378"/>
              <a:ext cx="421355" cy="380147"/>
            </a:xfrm>
            <a:custGeom>
              <a:avLst/>
              <a:gdLst>
                <a:gd name="connsiteX0" fmla="*/ 0 w 421355"/>
                <a:gd name="connsiteY0" fmla="*/ 0 h 380147"/>
                <a:gd name="connsiteX1" fmla="*/ 0 w 421355"/>
                <a:gd name="connsiteY1" fmla="*/ 76412 h 380147"/>
                <a:gd name="connsiteX2" fmla="*/ 164694 w 421355"/>
                <a:gd name="connsiteY2" fmla="*/ 76412 h 380147"/>
                <a:gd name="connsiteX3" fmla="*/ 164694 w 421355"/>
                <a:gd name="connsiteY3" fmla="*/ 375235 h 380147"/>
                <a:gd name="connsiteX4" fmla="*/ 164694 w 421355"/>
                <a:gd name="connsiteY4" fmla="*/ 380148 h 380147"/>
                <a:gd name="connsiteX5" fmla="*/ 256797 w 421355"/>
                <a:gd name="connsiteY5" fmla="*/ 380148 h 380147"/>
                <a:gd name="connsiteX6" fmla="*/ 256797 w 421355"/>
                <a:gd name="connsiteY6" fmla="*/ 76412 h 380147"/>
                <a:gd name="connsiteX7" fmla="*/ 421355 w 421355"/>
                <a:gd name="connsiteY7" fmla="*/ 76412 h 380147"/>
                <a:gd name="connsiteX8" fmla="*/ 421355 w 421355"/>
                <a:gd name="connsiteY8" fmla="*/ 0 h 380147"/>
                <a:gd name="connsiteX9" fmla="*/ 0 w 421355"/>
                <a:gd name="connsiteY9" fmla="*/ 0 h 38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355" h="380147">
                  <a:moveTo>
                    <a:pt x="0" y="0"/>
                  </a:moveTo>
                  <a:lnTo>
                    <a:pt x="0" y="76412"/>
                  </a:lnTo>
                  <a:lnTo>
                    <a:pt x="164694" y="76412"/>
                  </a:lnTo>
                  <a:lnTo>
                    <a:pt x="164694" y="375235"/>
                  </a:lnTo>
                  <a:lnTo>
                    <a:pt x="164694" y="380148"/>
                  </a:lnTo>
                  <a:lnTo>
                    <a:pt x="256797" y="380148"/>
                  </a:lnTo>
                  <a:lnTo>
                    <a:pt x="256797" y="76412"/>
                  </a:lnTo>
                  <a:lnTo>
                    <a:pt x="421355" y="76412"/>
                  </a:lnTo>
                  <a:lnTo>
                    <a:pt x="421355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F4B9648-F8CC-062C-58C0-7F0E7DAB5730}"/>
                </a:ext>
              </a:extLst>
            </p:cNvPr>
            <p:cNvSpPr/>
            <p:nvPr/>
          </p:nvSpPr>
          <p:spPr>
            <a:xfrm>
              <a:off x="21666188" y="684469"/>
              <a:ext cx="503634" cy="377827"/>
            </a:xfrm>
            <a:custGeom>
              <a:avLst/>
              <a:gdLst>
                <a:gd name="connsiteX0" fmla="*/ 372097 w 503634"/>
                <a:gd name="connsiteY0" fmla="*/ 0 h 377827"/>
                <a:gd name="connsiteX1" fmla="*/ 251749 w 503634"/>
                <a:gd name="connsiteY1" fmla="*/ 249975 h 377827"/>
                <a:gd name="connsiteX2" fmla="*/ 131401 w 503634"/>
                <a:gd name="connsiteY2" fmla="*/ 0 h 377827"/>
                <a:gd name="connsiteX3" fmla="*/ 0 w 503634"/>
                <a:gd name="connsiteY3" fmla="*/ 0 h 377827"/>
                <a:gd name="connsiteX4" fmla="*/ 0 w 503634"/>
                <a:gd name="connsiteY4" fmla="*/ 377828 h 377827"/>
                <a:gd name="connsiteX5" fmla="*/ 92103 w 503634"/>
                <a:gd name="connsiteY5" fmla="*/ 377828 h 377827"/>
                <a:gd name="connsiteX6" fmla="*/ 92103 w 503634"/>
                <a:gd name="connsiteY6" fmla="*/ 107522 h 377827"/>
                <a:gd name="connsiteX7" fmla="*/ 209859 w 503634"/>
                <a:gd name="connsiteY7" fmla="*/ 335938 h 377827"/>
                <a:gd name="connsiteX8" fmla="*/ 293775 w 503634"/>
                <a:gd name="connsiteY8" fmla="*/ 335938 h 377827"/>
                <a:gd name="connsiteX9" fmla="*/ 411531 w 503634"/>
                <a:gd name="connsiteY9" fmla="*/ 107522 h 377827"/>
                <a:gd name="connsiteX10" fmla="*/ 411531 w 503634"/>
                <a:gd name="connsiteY10" fmla="*/ 377828 h 377827"/>
                <a:gd name="connsiteX11" fmla="*/ 503634 w 503634"/>
                <a:gd name="connsiteY11" fmla="*/ 377828 h 377827"/>
                <a:gd name="connsiteX12" fmla="*/ 503634 w 503634"/>
                <a:gd name="connsiteY12" fmla="*/ 0 h 377827"/>
                <a:gd name="connsiteX13" fmla="*/ 372097 w 503634"/>
                <a:gd name="connsiteY13" fmla="*/ 0 h 3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634" h="377827">
                  <a:moveTo>
                    <a:pt x="372097" y="0"/>
                  </a:moveTo>
                  <a:lnTo>
                    <a:pt x="251749" y="249975"/>
                  </a:lnTo>
                  <a:lnTo>
                    <a:pt x="131401" y="0"/>
                  </a:lnTo>
                  <a:lnTo>
                    <a:pt x="0" y="0"/>
                  </a:lnTo>
                  <a:lnTo>
                    <a:pt x="0" y="377828"/>
                  </a:lnTo>
                  <a:lnTo>
                    <a:pt x="92103" y="377828"/>
                  </a:lnTo>
                  <a:lnTo>
                    <a:pt x="92103" y="107522"/>
                  </a:lnTo>
                  <a:lnTo>
                    <a:pt x="209859" y="335938"/>
                  </a:lnTo>
                  <a:lnTo>
                    <a:pt x="293775" y="335938"/>
                  </a:lnTo>
                  <a:lnTo>
                    <a:pt x="411531" y="107522"/>
                  </a:lnTo>
                  <a:lnTo>
                    <a:pt x="411531" y="377828"/>
                  </a:lnTo>
                  <a:lnTo>
                    <a:pt x="503634" y="377828"/>
                  </a:lnTo>
                  <a:lnTo>
                    <a:pt x="503634" y="0"/>
                  </a:lnTo>
                  <a:lnTo>
                    <a:pt x="372097" y="0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C99593C-354C-E1E2-F3E7-86EA35C1FC23}"/>
                </a:ext>
              </a:extLst>
            </p:cNvPr>
            <p:cNvSpPr/>
            <p:nvPr/>
          </p:nvSpPr>
          <p:spPr>
            <a:xfrm>
              <a:off x="22631020" y="1683754"/>
              <a:ext cx="420946" cy="394205"/>
            </a:xfrm>
            <a:custGeom>
              <a:avLst/>
              <a:gdLst>
                <a:gd name="connsiteX0" fmla="*/ 328843 w 420946"/>
                <a:gd name="connsiteY0" fmla="*/ 260278 h 394205"/>
                <a:gd name="connsiteX1" fmla="*/ 310831 w 420946"/>
                <a:gd name="connsiteY1" fmla="*/ 297119 h 394205"/>
                <a:gd name="connsiteX2" fmla="*/ 273990 w 420946"/>
                <a:gd name="connsiteY2" fmla="*/ 315676 h 394205"/>
                <a:gd name="connsiteX3" fmla="*/ 212997 w 420946"/>
                <a:gd name="connsiteY3" fmla="*/ 321134 h 394205"/>
                <a:gd name="connsiteX4" fmla="*/ 148730 w 420946"/>
                <a:gd name="connsiteY4" fmla="*/ 311719 h 394205"/>
                <a:gd name="connsiteX5" fmla="*/ 106976 w 420946"/>
                <a:gd name="connsiteY5" fmla="*/ 280200 h 394205"/>
                <a:gd name="connsiteX6" fmla="*/ 91967 w 420946"/>
                <a:gd name="connsiteY6" fmla="*/ 216614 h 394205"/>
                <a:gd name="connsiteX7" fmla="*/ 91967 w 420946"/>
                <a:gd name="connsiteY7" fmla="*/ 177863 h 394205"/>
                <a:gd name="connsiteX8" fmla="*/ 106976 w 420946"/>
                <a:gd name="connsiteY8" fmla="*/ 114004 h 394205"/>
                <a:gd name="connsiteX9" fmla="*/ 148593 w 420946"/>
                <a:gd name="connsiteY9" fmla="*/ 82621 h 394205"/>
                <a:gd name="connsiteX10" fmla="*/ 212861 w 420946"/>
                <a:gd name="connsiteY10" fmla="*/ 73206 h 394205"/>
                <a:gd name="connsiteX11" fmla="*/ 273854 w 420946"/>
                <a:gd name="connsiteY11" fmla="*/ 78800 h 394205"/>
                <a:gd name="connsiteX12" fmla="*/ 310695 w 420946"/>
                <a:gd name="connsiteY12" fmla="*/ 97358 h 394205"/>
                <a:gd name="connsiteX13" fmla="*/ 328706 w 420946"/>
                <a:gd name="connsiteY13" fmla="*/ 134199 h 394205"/>
                <a:gd name="connsiteX14" fmla="*/ 420946 w 420946"/>
                <a:gd name="connsiteY14" fmla="*/ 134199 h 394205"/>
                <a:gd name="connsiteX15" fmla="*/ 389426 w 420946"/>
                <a:gd name="connsiteY15" fmla="*/ 55195 h 394205"/>
                <a:gd name="connsiteX16" fmla="*/ 320110 w 420946"/>
                <a:gd name="connsiteY16" fmla="*/ 12896 h 394205"/>
                <a:gd name="connsiteX17" fmla="*/ 212997 w 420946"/>
                <a:gd name="connsiteY17" fmla="*/ 69 h 394205"/>
                <a:gd name="connsiteX18" fmla="*/ 99062 w 420946"/>
                <a:gd name="connsiteY18" fmla="*/ 18899 h 394205"/>
                <a:gd name="connsiteX19" fmla="*/ 25380 w 420946"/>
                <a:gd name="connsiteY19" fmla="*/ 81939 h 394205"/>
                <a:gd name="connsiteX20" fmla="*/ 0 w 420946"/>
                <a:gd name="connsiteY20" fmla="*/ 192736 h 394205"/>
                <a:gd name="connsiteX21" fmla="*/ 0 w 420946"/>
                <a:gd name="connsiteY21" fmla="*/ 196966 h 394205"/>
                <a:gd name="connsiteX22" fmla="*/ 4912 w 420946"/>
                <a:gd name="connsiteY22" fmla="*/ 197102 h 394205"/>
                <a:gd name="connsiteX23" fmla="*/ 0 w 420946"/>
                <a:gd name="connsiteY23" fmla="*/ 197102 h 394205"/>
                <a:gd name="connsiteX24" fmla="*/ 0 w 420946"/>
                <a:gd name="connsiteY24" fmla="*/ 201332 h 394205"/>
                <a:gd name="connsiteX25" fmla="*/ 25380 w 420946"/>
                <a:gd name="connsiteY25" fmla="*/ 312129 h 394205"/>
                <a:gd name="connsiteX26" fmla="*/ 99062 w 420946"/>
                <a:gd name="connsiteY26" fmla="*/ 375168 h 394205"/>
                <a:gd name="connsiteX27" fmla="*/ 212997 w 420946"/>
                <a:gd name="connsiteY27" fmla="*/ 394135 h 394205"/>
                <a:gd name="connsiteX28" fmla="*/ 320110 w 420946"/>
                <a:gd name="connsiteY28" fmla="*/ 381308 h 394205"/>
                <a:gd name="connsiteX29" fmla="*/ 389426 w 420946"/>
                <a:gd name="connsiteY29" fmla="*/ 339009 h 394205"/>
                <a:gd name="connsiteX30" fmla="*/ 420946 w 420946"/>
                <a:gd name="connsiteY30" fmla="*/ 260005 h 394205"/>
                <a:gd name="connsiteX31" fmla="*/ 328843 w 420946"/>
                <a:gd name="connsiteY31" fmla="*/ 260278 h 39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0946" h="394205">
                  <a:moveTo>
                    <a:pt x="328843" y="260278"/>
                  </a:moveTo>
                  <a:cubicBezTo>
                    <a:pt x="327069" y="274196"/>
                    <a:pt x="320792" y="287158"/>
                    <a:pt x="310831" y="297119"/>
                  </a:cubicBezTo>
                  <a:cubicBezTo>
                    <a:pt x="300461" y="306534"/>
                    <a:pt x="287772" y="312947"/>
                    <a:pt x="273990" y="315676"/>
                  </a:cubicBezTo>
                  <a:cubicBezTo>
                    <a:pt x="253932" y="319633"/>
                    <a:pt x="233465" y="321544"/>
                    <a:pt x="212997" y="321134"/>
                  </a:cubicBezTo>
                  <a:cubicBezTo>
                    <a:pt x="191165" y="321544"/>
                    <a:pt x="169470" y="318269"/>
                    <a:pt x="148730" y="311719"/>
                  </a:cubicBezTo>
                  <a:cubicBezTo>
                    <a:pt x="131674" y="306261"/>
                    <a:pt x="117073" y="295072"/>
                    <a:pt x="106976" y="280200"/>
                  </a:cubicBezTo>
                  <a:cubicBezTo>
                    <a:pt x="96879" y="265327"/>
                    <a:pt x="91967" y="243904"/>
                    <a:pt x="91967" y="216614"/>
                  </a:cubicBezTo>
                  <a:lnTo>
                    <a:pt x="91967" y="177863"/>
                  </a:lnTo>
                  <a:cubicBezTo>
                    <a:pt x="91967" y="150436"/>
                    <a:pt x="97015" y="128877"/>
                    <a:pt x="106976" y="114004"/>
                  </a:cubicBezTo>
                  <a:cubicBezTo>
                    <a:pt x="116937" y="99131"/>
                    <a:pt x="131537" y="88079"/>
                    <a:pt x="148593" y="82621"/>
                  </a:cubicBezTo>
                  <a:cubicBezTo>
                    <a:pt x="169334" y="75935"/>
                    <a:pt x="191029" y="72797"/>
                    <a:pt x="212861" y="73206"/>
                  </a:cubicBezTo>
                  <a:cubicBezTo>
                    <a:pt x="233328" y="72933"/>
                    <a:pt x="253796" y="74707"/>
                    <a:pt x="273854" y="78800"/>
                  </a:cubicBezTo>
                  <a:cubicBezTo>
                    <a:pt x="287635" y="81529"/>
                    <a:pt x="300325" y="87943"/>
                    <a:pt x="310695" y="97358"/>
                  </a:cubicBezTo>
                  <a:cubicBezTo>
                    <a:pt x="320656" y="107318"/>
                    <a:pt x="327069" y="120281"/>
                    <a:pt x="328706" y="134199"/>
                  </a:cubicBezTo>
                  <a:lnTo>
                    <a:pt x="420946" y="134199"/>
                  </a:lnTo>
                  <a:cubicBezTo>
                    <a:pt x="419309" y="105135"/>
                    <a:pt x="408120" y="77436"/>
                    <a:pt x="389426" y="55195"/>
                  </a:cubicBezTo>
                  <a:cubicBezTo>
                    <a:pt x="370869" y="34727"/>
                    <a:pt x="346854" y="20127"/>
                    <a:pt x="320110" y="12896"/>
                  </a:cubicBezTo>
                  <a:cubicBezTo>
                    <a:pt x="285179" y="3753"/>
                    <a:pt x="249020" y="-613"/>
                    <a:pt x="212997" y="69"/>
                  </a:cubicBezTo>
                  <a:cubicBezTo>
                    <a:pt x="168788" y="69"/>
                    <a:pt x="130582" y="6482"/>
                    <a:pt x="99062" y="18899"/>
                  </a:cubicBezTo>
                  <a:cubicBezTo>
                    <a:pt x="68088" y="30907"/>
                    <a:pt x="42026" y="53148"/>
                    <a:pt x="25380" y="81939"/>
                  </a:cubicBezTo>
                  <a:cubicBezTo>
                    <a:pt x="9142" y="109911"/>
                    <a:pt x="546" y="147025"/>
                    <a:pt x="0" y="192736"/>
                  </a:cubicBezTo>
                  <a:lnTo>
                    <a:pt x="0" y="196966"/>
                  </a:lnTo>
                  <a:lnTo>
                    <a:pt x="4912" y="197102"/>
                  </a:lnTo>
                  <a:lnTo>
                    <a:pt x="0" y="197102"/>
                  </a:lnTo>
                  <a:lnTo>
                    <a:pt x="0" y="201332"/>
                  </a:lnTo>
                  <a:cubicBezTo>
                    <a:pt x="546" y="247042"/>
                    <a:pt x="9142" y="284293"/>
                    <a:pt x="25380" y="312129"/>
                  </a:cubicBezTo>
                  <a:cubicBezTo>
                    <a:pt x="42026" y="340919"/>
                    <a:pt x="67952" y="363161"/>
                    <a:pt x="99062" y="375168"/>
                  </a:cubicBezTo>
                  <a:cubicBezTo>
                    <a:pt x="130446" y="387722"/>
                    <a:pt x="168788" y="394135"/>
                    <a:pt x="212997" y="394135"/>
                  </a:cubicBezTo>
                  <a:cubicBezTo>
                    <a:pt x="249156" y="394817"/>
                    <a:pt x="285179" y="390587"/>
                    <a:pt x="320110" y="381308"/>
                  </a:cubicBezTo>
                  <a:cubicBezTo>
                    <a:pt x="346718" y="374213"/>
                    <a:pt x="370869" y="359477"/>
                    <a:pt x="389426" y="339009"/>
                  </a:cubicBezTo>
                  <a:cubicBezTo>
                    <a:pt x="408256" y="316768"/>
                    <a:pt x="419309" y="289069"/>
                    <a:pt x="420946" y="260005"/>
                  </a:cubicBezTo>
                  <a:lnTo>
                    <a:pt x="328843" y="260278"/>
                  </a:lnTo>
                </a:path>
              </a:pathLst>
            </a:custGeom>
            <a:solidFill>
              <a:srgbClr val="FFFFFF"/>
            </a:solidFill>
            <a:ln w="13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U" sz="847"/>
            </a:p>
          </p:txBody>
        </p:sp>
      </p:grp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38E754C-00A4-F732-1988-DD729D62A6D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407" y="1839131"/>
            <a:ext cx="2370750" cy="92940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17" b="0" i="0" spc="0" baseline="0">
                <a:solidFill>
                  <a:schemeClr val="tx1"/>
                </a:solidFill>
                <a:latin typeface="MTS Text" panose="020B0306020102020303" pitchFamily="34" charset="0"/>
                <a:ea typeface="MTS Text" panose="020B0306020102020303" pitchFamily="34" charset="0"/>
              </a:defRPr>
            </a:lvl1pPr>
            <a:lvl2pPr marL="483763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2pPr>
            <a:lvl3pPr marL="967525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3pPr>
            <a:lvl4pPr marL="1451289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4pPr>
            <a:lvl5pPr marL="1935052" indent="0">
              <a:buFontTx/>
              <a:buNone/>
              <a:defRPr sz="1317" b="0" i="0">
                <a:latin typeface="MTS Text" panose="020B0306020102020303" pitchFamily="34" charset="0"/>
                <a:ea typeface="MTS Text" panose="020B0306020102020303" pitchFamily="34" charset="0"/>
              </a:defRPr>
            </a:lvl5pPr>
          </a:lstStyle>
          <a:p>
            <a:pPr marL="0" marR="0" lvl="0" indent="0" algn="l" defTabSz="96752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Описание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019ADDC9-35B5-242B-E5D4-FD05E2A9273D}"/>
              </a:ext>
            </a:extLst>
          </p:cNvPr>
          <p:cNvSpPr>
            <a:spLocks noGrp="1"/>
          </p:cNvSpPr>
          <p:nvPr>
            <p:ph type="tbl" sz="quarter" idx="29" hasCustomPrompt="1"/>
          </p:nvPr>
        </p:nvSpPr>
        <p:spPr>
          <a:xfrm>
            <a:off x="5149941" y="2839081"/>
            <a:ext cx="21654" cy="458494"/>
          </a:xfrm>
          <a:solidFill>
            <a:schemeClr val="accent6"/>
          </a:solidFill>
          <a:ln w="12700">
            <a:noFill/>
          </a:ln>
        </p:spPr>
        <p:txBody>
          <a:bodyPr/>
          <a:lstStyle/>
          <a:p>
            <a:r>
              <a:rPr lang="ru-RU" dirty="0"/>
              <a:t> </a:t>
            </a:r>
            <a:endParaRPr lang="en-RU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D216EA-3425-4AC2-BFAC-2D2174C8C29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33477" y="2148339"/>
            <a:ext cx="2854582" cy="100065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</p:spPr>
        <p:txBody>
          <a:bodyPr wrap="none" lIns="360000" tIns="251999" rIns="360000" bIns="251999" anchor="ctr">
            <a:spAutoFit/>
          </a:bodyPr>
          <a:lstStyle>
            <a:lvl1pPr algn="ctr">
              <a:defRPr sz="1317" b="0" i="0">
                <a:solidFill>
                  <a:schemeClr val="bg1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algn="ctr">
              <a:defRPr sz="1317"/>
            </a:lvl2pPr>
            <a:lvl3pPr algn="ctr">
              <a:defRPr sz="1317"/>
            </a:lvl3pPr>
            <a:lvl4pPr algn="ctr">
              <a:defRPr sz="1317"/>
            </a:lvl4pPr>
            <a:lvl5pPr algn="ctr">
              <a:defRPr sz="1317"/>
            </a:lvl5pPr>
          </a:lstStyle>
          <a:p>
            <a:pPr lvl="0"/>
            <a:r>
              <a:rPr lang="ru-RU" dirty="0"/>
              <a:t>19 млн пользователей</a:t>
            </a:r>
            <a:endParaRPr lang="en-RU" dirty="0"/>
          </a:p>
        </p:txBody>
      </p:sp>
      <p:sp>
        <p:nvSpPr>
          <p:cNvPr id="20" name="Table Placeholder 10">
            <a:extLst>
              <a:ext uri="{FF2B5EF4-FFF2-40B4-BE49-F238E27FC236}">
                <a16:creationId xmlns:a16="http://schemas.microsoft.com/office/drawing/2014/main" id="{14E4AEDA-DFA6-DE8B-D4B9-A56136C53071}"/>
              </a:ext>
            </a:extLst>
          </p:cNvPr>
          <p:cNvSpPr>
            <a:spLocks noGrp="1"/>
          </p:cNvSpPr>
          <p:nvPr>
            <p:ph type="tbl" sz="quarter" idx="35" hasCustomPrompt="1"/>
          </p:nvPr>
        </p:nvSpPr>
        <p:spPr>
          <a:xfrm>
            <a:off x="6735916" y="5097203"/>
            <a:ext cx="21654" cy="458494"/>
          </a:xfrm>
          <a:solidFill>
            <a:schemeClr val="accent6"/>
          </a:solidFill>
          <a:ln w="12700">
            <a:noFill/>
          </a:ln>
        </p:spPr>
        <p:txBody>
          <a:bodyPr/>
          <a:lstStyle/>
          <a:p>
            <a:r>
              <a:rPr lang="ru-RU" dirty="0"/>
              <a:t> </a:t>
            </a:r>
            <a:endParaRPr lang="en-RU" dirty="0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7345810F-8DFE-B76F-37C2-4A0B2A51DDE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42757" y="4406461"/>
            <a:ext cx="2807973" cy="10006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50800">
            <a:solidFill>
              <a:schemeClr val="accent6"/>
            </a:solidFill>
          </a:ln>
        </p:spPr>
        <p:txBody>
          <a:bodyPr wrap="none" lIns="360000" tIns="251999" rIns="360000" bIns="251999" anchor="ctr">
            <a:spAutoFit/>
          </a:bodyPr>
          <a:lstStyle>
            <a:lvl1pPr algn="ctr">
              <a:defRPr sz="1317" b="0" i="0">
                <a:solidFill>
                  <a:schemeClr val="accent6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algn="ctr">
              <a:defRPr sz="1317"/>
            </a:lvl2pPr>
            <a:lvl3pPr algn="ctr">
              <a:defRPr sz="1317"/>
            </a:lvl3pPr>
            <a:lvl4pPr algn="ctr">
              <a:defRPr sz="1317"/>
            </a:lvl4pPr>
            <a:lvl5pPr algn="ctr">
              <a:defRPr sz="1317"/>
            </a:lvl5pPr>
          </a:lstStyle>
          <a:p>
            <a:pPr lvl="0"/>
            <a:r>
              <a:rPr lang="ru-RU" dirty="0"/>
              <a:t>6 млн пользователей</a:t>
            </a:r>
            <a:endParaRPr lang="en-RU" dirty="0"/>
          </a:p>
        </p:txBody>
      </p:sp>
      <p:sp>
        <p:nvSpPr>
          <p:cNvPr id="22" name="Table Placeholder 10">
            <a:extLst>
              <a:ext uri="{FF2B5EF4-FFF2-40B4-BE49-F238E27FC236}">
                <a16:creationId xmlns:a16="http://schemas.microsoft.com/office/drawing/2014/main" id="{D2DA40FF-623D-D260-6EC4-038E94C79A7B}"/>
              </a:ext>
            </a:extLst>
          </p:cNvPr>
          <p:cNvSpPr>
            <a:spLocks noGrp="1"/>
          </p:cNvSpPr>
          <p:nvPr>
            <p:ph type="tbl" sz="quarter" idx="37" hasCustomPrompt="1"/>
          </p:nvPr>
        </p:nvSpPr>
        <p:spPr>
          <a:xfrm>
            <a:off x="9499277" y="2217447"/>
            <a:ext cx="21654" cy="458494"/>
          </a:xfrm>
          <a:solidFill>
            <a:schemeClr val="accent6"/>
          </a:solidFill>
          <a:ln w="12700">
            <a:noFill/>
          </a:ln>
        </p:spPr>
        <p:txBody>
          <a:bodyPr/>
          <a:lstStyle/>
          <a:p>
            <a:r>
              <a:rPr lang="ru-RU" dirty="0"/>
              <a:t> </a:t>
            </a:r>
            <a:endParaRPr lang="en-RU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7947E6B-7D78-62FD-2F07-0CA4A0D3A97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08801" y="1526705"/>
            <a:ext cx="2802606" cy="10006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50800">
            <a:solidFill>
              <a:schemeClr val="accent6"/>
            </a:solidFill>
          </a:ln>
        </p:spPr>
        <p:txBody>
          <a:bodyPr wrap="none" lIns="360000" tIns="251999" rIns="360000" bIns="251999" anchor="ctr">
            <a:spAutoFit/>
          </a:bodyPr>
          <a:lstStyle>
            <a:lvl1pPr algn="ctr">
              <a:defRPr sz="1317" b="0" i="0">
                <a:solidFill>
                  <a:schemeClr val="accent6"/>
                </a:solidFill>
                <a:latin typeface="MTS Text Medium" panose="020B0306020102020303" pitchFamily="34" charset="0"/>
                <a:ea typeface="MTS Text Medium" panose="020B0306020102020303" pitchFamily="34" charset="0"/>
              </a:defRPr>
            </a:lvl1pPr>
            <a:lvl2pPr algn="ctr">
              <a:defRPr sz="1317"/>
            </a:lvl2pPr>
            <a:lvl3pPr algn="ctr">
              <a:defRPr sz="1317"/>
            </a:lvl3pPr>
            <a:lvl4pPr algn="ctr">
              <a:defRPr sz="1317"/>
            </a:lvl4pPr>
            <a:lvl5pPr algn="ctr">
              <a:defRPr sz="1317"/>
            </a:lvl5pPr>
          </a:lstStyle>
          <a:p>
            <a:pPr lvl="0"/>
            <a:r>
              <a:rPr lang="ru-RU" dirty="0"/>
              <a:t>2 млн пользователей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536557537"/>
      </p:ext>
    </p:extLst>
  </p:cSld>
  <p:clrMapOvr>
    <a:masterClrMapping/>
  </p:clrMapOvr>
  <p:transition>
    <p:fade/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35649" y="412747"/>
            <a:ext cx="10515600" cy="506413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заголовка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5535184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844CC7F9-0B0E-4524-A46D-059C391596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" name="Слайд think-cell" r:id="rId4" imgW="425" imgH="424" progId="TCLayout.ActiveDocument.1">
                  <p:embed/>
                </p:oleObj>
              </mc:Choice>
              <mc:Fallback>
                <p:oleObj name="Слайд think-cell" r:id="rId4" imgW="425" imgH="424" progId="TCLayout.ActiveDocument.1">
                  <p:embed/>
                  <p:pic>
                    <p:nvPicPr>
                      <p:cNvPr id="3" name="Объект 2" hidden="1">
                        <a:extLst>
                          <a:ext uri="{FF2B5EF4-FFF2-40B4-BE49-F238E27FC236}">
                            <a16:creationId xmlns:a16="http://schemas.microsoft.com/office/drawing/2014/main" id="{844CC7F9-0B0E-4524-A46D-059C391596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ABA613C-E3A2-4E5E-8429-FAA9CD16281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00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+mn-lt"/>
            </a:endParaRPr>
          </a:p>
        </p:txBody>
      </p:sp>
      <p:pic>
        <p:nvPicPr>
          <p:cNvPr id="8" name="MTS LOGO COVER.pdf" descr="MTS LOGO COVER.pdf">
            <a:extLst>
              <a:ext uri="{FF2B5EF4-FFF2-40B4-BE49-F238E27FC236}">
                <a16:creationId xmlns:a16="http://schemas.microsoft.com/office/drawing/2014/main" id="{DBEBCCAB-6CE8-74E2-DDDE-96B924DA00D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91344" y="175056"/>
            <a:ext cx="11808978" cy="6494304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C05F570-5B6D-F90E-0959-F4F689703E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2" y="2598003"/>
            <a:ext cx="9113921" cy="1661993"/>
          </a:xfrm>
        </p:spPr>
        <p:txBody>
          <a:bodyPr vert="horz" anchor="b">
            <a:normAutofit/>
          </a:bodyPr>
          <a:lstStyle>
            <a:lvl1pPr algn="l">
              <a:defRPr sz="5400" b="0" i="0">
                <a:solidFill>
                  <a:schemeClr val="bg1"/>
                </a:solidFill>
                <a:latin typeface="MTS Extended" panose="020B0306020102020303" pitchFamily="34" charset="0"/>
                <a:ea typeface="MTS Extended" panose="020B0306020102020303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246041785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844CC7F9-0B0E-4524-A46D-059C391596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Слайд think-cell" r:id="rId4" imgW="425" imgH="424" progId="TCLayout.ActiveDocument.1">
                  <p:embed/>
                </p:oleObj>
              </mc:Choice>
              <mc:Fallback>
                <p:oleObj name="Слайд think-cell" r:id="rId4" imgW="425" imgH="424" progId="TCLayout.ActiveDocument.1">
                  <p:embed/>
                  <p:pic>
                    <p:nvPicPr>
                      <p:cNvPr id="3" name="Объект 2" hidden="1">
                        <a:extLst>
                          <a:ext uri="{FF2B5EF4-FFF2-40B4-BE49-F238E27FC236}">
                            <a16:creationId xmlns:a16="http://schemas.microsoft.com/office/drawing/2014/main" id="{844CC7F9-0B0E-4524-A46D-059C391596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0DA56E9-BCB7-718E-FCFF-4D9A71423A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3216634"/>
            <a:ext cx="9940296" cy="424732"/>
          </a:xfrm>
        </p:spPr>
        <p:txBody>
          <a:bodyPr/>
          <a:lstStyle>
            <a:lvl1pPr>
              <a:lnSpc>
                <a:spcPts val="3500"/>
              </a:lnSpc>
              <a:defRPr sz="2800" b="0" i="0">
                <a:latin typeface="MTS Extended" panose="020B0306020102020303" pitchFamily="34" charset="0"/>
                <a:ea typeface="MTS Extended" panose="020B03060201020203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BCD47B7-3A9E-1B41-AECF-C21C9837BEC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9" y="0"/>
            <a:ext cx="772391" cy="77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29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70">
          <p15:clr>
            <a:srgbClr val="FBAE40"/>
          </p15:clr>
        </p15:guide>
        <p15:guide id="3" pos="7310">
          <p15:clr>
            <a:srgbClr val="FBAE40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35649" y="412747"/>
            <a:ext cx="10515600" cy="506413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заголовка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8520989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35649" y="412747"/>
            <a:ext cx="10515600" cy="506413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заголовка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5761241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844CC7F9-0B0E-4524-A46D-059C391596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name="Слайд think-cell" r:id="rId4" imgW="425" imgH="424" progId="TCLayout.ActiveDocument.1">
                  <p:embed/>
                </p:oleObj>
              </mc:Choice>
              <mc:Fallback>
                <p:oleObj name="Слайд think-cell" r:id="rId4" imgW="425" imgH="424" progId="TCLayout.ActiveDocument.1">
                  <p:embed/>
                  <p:pic>
                    <p:nvPicPr>
                      <p:cNvPr id="3" name="Объект 2" hidden="1">
                        <a:extLst>
                          <a:ext uri="{FF2B5EF4-FFF2-40B4-BE49-F238E27FC236}">
                            <a16:creationId xmlns:a16="http://schemas.microsoft.com/office/drawing/2014/main" id="{844CC7F9-0B0E-4524-A46D-059C391596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ABA613C-E3A2-4E5E-8429-FAA9CD16281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00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+mn-lt"/>
            </a:endParaRPr>
          </a:p>
        </p:txBody>
      </p:sp>
      <p:pic>
        <p:nvPicPr>
          <p:cNvPr id="8" name="MTS LOGO COVER.pdf" descr="MTS LOGO COVER.pdf">
            <a:extLst>
              <a:ext uri="{FF2B5EF4-FFF2-40B4-BE49-F238E27FC236}">
                <a16:creationId xmlns:a16="http://schemas.microsoft.com/office/drawing/2014/main" id="{DBEBCCAB-6CE8-74E2-DDDE-96B924DA00D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91344" y="175056"/>
            <a:ext cx="11808978" cy="6494304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C05F570-5B6D-F90E-0959-F4F689703E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2" y="2598003"/>
            <a:ext cx="9113921" cy="1661993"/>
          </a:xfrm>
        </p:spPr>
        <p:txBody>
          <a:bodyPr vert="horz" anchor="b">
            <a:normAutofit/>
          </a:bodyPr>
          <a:lstStyle>
            <a:lvl1pPr algn="l">
              <a:defRPr sz="5400" b="0" i="0">
                <a:solidFill>
                  <a:schemeClr val="bg1"/>
                </a:solidFill>
                <a:latin typeface="MTS Extended" panose="020B0306020102020303" pitchFamily="34" charset="0"/>
                <a:ea typeface="MTS Extended" panose="020B0306020102020303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809988237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844CC7F9-0B0E-4524-A46D-059C391596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" name="Слайд think-cell" r:id="rId4" imgW="425" imgH="424" progId="TCLayout.ActiveDocument.1">
                  <p:embed/>
                </p:oleObj>
              </mc:Choice>
              <mc:Fallback>
                <p:oleObj name="Слайд think-cell" r:id="rId4" imgW="425" imgH="424" progId="TCLayout.ActiveDocument.1">
                  <p:embed/>
                  <p:pic>
                    <p:nvPicPr>
                      <p:cNvPr id="3" name="Объект 2" hidden="1">
                        <a:extLst>
                          <a:ext uri="{FF2B5EF4-FFF2-40B4-BE49-F238E27FC236}">
                            <a16:creationId xmlns:a16="http://schemas.microsoft.com/office/drawing/2014/main" id="{844CC7F9-0B0E-4524-A46D-059C391596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0DA56E9-BCB7-718E-FCFF-4D9A71423A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3216634"/>
            <a:ext cx="9940296" cy="424732"/>
          </a:xfrm>
        </p:spPr>
        <p:txBody>
          <a:bodyPr/>
          <a:lstStyle>
            <a:lvl1pPr>
              <a:lnSpc>
                <a:spcPts val="3500"/>
              </a:lnSpc>
              <a:defRPr sz="2800" b="0" i="0">
                <a:latin typeface="MTS Extended" panose="020B0306020102020303" pitchFamily="34" charset="0"/>
                <a:ea typeface="MTS Extended" panose="020B03060201020203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BCD47B7-3A9E-1B41-AECF-C21C9837BEC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9" y="0"/>
            <a:ext cx="772391" cy="77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26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70">
          <p15:clr>
            <a:srgbClr val="FBAE40"/>
          </p15:clr>
        </p15:guide>
        <p15:guide id="3" pos="7310">
          <p15:clr>
            <a:srgbClr val="FBAE40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35649" y="412747"/>
            <a:ext cx="10515600" cy="506413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заголовка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0785114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844CC7F9-0B0E-4524-A46D-059C391596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2" name="Слайд think-cell" r:id="rId4" imgW="425" imgH="424" progId="TCLayout.ActiveDocument.1">
                  <p:embed/>
                </p:oleObj>
              </mc:Choice>
              <mc:Fallback>
                <p:oleObj name="Слайд think-cell" r:id="rId4" imgW="425" imgH="424" progId="TCLayout.ActiveDocument.1">
                  <p:embed/>
                  <p:pic>
                    <p:nvPicPr>
                      <p:cNvPr id="3" name="Объект 2" hidden="1">
                        <a:extLst>
                          <a:ext uri="{FF2B5EF4-FFF2-40B4-BE49-F238E27FC236}">
                            <a16:creationId xmlns:a16="http://schemas.microsoft.com/office/drawing/2014/main" id="{844CC7F9-0B0E-4524-A46D-059C391596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ABA613C-E3A2-4E5E-8429-FAA9CD16281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00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+mn-lt"/>
            </a:endParaRPr>
          </a:p>
        </p:txBody>
      </p:sp>
      <p:pic>
        <p:nvPicPr>
          <p:cNvPr id="8" name="MTS LOGO COVER.pdf" descr="MTS LOGO COVER.pdf">
            <a:extLst>
              <a:ext uri="{FF2B5EF4-FFF2-40B4-BE49-F238E27FC236}">
                <a16:creationId xmlns:a16="http://schemas.microsoft.com/office/drawing/2014/main" id="{DBEBCCAB-6CE8-74E2-DDDE-96B924DA00D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91344" y="175056"/>
            <a:ext cx="11808978" cy="6494304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C05F570-5B6D-F90E-0959-F4F689703E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2" y="2598003"/>
            <a:ext cx="9113921" cy="1661993"/>
          </a:xfrm>
        </p:spPr>
        <p:txBody>
          <a:bodyPr vert="horz" anchor="b">
            <a:normAutofit/>
          </a:bodyPr>
          <a:lstStyle>
            <a:lvl1pPr algn="l">
              <a:defRPr sz="5400" b="0" i="0">
                <a:solidFill>
                  <a:schemeClr val="bg1"/>
                </a:solidFill>
                <a:latin typeface="MTS Extended" panose="020B0306020102020303" pitchFamily="34" charset="0"/>
                <a:ea typeface="MTS Extended" panose="020B0306020102020303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737364464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844CC7F9-0B0E-4524-A46D-059C391596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" name="Слайд think-cell" r:id="rId4" imgW="425" imgH="424" progId="TCLayout.ActiveDocument.1">
                  <p:embed/>
                </p:oleObj>
              </mc:Choice>
              <mc:Fallback>
                <p:oleObj name="Слайд think-cell" r:id="rId4" imgW="425" imgH="424" progId="TCLayout.ActiveDocument.1">
                  <p:embed/>
                  <p:pic>
                    <p:nvPicPr>
                      <p:cNvPr id="3" name="Объект 2" hidden="1">
                        <a:extLst>
                          <a:ext uri="{FF2B5EF4-FFF2-40B4-BE49-F238E27FC236}">
                            <a16:creationId xmlns:a16="http://schemas.microsoft.com/office/drawing/2014/main" id="{844CC7F9-0B0E-4524-A46D-059C391596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0DA56E9-BCB7-718E-FCFF-4D9A71423A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3216634"/>
            <a:ext cx="9007475" cy="424732"/>
          </a:xfrm>
        </p:spPr>
        <p:txBody>
          <a:bodyPr/>
          <a:lstStyle>
            <a:lvl1pPr>
              <a:lnSpc>
                <a:spcPts val="3500"/>
              </a:lnSpc>
              <a:defRPr sz="2800" b="0" i="0">
                <a:latin typeface="MTS Extended" panose="020B0306020102020303" pitchFamily="34" charset="0"/>
                <a:ea typeface="MTS Extended" panose="020B03060201020203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BCD47B7-3A9E-1B41-AECF-C21C9837BEC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9" y="0"/>
            <a:ext cx="772391" cy="77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198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70">
          <p15:clr>
            <a:srgbClr val="FBAE40"/>
          </p15:clr>
        </p15:guide>
        <p15:guide id="3" pos="7310">
          <p15:clr>
            <a:srgbClr val="FBAE4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8B80C-041A-4878-BD6B-0C4CCD45EA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2324434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8B80C-041A-4878-BD6B-0C4CCD45EA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002445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8B80C-041A-4878-BD6B-0C4CCD45EA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6254743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8B80C-041A-4878-BD6B-0C4CCD45EA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82285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8B80C-041A-4878-BD6B-0C4CCD45EA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2548817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8B80C-041A-4878-BD6B-0C4CCD45EA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7612218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8B80C-041A-4878-BD6B-0C4CCD45EA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3924951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8B80C-041A-4878-BD6B-0C4CCD45EA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189854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8B80C-041A-4878-BD6B-0C4CCD45EA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9899615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8B80C-041A-4878-BD6B-0C4CCD45EA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2850927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8B80C-041A-4878-BD6B-0C4CCD45EA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8589576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9871735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35649" y="412747"/>
            <a:ext cx="10515600" cy="506413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заголовка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5035236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35649" y="412747"/>
            <a:ext cx="10515600" cy="506413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заголовка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726292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844CC7F9-0B0E-4524-A46D-059C391596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Слайд think-cell" r:id="rId4" imgW="425" imgH="424" progId="TCLayout.ActiveDocument.1">
                  <p:embed/>
                </p:oleObj>
              </mc:Choice>
              <mc:Fallback>
                <p:oleObj name="Слайд think-cell" r:id="rId4" imgW="425" imgH="424" progId="TCLayout.ActiveDocument.1">
                  <p:embed/>
                  <p:pic>
                    <p:nvPicPr>
                      <p:cNvPr id="3" name="Объект 2" hidden="1">
                        <a:extLst>
                          <a:ext uri="{FF2B5EF4-FFF2-40B4-BE49-F238E27FC236}">
                            <a16:creationId xmlns:a16="http://schemas.microsoft.com/office/drawing/2014/main" id="{844CC7F9-0B0E-4524-A46D-059C391596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ABA613C-E3A2-4E5E-8429-FAA9CD16281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00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+mn-lt"/>
            </a:endParaRPr>
          </a:p>
        </p:txBody>
      </p:sp>
      <p:pic>
        <p:nvPicPr>
          <p:cNvPr id="8" name="MTS LOGO COVER.pdf" descr="MTS LOGO COVER.pdf">
            <a:extLst>
              <a:ext uri="{FF2B5EF4-FFF2-40B4-BE49-F238E27FC236}">
                <a16:creationId xmlns:a16="http://schemas.microsoft.com/office/drawing/2014/main" id="{DBEBCCAB-6CE8-74E2-DDDE-96B924DA00D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91344" y="175056"/>
            <a:ext cx="11808978" cy="6494304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C05F570-5B6D-F90E-0959-F4F689703E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2" y="2598003"/>
            <a:ext cx="9113921" cy="1661993"/>
          </a:xfrm>
        </p:spPr>
        <p:txBody>
          <a:bodyPr vert="horz" anchor="b">
            <a:normAutofit/>
          </a:bodyPr>
          <a:lstStyle>
            <a:lvl1pPr algn="l">
              <a:defRPr sz="5400" b="0" i="0">
                <a:solidFill>
                  <a:schemeClr val="bg1"/>
                </a:solidFill>
                <a:latin typeface="MTS Wide" panose="020B0306020102020303" pitchFamily="34" charset="0"/>
                <a:ea typeface="MTS Wide" panose="020B0306020102020303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4106739837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844CC7F9-0B0E-4524-A46D-059C391596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Слайд think-cell" r:id="rId4" imgW="425" imgH="424" progId="TCLayout.ActiveDocument.1">
                  <p:embed/>
                </p:oleObj>
              </mc:Choice>
              <mc:Fallback>
                <p:oleObj name="Слайд think-cell" r:id="rId4" imgW="425" imgH="424" progId="TCLayout.ActiveDocument.1">
                  <p:embed/>
                  <p:pic>
                    <p:nvPicPr>
                      <p:cNvPr id="3" name="Объект 2" hidden="1">
                        <a:extLst>
                          <a:ext uri="{FF2B5EF4-FFF2-40B4-BE49-F238E27FC236}">
                            <a16:creationId xmlns:a16="http://schemas.microsoft.com/office/drawing/2014/main" id="{844CC7F9-0B0E-4524-A46D-059C391596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0DA56E9-BCB7-718E-FCFF-4D9A71423A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3216634"/>
            <a:ext cx="9940296" cy="424732"/>
          </a:xfrm>
        </p:spPr>
        <p:txBody>
          <a:bodyPr/>
          <a:lstStyle>
            <a:lvl1pPr>
              <a:lnSpc>
                <a:spcPts val="3500"/>
              </a:lnSpc>
              <a:defRPr sz="2800" b="0" i="0">
                <a:latin typeface="MTS Wide" panose="020B0306020102020303" pitchFamily="34" charset="0"/>
                <a:ea typeface="MTS Wide" panose="020B03060201020203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BCD47B7-3A9E-1B41-AECF-C21C9837BEC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9" y="0"/>
            <a:ext cx="772391" cy="77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30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70">
          <p15:clr>
            <a:srgbClr val="FBAE40"/>
          </p15:clr>
        </p15:guide>
        <p15:guide id="3" pos="731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vmlDrawing" Target="../drawings/vmlDrawing1.v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83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82.xml"/><Relationship Id="rId2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81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5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75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9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09.xml"/><Relationship Id="rId21" Type="http://schemas.openxmlformats.org/officeDocument/2006/relationships/slideLayout" Target="../slideLayouts/slideLayout104.xml"/><Relationship Id="rId34" Type="http://schemas.openxmlformats.org/officeDocument/2006/relationships/slideLayout" Target="../slideLayouts/slideLayout117.xml"/><Relationship Id="rId42" Type="http://schemas.openxmlformats.org/officeDocument/2006/relationships/slideLayout" Target="../slideLayouts/slideLayout125.xml"/><Relationship Id="rId47" Type="http://schemas.openxmlformats.org/officeDocument/2006/relationships/slideLayout" Target="../slideLayouts/slideLayout130.xml"/><Relationship Id="rId50" Type="http://schemas.openxmlformats.org/officeDocument/2006/relationships/slideLayout" Target="../slideLayouts/slideLayout133.xml"/><Relationship Id="rId55" Type="http://schemas.openxmlformats.org/officeDocument/2006/relationships/slideLayout" Target="../slideLayouts/slideLayout138.xml"/><Relationship Id="rId6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90.xml"/><Relationship Id="rId2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99.xml"/><Relationship Id="rId29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94.xml"/><Relationship Id="rId24" Type="http://schemas.openxmlformats.org/officeDocument/2006/relationships/slideLayout" Target="../slideLayouts/slideLayout107.xml"/><Relationship Id="rId32" Type="http://schemas.openxmlformats.org/officeDocument/2006/relationships/slideLayout" Target="../slideLayouts/slideLayout115.xml"/><Relationship Id="rId37" Type="http://schemas.openxmlformats.org/officeDocument/2006/relationships/slideLayout" Target="../slideLayouts/slideLayout120.xml"/><Relationship Id="rId40" Type="http://schemas.openxmlformats.org/officeDocument/2006/relationships/slideLayout" Target="../slideLayouts/slideLayout123.xml"/><Relationship Id="rId45" Type="http://schemas.openxmlformats.org/officeDocument/2006/relationships/slideLayout" Target="../slideLayouts/slideLayout128.xml"/><Relationship Id="rId53" Type="http://schemas.openxmlformats.org/officeDocument/2006/relationships/slideLayout" Target="../slideLayouts/slideLayout136.xml"/><Relationship Id="rId58" Type="http://schemas.openxmlformats.org/officeDocument/2006/relationships/slideLayout" Target="../slideLayouts/slideLayout141.xml"/><Relationship Id="rId5" Type="http://schemas.openxmlformats.org/officeDocument/2006/relationships/slideLayout" Target="../slideLayouts/slideLayout88.xml"/><Relationship Id="rId61" Type="http://schemas.openxmlformats.org/officeDocument/2006/relationships/slideLayout" Target="../slideLayouts/slideLayout144.xml"/><Relationship Id="rId19" Type="http://schemas.openxmlformats.org/officeDocument/2006/relationships/slideLayout" Target="../slideLayouts/slideLayout102.xml"/><Relationship Id="rId14" Type="http://schemas.openxmlformats.org/officeDocument/2006/relationships/slideLayout" Target="../slideLayouts/slideLayout97.xml"/><Relationship Id="rId22" Type="http://schemas.openxmlformats.org/officeDocument/2006/relationships/slideLayout" Target="../slideLayouts/slideLayout105.xml"/><Relationship Id="rId27" Type="http://schemas.openxmlformats.org/officeDocument/2006/relationships/slideLayout" Target="../slideLayouts/slideLayout110.xml"/><Relationship Id="rId30" Type="http://schemas.openxmlformats.org/officeDocument/2006/relationships/slideLayout" Target="../slideLayouts/slideLayout113.xml"/><Relationship Id="rId35" Type="http://schemas.openxmlformats.org/officeDocument/2006/relationships/slideLayout" Target="../slideLayouts/slideLayout118.xml"/><Relationship Id="rId43" Type="http://schemas.openxmlformats.org/officeDocument/2006/relationships/slideLayout" Target="../slideLayouts/slideLayout126.xml"/><Relationship Id="rId48" Type="http://schemas.openxmlformats.org/officeDocument/2006/relationships/slideLayout" Target="../slideLayouts/slideLayout131.xml"/><Relationship Id="rId56" Type="http://schemas.openxmlformats.org/officeDocument/2006/relationships/slideLayout" Target="../slideLayouts/slideLayout139.xml"/><Relationship Id="rId64" Type="http://schemas.openxmlformats.org/officeDocument/2006/relationships/slideLayout" Target="../slideLayouts/slideLayout147.xml"/><Relationship Id="rId8" Type="http://schemas.openxmlformats.org/officeDocument/2006/relationships/slideLayout" Target="../slideLayouts/slideLayout91.xml"/><Relationship Id="rId51" Type="http://schemas.openxmlformats.org/officeDocument/2006/relationships/slideLayout" Target="../slideLayouts/slideLayout134.xml"/><Relationship Id="rId3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95.xml"/><Relationship Id="rId17" Type="http://schemas.openxmlformats.org/officeDocument/2006/relationships/slideLayout" Target="../slideLayouts/slideLayout100.xml"/><Relationship Id="rId25" Type="http://schemas.openxmlformats.org/officeDocument/2006/relationships/slideLayout" Target="../slideLayouts/slideLayout108.xml"/><Relationship Id="rId33" Type="http://schemas.openxmlformats.org/officeDocument/2006/relationships/slideLayout" Target="../slideLayouts/slideLayout116.xml"/><Relationship Id="rId38" Type="http://schemas.openxmlformats.org/officeDocument/2006/relationships/slideLayout" Target="../slideLayouts/slideLayout121.xml"/><Relationship Id="rId46" Type="http://schemas.openxmlformats.org/officeDocument/2006/relationships/slideLayout" Target="../slideLayouts/slideLayout129.xml"/><Relationship Id="rId59" Type="http://schemas.openxmlformats.org/officeDocument/2006/relationships/slideLayout" Target="../slideLayouts/slideLayout142.xml"/><Relationship Id="rId20" Type="http://schemas.openxmlformats.org/officeDocument/2006/relationships/slideLayout" Target="../slideLayouts/slideLayout103.xml"/><Relationship Id="rId41" Type="http://schemas.openxmlformats.org/officeDocument/2006/relationships/slideLayout" Target="../slideLayouts/slideLayout124.xml"/><Relationship Id="rId54" Type="http://schemas.openxmlformats.org/officeDocument/2006/relationships/slideLayout" Target="../slideLayouts/slideLayout137.xml"/><Relationship Id="rId6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8.xml"/><Relationship Id="rId23" Type="http://schemas.openxmlformats.org/officeDocument/2006/relationships/slideLayout" Target="../slideLayouts/slideLayout106.xml"/><Relationship Id="rId28" Type="http://schemas.openxmlformats.org/officeDocument/2006/relationships/slideLayout" Target="../slideLayouts/slideLayout111.xml"/><Relationship Id="rId36" Type="http://schemas.openxmlformats.org/officeDocument/2006/relationships/slideLayout" Target="../slideLayouts/slideLayout119.xml"/><Relationship Id="rId49" Type="http://schemas.openxmlformats.org/officeDocument/2006/relationships/slideLayout" Target="../slideLayouts/slideLayout132.xml"/><Relationship Id="rId57" Type="http://schemas.openxmlformats.org/officeDocument/2006/relationships/slideLayout" Target="../slideLayouts/slideLayout140.xml"/><Relationship Id="rId10" Type="http://schemas.openxmlformats.org/officeDocument/2006/relationships/slideLayout" Target="../slideLayouts/slideLayout93.xml"/><Relationship Id="rId31" Type="http://schemas.openxmlformats.org/officeDocument/2006/relationships/slideLayout" Target="../slideLayouts/slideLayout114.xml"/><Relationship Id="rId44" Type="http://schemas.openxmlformats.org/officeDocument/2006/relationships/slideLayout" Target="../slideLayouts/slideLayout127.xml"/><Relationship Id="rId52" Type="http://schemas.openxmlformats.org/officeDocument/2006/relationships/slideLayout" Target="../slideLayouts/slideLayout135.xml"/><Relationship Id="rId60" Type="http://schemas.openxmlformats.org/officeDocument/2006/relationships/slideLayout" Target="../slideLayouts/slideLayout143.xml"/><Relationship Id="rId65" Type="http://schemas.openxmlformats.org/officeDocument/2006/relationships/theme" Target="../theme/theme3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6.xml"/><Relationship Id="rId18" Type="http://schemas.openxmlformats.org/officeDocument/2006/relationships/slideLayout" Target="../slideLayouts/slideLayout101.xml"/><Relationship Id="rId39" Type="http://schemas.openxmlformats.org/officeDocument/2006/relationships/slideLayout" Target="../slideLayouts/slideLayout122.xml"/></Relationships>
</file>

<file path=ppt/slideMasters/_rels/slideMaster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slideLayout" Target="../slideLayouts/slideLayout150.xml"/><Relationship Id="rId7" Type="http://schemas.openxmlformats.org/officeDocument/2006/relationships/image" Target="../media/image10.png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149.xml"/><Relationship Id="rId1" Type="http://schemas.openxmlformats.org/officeDocument/2006/relationships/slideLayout" Target="../slideLayouts/slideLayout148.xml"/><Relationship Id="rId6" Type="http://schemas.microsoft.com/office/2007/relationships/hdphoto" Target="../media/hdphoto1.wdp"/><Relationship Id="rId11" Type="http://schemas.microsoft.com/office/2007/relationships/hdphoto" Target="../media/hdphoto3.wdp"/><Relationship Id="rId5" Type="http://schemas.openxmlformats.org/officeDocument/2006/relationships/image" Target="../media/image9.png"/><Relationship Id="rId10" Type="http://schemas.openxmlformats.org/officeDocument/2006/relationships/image" Target="../media/image11.png"/><Relationship Id="rId4" Type="http://schemas.openxmlformats.org/officeDocument/2006/relationships/theme" Target="../theme/theme4.xml"/><Relationship Id="rId9" Type="http://schemas.openxmlformats.org/officeDocument/2006/relationships/slide" Target="../slides/slide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2.png"/><Relationship Id="rId3" Type="http://schemas.openxmlformats.org/officeDocument/2006/relationships/slideLayout" Target="../slideLayouts/slideLayout153.xml"/><Relationship Id="rId7" Type="http://schemas.microsoft.com/office/2007/relationships/hdphoto" Target="../media/hdphoto1.wdp"/><Relationship Id="rId12" Type="http://schemas.microsoft.com/office/2007/relationships/hdphoto" Target="../media/hdphoto3.wdp"/><Relationship Id="rId2" Type="http://schemas.openxmlformats.org/officeDocument/2006/relationships/slideLayout" Target="../slideLayouts/slideLayout152.xml"/><Relationship Id="rId1" Type="http://schemas.openxmlformats.org/officeDocument/2006/relationships/slideLayout" Target="../slideLayouts/slideLayout151.xml"/><Relationship Id="rId6" Type="http://schemas.openxmlformats.org/officeDocument/2006/relationships/image" Target="../media/image9.png"/><Relationship Id="rId11" Type="http://schemas.openxmlformats.org/officeDocument/2006/relationships/image" Target="../media/image11.png"/><Relationship Id="rId5" Type="http://schemas.openxmlformats.org/officeDocument/2006/relationships/theme" Target="../theme/theme5.xml"/><Relationship Id="rId10" Type="http://schemas.openxmlformats.org/officeDocument/2006/relationships/slide" Target="../slides/slide2.xml"/><Relationship Id="rId4" Type="http://schemas.openxmlformats.org/officeDocument/2006/relationships/slideLayout" Target="../slideLayouts/slideLayout154.xml"/><Relationship Id="rId9" Type="http://schemas.microsoft.com/office/2007/relationships/hdphoto" Target="../media/hdphoto2.wdp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157.xml"/><Relationship Id="rId7" Type="http://schemas.openxmlformats.org/officeDocument/2006/relationships/slide" Target="../slides/slide2.xml"/><Relationship Id="rId2" Type="http://schemas.openxmlformats.org/officeDocument/2006/relationships/slideLayout" Target="../slideLayouts/slideLayout156.xml"/><Relationship Id="rId1" Type="http://schemas.openxmlformats.org/officeDocument/2006/relationships/slideLayout" Target="../slideLayouts/slideLayout155.xml"/><Relationship Id="rId6" Type="http://schemas.microsoft.com/office/2007/relationships/hdphoto" Target="../media/hdphoto4.wdp"/><Relationship Id="rId5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openxmlformats.org/officeDocument/2006/relationships/theme" Target="../theme/theme6.xml"/><Relationship Id="rId9" Type="http://schemas.microsoft.com/office/2007/relationships/hdphoto" Target="../media/hdphoto3.wdp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5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160.xml"/><Relationship Id="rId7" Type="http://schemas.openxmlformats.org/officeDocument/2006/relationships/slideLayout" Target="../slideLayouts/slideLayout164.xml"/><Relationship Id="rId12" Type="http://schemas.openxmlformats.org/officeDocument/2006/relationships/slideLayout" Target="../slideLayouts/slideLayout169.xml"/><Relationship Id="rId2" Type="http://schemas.openxmlformats.org/officeDocument/2006/relationships/slideLayout" Target="../slideLayouts/slideLayout159.xml"/><Relationship Id="rId1" Type="http://schemas.openxmlformats.org/officeDocument/2006/relationships/slideLayout" Target="../slideLayouts/slideLayout158.xml"/><Relationship Id="rId6" Type="http://schemas.openxmlformats.org/officeDocument/2006/relationships/slideLayout" Target="../slideLayouts/slideLayout163.xml"/><Relationship Id="rId11" Type="http://schemas.openxmlformats.org/officeDocument/2006/relationships/slideLayout" Target="../slideLayouts/slideLayout168.xml"/><Relationship Id="rId5" Type="http://schemas.openxmlformats.org/officeDocument/2006/relationships/slideLayout" Target="../slideLayouts/slideLayout162.xml"/><Relationship Id="rId10" Type="http://schemas.openxmlformats.org/officeDocument/2006/relationships/slideLayout" Target="../slideLayouts/slideLayout167.xml"/><Relationship Id="rId4" Type="http://schemas.openxmlformats.org/officeDocument/2006/relationships/slideLayout" Target="../slideLayouts/slideLayout161.xml"/><Relationship Id="rId9" Type="http://schemas.openxmlformats.org/officeDocument/2006/relationships/slideLayout" Target="../slideLayouts/slideLayout166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microsoft.com/office/2007/relationships/hdphoto" Target="../media/hdphoto5.wdp"/><Relationship Id="rId3" Type="http://schemas.openxmlformats.org/officeDocument/2006/relationships/slideLayout" Target="../slideLayouts/slideLayout172.xml"/><Relationship Id="rId7" Type="http://schemas.openxmlformats.org/officeDocument/2006/relationships/tags" Target="../tags/tag9.xml"/><Relationship Id="rId12" Type="http://schemas.openxmlformats.org/officeDocument/2006/relationships/image" Target="../media/image16.png"/><Relationship Id="rId17" Type="http://schemas.openxmlformats.org/officeDocument/2006/relationships/image" Target="../media/image12.png"/><Relationship Id="rId2" Type="http://schemas.openxmlformats.org/officeDocument/2006/relationships/slideLayout" Target="../slideLayouts/slideLayout171.xml"/><Relationship Id="rId16" Type="http://schemas.microsoft.com/office/2007/relationships/hdphoto" Target="../media/hdphoto6.wdp"/><Relationship Id="rId1" Type="http://schemas.openxmlformats.org/officeDocument/2006/relationships/slideLayout" Target="../slideLayouts/slideLayout170.xml"/><Relationship Id="rId6" Type="http://schemas.openxmlformats.org/officeDocument/2006/relationships/vmlDrawing" Target="../drawings/vmlDrawing8.vml"/><Relationship Id="rId11" Type="http://schemas.microsoft.com/office/2007/relationships/hdphoto" Target="../media/hdphoto1.wdp"/><Relationship Id="rId5" Type="http://schemas.openxmlformats.org/officeDocument/2006/relationships/theme" Target="../theme/theme8.xml"/><Relationship Id="rId15" Type="http://schemas.openxmlformats.org/officeDocument/2006/relationships/image" Target="../media/image17.png"/><Relationship Id="rId10" Type="http://schemas.openxmlformats.org/officeDocument/2006/relationships/image" Target="../media/image9.png"/><Relationship Id="rId4" Type="http://schemas.openxmlformats.org/officeDocument/2006/relationships/slideLayout" Target="../slideLayouts/slideLayout173.xml"/><Relationship Id="rId9" Type="http://schemas.openxmlformats.org/officeDocument/2006/relationships/image" Target="../media/image15.emf"/><Relationship Id="rId14" Type="http://schemas.openxmlformats.org/officeDocument/2006/relationships/slide" Target="../slides/slid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 userDrawn="1">
            <p:custDataLst>
              <p:tags r:id="rId6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Слайд think-cell" r:id="rId69" imgW="650" imgH="648" progId="TCLayout.ActiveDocument.1">
                  <p:embed/>
                </p:oleObj>
              </mc:Choice>
              <mc:Fallback>
                <p:oleObj name="Слайд think-cell" r:id="rId69" imgW="650" imgH="648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7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BEF267-88AE-7328-8EC6-ABFFED583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3988" y="148976"/>
            <a:ext cx="578386" cy="18188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>
              <a:defRPr lang="en-RU" sz="988" b="0" i="0" smtClean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  <a:cs typeface="Arial Black" charset="0"/>
              </a:defRPr>
            </a:lvl1pPr>
          </a:lstStyle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8C2397F-F942-DC46-9EA6-5BB12E6C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7" y="784081"/>
            <a:ext cx="10630666" cy="35858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574208-60C5-6FF5-D170-972CF8BF3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374" y="1722704"/>
            <a:ext cx="10514928" cy="4351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343908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</p:sldLayoutIdLst>
  <p:transition>
    <p:fade/>
  </p:transition>
  <p:hf hdr="0"/>
  <p:txStyles>
    <p:titleStyle>
      <a:lvl1pPr algn="l" defTabSz="967527" rtl="0" eaLnBrk="1" latinLnBrk="0" hangingPunct="1">
        <a:lnSpc>
          <a:spcPct val="80000"/>
        </a:lnSpc>
        <a:spcBef>
          <a:spcPct val="0"/>
        </a:spcBef>
        <a:buNone/>
        <a:defRPr lang="ru-RU" sz="2869" b="0" i="0" kern="1200" cap="none" spc="107" baseline="0">
          <a:solidFill>
            <a:schemeClr val="tx1"/>
          </a:solidFill>
          <a:latin typeface="MTS Wide Medium" panose="020B0306020102020303" pitchFamily="34" charset="0"/>
          <a:ea typeface="MTS Wide Medium" panose="020B0306020102020303" pitchFamily="34" charset="0"/>
          <a:cs typeface="Arial Black" charset="0"/>
        </a:defRPr>
      </a:lvl1pPr>
    </p:titleStyle>
    <p:bodyStyle>
      <a:lvl1pPr marL="0" indent="0" algn="l" defTabSz="967527" rtl="0" eaLnBrk="1" latinLnBrk="0" hangingPunct="1">
        <a:spcBef>
          <a:spcPct val="20000"/>
        </a:spcBef>
        <a:buFontTx/>
        <a:buNone/>
        <a:defRPr sz="3387" b="0" i="0" kern="1200">
          <a:solidFill>
            <a:schemeClr val="tx1"/>
          </a:solidFill>
          <a:latin typeface="MTS Text" panose="020B0306020102020303" pitchFamily="34" charset="0"/>
          <a:ea typeface="MTS Text" panose="020B0306020102020303" pitchFamily="34" charset="0"/>
          <a:cs typeface="+mn-cs"/>
        </a:defRPr>
      </a:lvl1pPr>
      <a:lvl2pPr marL="483763" indent="0" algn="l" defTabSz="967527" rtl="0" eaLnBrk="1" latinLnBrk="0" hangingPunct="1">
        <a:spcBef>
          <a:spcPct val="20000"/>
        </a:spcBef>
        <a:buFontTx/>
        <a:buNone/>
        <a:defRPr sz="2963" b="0" i="0" kern="1200">
          <a:solidFill>
            <a:schemeClr val="tx1"/>
          </a:solidFill>
          <a:latin typeface="MTS Text" panose="020B0306020102020303" pitchFamily="34" charset="0"/>
          <a:ea typeface="MTS Text" panose="020B0306020102020303" pitchFamily="34" charset="0"/>
          <a:cs typeface="+mn-cs"/>
        </a:defRPr>
      </a:lvl2pPr>
      <a:lvl3pPr marL="967525" indent="0" algn="l" defTabSz="967527" rtl="0" eaLnBrk="1" latinLnBrk="0" hangingPunct="1">
        <a:spcBef>
          <a:spcPct val="20000"/>
        </a:spcBef>
        <a:buFontTx/>
        <a:buNone/>
        <a:defRPr sz="2540" b="0" i="0" kern="1200">
          <a:solidFill>
            <a:schemeClr val="tx1"/>
          </a:solidFill>
          <a:latin typeface="MTS Text" panose="020B0306020102020303" pitchFamily="34" charset="0"/>
          <a:ea typeface="MTS Text" panose="020B0306020102020303" pitchFamily="34" charset="0"/>
          <a:cs typeface="+mn-cs"/>
        </a:defRPr>
      </a:lvl3pPr>
      <a:lvl4pPr marL="1451289" indent="0" algn="l" defTabSz="967527" rtl="0" eaLnBrk="1" latinLnBrk="0" hangingPunct="1">
        <a:spcBef>
          <a:spcPct val="20000"/>
        </a:spcBef>
        <a:buFontTx/>
        <a:buNone/>
        <a:defRPr sz="2116" b="0" i="0" kern="1200">
          <a:solidFill>
            <a:schemeClr val="tx1"/>
          </a:solidFill>
          <a:latin typeface="MTS Text" panose="020B0306020102020303" pitchFamily="34" charset="0"/>
          <a:ea typeface="MTS Text" panose="020B0306020102020303" pitchFamily="34" charset="0"/>
          <a:cs typeface="+mn-cs"/>
        </a:defRPr>
      </a:lvl4pPr>
      <a:lvl5pPr marL="1935052" indent="0" algn="l" defTabSz="967527" rtl="0" eaLnBrk="1" latinLnBrk="0" hangingPunct="1">
        <a:spcBef>
          <a:spcPct val="20000"/>
        </a:spcBef>
        <a:buFontTx/>
        <a:buNone/>
        <a:defRPr sz="2116" b="0" i="0" kern="1200">
          <a:solidFill>
            <a:schemeClr val="tx1"/>
          </a:solidFill>
          <a:latin typeface="MTS Text" panose="020B0306020102020303" pitchFamily="34" charset="0"/>
          <a:ea typeface="MTS Text" panose="020B0306020102020303" pitchFamily="34" charset="0"/>
          <a:cs typeface="+mn-cs"/>
        </a:defRPr>
      </a:lvl5pPr>
      <a:lvl6pPr marL="2660697" indent="-241882" algn="l" defTabSz="967527" rtl="0" eaLnBrk="1" latinLnBrk="0" hangingPunct="1">
        <a:spcBef>
          <a:spcPct val="20000"/>
        </a:spcBef>
        <a:buFont typeface="Arial" pitchFamily="34" charset="0"/>
        <a:buChar char="•"/>
        <a:defRPr sz="2116" kern="1200">
          <a:solidFill>
            <a:schemeClr val="tx1"/>
          </a:solidFill>
          <a:latin typeface="+mn-lt"/>
          <a:ea typeface="+mn-ea"/>
          <a:cs typeface="+mn-cs"/>
        </a:defRPr>
      </a:lvl6pPr>
      <a:lvl7pPr marL="3144461" indent="-241882" algn="l" defTabSz="967527" rtl="0" eaLnBrk="1" latinLnBrk="0" hangingPunct="1">
        <a:spcBef>
          <a:spcPct val="20000"/>
        </a:spcBef>
        <a:buFont typeface="Arial" pitchFamily="34" charset="0"/>
        <a:buChar char="•"/>
        <a:defRPr sz="2116" kern="1200">
          <a:solidFill>
            <a:schemeClr val="tx1"/>
          </a:solidFill>
          <a:latin typeface="+mn-lt"/>
          <a:ea typeface="+mn-ea"/>
          <a:cs typeface="+mn-cs"/>
        </a:defRPr>
      </a:lvl7pPr>
      <a:lvl8pPr marL="3628223" indent="-241882" algn="l" defTabSz="967527" rtl="0" eaLnBrk="1" latinLnBrk="0" hangingPunct="1">
        <a:spcBef>
          <a:spcPct val="20000"/>
        </a:spcBef>
        <a:buFont typeface="Arial" pitchFamily="34" charset="0"/>
        <a:buChar char="•"/>
        <a:defRPr sz="2116" kern="1200">
          <a:solidFill>
            <a:schemeClr val="tx1"/>
          </a:solidFill>
          <a:latin typeface="+mn-lt"/>
          <a:ea typeface="+mn-ea"/>
          <a:cs typeface="+mn-cs"/>
        </a:defRPr>
      </a:lvl8pPr>
      <a:lvl9pPr marL="4111987" indent="-241882" algn="l" defTabSz="967527" rtl="0" eaLnBrk="1" latinLnBrk="0" hangingPunct="1">
        <a:spcBef>
          <a:spcPct val="20000"/>
        </a:spcBef>
        <a:buFont typeface="Arial" pitchFamily="34" charset="0"/>
        <a:buChar char="•"/>
        <a:defRPr sz="21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67527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763" algn="l" defTabSz="967527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7527" algn="l" defTabSz="967527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1289" algn="l" defTabSz="967527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5053" algn="l" defTabSz="967527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8816" algn="l" defTabSz="967527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2579" algn="l" defTabSz="967527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6341" algn="l" defTabSz="967527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70105" algn="l" defTabSz="967527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BAE40"/>
          </p15:clr>
        </p15:guide>
        <p15:guide id="2" pos="16328">
          <p15:clr>
            <a:srgbClr val="FBAE40"/>
          </p15:clr>
        </p15:guide>
        <p15:guide id="3" orient="horz">
          <p15:clr>
            <a:srgbClr val="FBAE40"/>
          </p15:clr>
        </p15:guide>
        <p15:guide id="4" orient="horz" pos="9184">
          <p15:clr>
            <a:srgbClr val="FBAE40"/>
          </p15:clr>
        </p15:guide>
        <p15:guide id="5" pos="249">
          <p15:clr>
            <a:srgbClr val="C35EA4"/>
          </p15:clr>
        </p15:guide>
        <p15:guide id="7" orient="horz" pos="349">
          <p15:clr>
            <a:srgbClr val="FDE53C"/>
          </p15:clr>
        </p15:guide>
        <p15:guide id="8" orient="horz" pos="8963">
          <p15:clr>
            <a:srgbClr val="FDE53C"/>
          </p15:clr>
        </p15:guide>
        <p15:guide id="36" orient="horz" pos="4592">
          <p15:clr>
            <a:srgbClr val="FDE53C"/>
          </p15:clr>
        </p15:guide>
        <p15:guide id="37" pos="1021">
          <p15:clr>
            <a:srgbClr val="5ACBF0"/>
          </p15:clr>
        </p15:guide>
        <p15:guide id="38" pos="1836">
          <p15:clr>
            <a:srgbClr val="5ACBF0"/>
          </p15:clr>
        </p15:guide>
        <p15:guide id="40" pos="2607">
          <p15:clr>
            <a:srgbClr val="5ACBF0"/>
          </p15:clr>
        </p15:guide>
        <p15:guide id="41" pos="3401">
          <p15:clr>
            <a:srgbClr val="5ACBF0"/>
          </p15:clr>
        </p15:guide>
        <p15:guide id="42" pos="4195">
          <p15:clr>
            <a:srgbClr val="5ACBF0"/>
          </p15:clr>
        </p15:guide>
        <p15:guide id="44" pos="4989">
          <p15:clr>
            <a:srgbClr val="5ACBF0"/>
          </p15:clr>
        </p15:guide>
        <p15:guide id="46" pos="6554">
          <p15:clr>
            <a:srgbClr val="5ACBF0"/>
          </p15:clr>
        </p15:guide>
        <p15:guide id="49" pos="5783">
          <p15:clr>
            <a:srgbClr val="5ACBF0"/>
          </p15:clr>
        </p15:guide>
        <p15:guide id="50" pos="8164">
          <p15:clr>
            <a:srgbClr val="5ACBF0"/>
          </p15:clr>
        </p15:guide>
        <p15:guide id="51" pos="7370">
          <p15:clr>
            <a:srgbClr val="5ACBF0"/>
          </p15:clr>
        </p15:guide>
        <p15:guide id="54" pos="8958">
          <p15:clr>
            <a:srgbClr val="5ACBF0"/>
          </p15:clr>
        </p15:guide>
        <p15:guide id="55" pos="9729">
          <p15:clr>
            <a:srgbClr val="5ACBF0"/>
          </p15:clr>
        </p15:guide>
        <p15:guide id="57" pos="10523">
          <p15:clr>
            <a:srgbClr val="5ACBF0"/>
          </p15:clr>
        </p15:guide>
        <p15:guide id="58" pos="11316">
          <p15:clr>
            <a:srgbClr val="5ACBF0"/>
          </p15:clr>
        </p15:guide>
        <p15:guide id="60" pos="12110">
          <p15:clr>
            <a:srgbClr val="5ACBF0"/>
          </p15:clr>
        </p15:guide>
        <p15:guide id="62" pos="16073">
          <p15:clr>
            <a:srgbClr val="C35EA4"/>
          </p15:clr>
        </p15:guide>
        <p15:guide id="63" pos="12904">
          <p15:clr>
            <a:srgbClr val="5ACBF0"/>
          </p15:clr>
        </p15:guide>
        <p15:guide id="64" pos="13675">
          <p15:clr>
            <a:srgbClr val="5ACBF0"/>
          </p15:clr>
        </p15:guide>
        <p15:guide id="66" pos="14492">
          <p15:clr>
            <a:srgbClr val="5ACBF0"/>
          </p15:clr>
        </p15:guide>
        <p15:guide id="67" pos="15285">
          <p15:clr>
            <a:srgbClr val="5ACBF0"/>
          </p15:clr>
        </p15:guide>
        <p15:guide id="68" orient="horz" pos="1020">
          <p15:clr>
            <a:srgbClr val="5ACBF0"/>
          </p15:clr>
        </p15:guide>
        <p15:guide id="69" orient="horz" pos="1443">
          <p15:clr>
            <a:srgbClr val="5ACBF0"/>
          </p15:clr>
        </p15:guide>
        <p15:guide id="70" orient="horz" pos="221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98991"/>
            <a:ext cx="1040606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40606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marL="285750" marR="0" lvl="2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ru-RU" dirty="0"/>
              <a:t>Третий уровень</a:t>
            </a:r>
          </a:p>
          <a:p>
            <a:pPr marL="285750" marR="0" lvl="2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ru-RU" dirty="0"/>
              <a:t>Третий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2637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  <a:cs typeface="MTS Text" panose="020B0306020102020303" pitchFamily="34" charset="0"/>
              </a:defRPr>
            </a:lvl1pPr>
          </a:lstStyle>
          <a:p>
            <a:fld id="{762B52BE-A9A1-784E-9F07-76F59725F6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0178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tx1"/>
          </a:solidFill>
          <a:latin typeface="MTS Wide Medium" panose="020B0306020102020303" pitchFamily="34" charset="0"/>
          <a:ea typeface="MTS Wide Medium" panose="020B0306020102020303" pitchFamily="34" charset="0"/>
          <a:cs typeface="MTS Wide Medium" panose="020B0306020102020303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1600"/>
        </a:spcAft>
        <a:buFont typeface="Arial"/>
        <a:buNone/>
        <a:defRPr sz="3000" b="0" i="0" kern="1200">
          <a:solidFill>
            <a:schemeClr val="tx1"/>
          </a:solidFill>
          <a:latin typeface="MTS Text Medium" panose="020B0306020102020303" pitchFamily="34" charset="0"/>
          <a:ea typeface="MTS Text Medium" panose="020B0306020102020303" pitchFamily="34" charset="0"/>
          <a:cs typeface="MTS Text Medium" panose="020B0306020102020303" pitchFamily="34" charset="0"/>
        </a:defRPr>
      </a:lvl1pPr>
      <a:lvl2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/>
        <a:buNone/>
        <a:defRPr sz="2200" b="0" i="0" kern="1200">
          <a:solidFill>
            <a:schemeClr val="tx1"/>
          </a:solidFill>
          <a:latin typeface="MTS Text" panose="020B0306020102020303" pitchFamily="34" charset="0"/>
          <a:ea typeface="MTS Text" panose="020B0306020102020303" pitchFamily="34" charset="0"/>
          <a:cs typeface="MTS Text" panose="020B0306020102020303" pitchFamily="34" charset="0"/>
        </a:defRPr>
      </a:lvl2pPr>
      <a:lvl3pPr marL="285750" marR="0" indent="-285750" algn="l" defTabSz="914400" rtl="0" eaLnBrk="1" fontAlgn="auto" latinLnBrk="0" hangingPunct="1">
        <a:lnSpc>
          <a:spcPct val="90000"/>
        </a:lnSpc>
        <a:spcBef>
          <a:spcPts val="0"/>
        </a:spcBef>
        <a:spcAft>
          <a:spcPts val="600"/>
        </a:spcAft>
        <a:buClrTx/>
        <a:buSzTx/>
        <a:buFont typeface="Arial" charset="0"/>
        <a:buChar char="•"/>
        <a:tabLst/>
        <a:defRPr sz="1400" b="0" i="0" kern="1200">
          <a:solidFill>
            <a:schemeClr val="tx1"/>
          </a:solidFill>
          <a:latin typeface="MTS Text" panose="020B0306020102020303" pitchFamily="34" charset="0"/>
          <a:ea typeface="MTS Text" panose="020B0306020102020303" pitchFamily="34" charset="0"/>
          <a:cs typeface="MTS Text" panose="020B0306020102020303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tx1"/>
          </a:solidFill>
          <a:latin typeface="MTS Sans" charset="0"/>
          <a:ea typeface="MTS Sans" charset="0"/>
          <a:cs typeface="MTS Sans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tx1"/>
          </a:solidFill>
          <a:latin typeface="MTS Sans" charset="0"/>
          <a:ea typeface="MTS Sans" charset="0"/>
          <a:cs typeface="MTS Sans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724">
          <p15:clr>
            <a:srgbClr val="F26B43"/>
          </p15:clr>
        </p15:guide>
        <p15:guide id="3" orient="horz" pos="745">
          <p15:clr>
            <a:srgbClr val="F26B43"/>
          </p15:clr>
        </p15:guide>
        <p15:guide id="5" pos="7083">
          <p15:clr>
            <a:srgbClr val="F26B43"/>
          </p15:clr>
        </p15:guide>
        <p15:guide id="6" pos="590">
          <p15:clr>
            <a:srgbClr val="F26B43"/>
          </p15:clr>
        </p15:guide>
        <p15:guide id="7" orient="horz" pos="3892">
          <p15:clr>
            <a:srgbClr val="F26B43"/>
          </p15:clr>
        </p15:guide>
        <p15:guide id="8" pos="1486">
          <p15:clr>
            <a:srgbClr val="F26B43"/>
          </p15:clr>
        </p15:guide>
        <p15:guide id="9" orient="horz" pos="1094">
          <p15:clr>
            <a:srgbClr val="F26B43"/>
          </p15:clr>
        </p15:guide>
        <p15:guide id="10" pos="2605">
          <p15:clr>
            <a:srgbClr val="F26B43"/>
          </p15:clr>
        </p15:guide>
        <p15:guide id="11" pos="3947">
          <p15:clr>
            <a:srgbClr val="F26B43"/>
          </p15:clr>
        </p15:guide>
        <p15:guide id="12" pos="1702">
          <p15:clr>
            <a:srgbClr val="F26B43"/>
          </p15:clr>
        </p15:guide>
        <p15:guide id="13" pos="2821">
          <p15:clr>
            <a:srgbClr val="F26B43"/>
          </p15:clr>
        </p15:guide>
        <p15:guide id="14" pos="4844">
          <p15:clr>
            <a:srgbClr val="F26B43"/>
          </p15:clr>
        </p15:guide>
        <p15:guide id="15" pos="5066">
          <p15:clr>
            <a:srgbClr val="F26B43"/>
          </p15:clr>
        </p15:guide>
        <p15:guide id="16" pos="5963">
          <p15:clr>
            <a:srgbClr val="F26B43"/>
          </p15:clr>
        </p15:guide>
        <p15:guide id="17" pos="6179">
          <p15:clr>
            <a:srgbClr val="F26B43"/>
          </p15:clr>
        </p15:guide>
        <p15:guide id="18" orient="horz" pos="145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BEF267-88AE-7328-8EC6-ABFFED583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3988" y="148976"/>
            <a:ext cx="578386" cy="18188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>
              <a:defRPr lang="en-RU" sz="988" b="0" i="0" smtClean="0">
                <a:solidFill>
                  <a:schemeClr val="bg2">
                    <a:lumMod val="75000"/>
                  </a:schemeClr>
                </a:solidFill>
                <a:latin typeface="MTS Text" panose="020B0306020102020303" pitchFamily="34" charset="0"/>
                <a:ea typeface="MTS Text" panose="020B0306020102020303" pitchFamily="34" charset="0"/>
                <a:cs typeface="Arial Black" charset="0"/>
              </a:defRPr>
            </a:lvl1pPr>
          </a:lstStyle>
          <a:p>
            <a:pPr defTabSz="430134"/>
            <a:fld id="{A7E88AC1-0904-3C47-875C-3F6E82802988}" type="slidenum">
              <a:rPr lang="ru-RU" smtClean="0"/>
              <a:pPr defTabSz="430134"/>
              <a:t>‹#›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8C2397F-F942-DC46-9EA6-5BB12E6C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7" y="784081"/>
            <a:ext cx="10630666" cy="35858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574208-60C5-6FF5-D170-972CF8BF3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374" y="1722704"/>
            <a:ext cx="10514928" cy="4351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856106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  <p:sldLayoutId id="2147483762" r:id="rId17"/>
    <p:sldLayoutId id="2147483763" r:id="rId18"/>
    <p:sldLayoutId id="2147483764" r:id="rId19"/>
    <p:sldLayoutId id="2147483765" r:id="rId20"/>
    <p:sldLayoutId id="2147483766" r:id="rId21"/>
    <p:sldLayoutId id="2147483767" r:id="rId22"/>
    <p:sldLayoutId id="2147483768" r:id="rId23"/>
    <p:sldLayoutId id="2147483769" r:id="rId24"/>
    <p:sldLayoutId id="2147483770" r:id="rId25"/>
    <p:sldLayoutId id="2147483771" r:id="rId26"/>
    <p:sldLayoutId id="2147483772" r:id="rId27"/>
    <p:sldLayoutId id="2147483773" r:id="rId28"/>
    <p:sldLayoutId id="2147483774" r:id="rId29"/>
    <p:sldLayoutId id="2147483775" r:id="rId30"/>
    <p:sldLayoutId id="2147483776" r:id="rId31"/>
    <p:sldLayoutId id="2147483777" r:id="rId32"/>
    <p:sldLayoutId id="2147483778" r:id="rId33"/>
    <p:sldLayoutId id="2147483779" r:id="rId34"/>
    <p:sldLayoutId id="2147483780" r:id="rId35"/>
    <p:sldLayoutId id="2147483781" r:id="rId36"/>
    <p:sldLayoutId id="2147483782" r:id="rId37"/>
    <p:sldLayoutId id="2147483783" r:id="rId38"/>
    <p:sldLayoutId id="2147483784" r:id="rId39"/>
    <p:sldLayoutId id="2147483785" r:id="rId40"/>
    <p:sldLayoutId id="2147483786" r:id="rId41"/>
    <p:sldLayoutId id="2147483787" r:id="rId42"/>
    <p:sldLayoutId id="2147483788" r:id="rId43"/>
    <p:sldLayoutId id="2147483789" r:id="rId44"/>
    <p:sldLayoutId id="2147483790" r:id="rId45"/>
    <p:sldLayoutId id="2147483791" r:id="rId46"/>
    <p:sldLayoutId id="2147483792" r:id="rId47"/>
    <p:sldLayoutId id="2147483793" r:id="rId48"/>
    <p:sldLayoutId id="2147483794" r:id="rId49"/>
    <p:sldLayoutId id="2147483795" r:id="rId50"/>
    <p:sldLayoutId id="2147483796" r:id="rId51"/>
    <p:sldLayoutId id="2147483797" r:id="rId52"/>
    <p:sldLayoutId id="2147483798" r:id="rId53"/>
    <p:sldLayoutId id="2147483799" r:id="rId54"/>
    <p:sldLayoutId id="2147483800" r:id="rId55"/>
    <p:sldLayoutId id="2147483801" r:id="rId56"/>
    <p:sldLayoutId id="2147483802" r:id="rId57"/>
    <p:sldLayoutId id="2147483803" r:id="rId58"/>
    <p:sldLayoutId id="2147483804" r:id="rId59"/>
    <p:sldLayoutId id="2147483805" r:id="rId60"/>
    <p:sldLayoutId id="2147483806" r:id="rId61"/>
    <p:sldLayoutId id="2147483807" r:id="rId62"/>
    <p:sldLayoutId id="2147483808" r:id="rId63"/>
    <p:sldLayoutId id="2147483809" r:id="rId64"/>
  </p:sldLayoutIdLst>
  <p:transition>
    <p:fade/>
  </p:transition>
  <p:hf hdr="0"/>
  <p:txStyles>
    <p:titleStyle>
      <a:lvl1pPr algn="l" defTabSz="967527" rtl="0" eaLnBrk="1" latinLnBrk="0" hangingPunct="1">
        <a:lnSpc>
          <a:spcPct val="80000"/>
        </a:lnSpc>
        <a:spcBef>
          <a:spcPct val="0"/>
        </a:spcBef>
        <a:buNone/>
        <a:defRPr lang="ru-RU" sz="2869" b="0" i="0" kern="1200" cap="none" spc="107" baseline="0">
          <a:solidFill>
            <a:schemeClr val="tx1"/>
          </a:solidFill>
          <a:latin typeface="MTS Wide Medium" panose="020B0306020102020303" pitchFamily="34" charset="0"/>
          <a:ea typeface="MTS Wide Medium" panose="020B0306020102020303" pitchFamily="34" charset="0"/>
          <a:cs typeface="Arial Black" charset="0"/>
        </a:defRPr>
      </a:lvl1pPr>
    </p:titleStyle>
    <p:bodyStyle>
      <a:lvl1pPr marL="0" indent="0" algn="l" defTabSz="967527" rtl="0" eaLnBrk="1" latinLnBrk="0" hangingPunct="1">
        <a:spcBef>
          <a:spcPct val="20000"/>
        </a:spcBef>
        <a:buFontTx/>
        <a:buNone/>
        <a:defRPr sz="3387" b="0" i="0" kern="1200">
          <a:solidFill>
            <a:schemeClr val="tx1"/>
          </a:solidFill>
          <a:latin typeface="MTS Text" panose="020B0306020102020303" pitchFamily="34" charset="0"/>
          <a:ea typeface="MTS Text" panose="020B0306020102020303" pitchFamily="34" charset="0"/>
          <a:cs typeface="+mn-cs"/>
        </a:defRPr>
      </a:lvl1pPr>
      <a:lvl2pPr marL="483763" indent="0" algn="l" defTabSz="967527" rtl="0" eaLnBrk="1" latinLnBrk="0" hangingPunct="1">
        <a:spcBef>
          <a:spcPct val="20000"/>
        </a:spcBef>
        <a:buFontTx/>
        <a:buNone/>
        <a:defRPr sz="2963" b="0" i="0" kern="1200">
          <a:solidFill>
            <a:schemeClr val="tx1"/>
          </a:solidFill>
          <a:latin typeface="MTS Text" panose="020B0306020102020303" pitchFamily="34" charset="0"/>
          <a:ea typeface="MTS Text" panose="020B0306020102020303" pitchFamily="34" charset="0"/>
          <a:cs typeface="+mn-cs"/>
        </a:defRPr>
      </a:lvl2pPr>
      <a:lvl3pPr marL="967525" indent="0" algn="l" defTabSz="967527" rtl="0" eaLnBrk="1" latinLnBrk="0" hangingPunct="1">
        <a:spcBef>
          <a:spcPct val="20000"/>
        </a:spcBef>
        <a:buFontTx/>
        <a:buNone/>
        <a:defRPr sz="2540" b="0" i="0" kern="1200">
          <a:solidFill>
            <a:schemeClr val="tx1"/>
          </a:solidFill>
          <a:latin typeface="MTS Text" panose="020B0306020102020303" pitchFamily="34" charset="0"/>
          <a:ea typeface="MTS Text" panose="020B0306020102020303" pitchFamily="34" charset="0"/>
          <a:cs typeface="+mn-cs"/>
        </a:defRPr>
      </a:lvl3pPr>
      <a:lvl4pPr marL="1451289" indent="0" algn="l" defTabSz="967527" rtl="0" eaLnBrk="1" latinLnBrk="0" hangingPunct="1">
        <a:spcBef>
          <a:spcPct val="20000"/>
        </a:spcBef>
        <a:buFontTx/>
        <a:buNone/>
        <a:defRPr sz="2116" b="0" i="0" kern="1200">
          <a:solidFill>
            <a:schemeClr val="tx1"/>
          </a:solidFill>
          <a:latin typeface="MTS Text" panose="020B0306020102020303" pitchFamily="34" charset="0"/>
          <a:ea typeface="MTS Text" panose="020B0306020102020303" pitchFamily="34" charset="0"/>
          <a:cs typeface="+mn-cs"/>
        </a:defRPr>
      </a:lvl4pPr>
      <a:lvl5pPr marL="1935052" indent="0" algn="l" defTabSz="967527" rtl="0" eaLnBrk="1" latinLnBrk="0" hangingPunct="1">
        <a:spcBef>
          <a:spcPct val="20000"/>
        </a:spcBef>
        <a:buFontTx/>
        <a:buNone/>
        <a:defRPr sz="2116" b="0" i="0" kern="1200">
          <a:solidFill>
            <a:schemeClr val="tx1"/>
          </a:solidFill>
          <a:latin typeface="MTS Text" panose="020B0306020102020303" pitchFamily="34" charset="0"/>
          <a:ea typeface="MTS Text" panose="020B0306020102020303" pitchFamily="34" charset="0"/>
          <a:cs typeface="+mn-cs"/>
        </a:defRPr>
      </a:lvl5pPr>
      <a:lvl6pPr marL="2660697" indent="-241882" algn="l" defTabSz="967527" rtl="0" eaLnBrk="1" latinLnBrk="0" hangingPunct="1">
        <a:spcBef>
          <a:spcPct val="20000"/>
        </a:spcBef>
        <a:buFont typeface="Arial" pitchFamily="34" charset="0"/>
        <a:buChar char="•"/>
        <a:defRPr sz="2116" kern="1200">
          <a:solidFill>
            <a:schemeClr val="tx1"/>
          </a:solidFill>
          <a:latin typeface="+mn-lt"/>
          <a:ea typeface="+mn-ea"/>
          <a:cs typeface="+mn-cs"/>
        </a:defRPr>
      </a:lvl6pPr>
      <a:lvl7pPr marL="3144461" indent="-241882" algn="l" defTabSz="967527" rtl="0" eaLnBrk="1" latinLnBrk="0" hangingPunct="1">
        <a:spcBef>
          <a:spcPct val="20000"/>
        </a:spcBef>
        <a:buFont typeface="Arial" pitchFamily="34" charset="0"/>
        <a:buChar char="•"/>
        <a:defRPr sz="2116" kern="1200">
          <a:solidFill>
            <a:schemeClr val="tx1"/>
          </a:solidFill>
          <a:latin typeface="+mn-lt"/>
          <a:ea typeface="+mn-ea"/>
          <a:cs typeface="+mn-cs"/>
        </a:defRPr>
      </a:lvl7pPr>
      <a:lvl8pPr marL="3628223" indent="-241882" algn="l" defTabSz="967527" rtl="0" eaLnBrk="1" latinLnBrk="0" hangingPunct="1">
        <a:spcBef>
          <a:spcPct val="20000"/>
        </a:spcBef>
        <a:buFont typeface="Arial" pitchFamily="34" charset="0"/>
        <a:buChar char="•"/>
        <a:defRPr sz="2116" kern="1200">
          <a:solidFill>
            <a:schemeClr val="tx1"/>
          </a:solidFill>
          <a:latin typeface="+mn-lt"/>
          <a:ea typeface="+mn-ea"/>
          <a:cs typeface="+mn-cs"/>
        </a:defRPr>
      </a:lvl8pPr>
      <a:lvl9pPr marL="4111987" indent="-241882" algn="l" defTabSz="967527" rtl="0" eaLnBrk="1" latinLnBrk="0" hangingPunct="1">
        <a:spcBef>
          <a:spcPct val="20000"/>
        </a:spcBef>
        <a:buFont typeface="Arial" pitchFamily="34" charset="0"/>
        <a:buChar char="•"/>
        <a:defRPr sz="21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67527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763" algn="l" defTabSz="967527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7527" algn="l" defTabSz="967527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1289" algn="l" defTabSz="967527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5053" algn="l" defTabSz="967527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8816" algn="l" defTabSz="967527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2579" algn="l" defTabSz="967527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6341" algn="l" defTabSz="967527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70105" algn="l" defTabSz="967527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BAE40"/>
          </p15:clr>
        </p15:guide>
        <p15:guide id="2" pos="16328">
          <p15:clr>
            <a:srgbClr val="FBAE40"/>
          </p15:clr>
        </p15:guide>
        <p15:guide id="3" orient="horz">
          <p15:clr>
            <a:srgbClr val="FBAE40"/>
          </p15:clr>
        </p15:guide>
        <p15:guide id="4" orient="horz" pos="9184">
          <p15:clr>
            <a:srgbClr val="FBAE40"/>
          </p15:clr>
        </p15:guide>
        <p15:guide id="5" pos="249">
          <p15:clr>
            <a:srgbClr val="C35EA4"/>
          </p15:clr>
        </p15:guide>
        <p15:guide id="7" orient="horz" pos="349">
          <p15:clr>
            <a:srgbClr val="FDE53C"/>
          </p15:clr>
        </p15:guide>
        <p15:guide id="8" orient="horz" pos="8963">
          <p15:clr>
            <a:srgbClr val="FDE53C"/>
          </p15:clr>
        </p15:guide>
        <p15:guide id="36" orient="horz" pos="4592">
          <p15:clr>
            <a:srgbClr val="FDE53C"/>
          </p15:clr>
        </p15:guide>
        <p15:guide id="37" pos="1021">
          <p15:clr>
            <a:srgbClr val="5ACBF0"/>
          </p15:clr>
        </p15:guide>
        <p15:guide id="38" pos="1836">
          <p15:clr>
            <a:srgbClr val="5ACBF0"/>
          </p15:clr>
        </p15:guide>
        <p15:guide id="40" pos="2607">
          <p15:clr>
            <a:srgbClr val="5ACBF0"/>
          </p15:clr>
        </p15:guide>
        <p15:guide id="41" pos="3401">
          <p15:clr>
            <a:srgbClr val="5ACBF0"/>
          </p15:clr>
        </p15:guide>
        <p15:guide id="42" pos="4195">
          <p15:clr>
            <a:srgbClr val="5ACBF0"/>
          </p15:clr>
        </p15:guide>
        <p15:guide id="44" pos="4989">
          <p15:clr>
            <a:srgbClr val="5ACBF0"/>
          </p15:clr>
        </p15:guide>
        <p15:guide id="46" pos="6554">
          <p15:clr>
            <a:srgbClr val="5ACBF0"/>
          </p15:clr>
        </p15:guide>
        <p15:guide id="49" pos="5783">
          <p15:clr>
            <a:srgbClr val="5ACBF0"/>
          </p15:clr>
        </p15:guide>
        <p15:guide id="50" pos="8164">
          <p15:clr>
            <a:srgbClr val="5ACBF0"/>
          </p15:clr>
        </p15:guide>
        <p15:guide id="51" pos="7370">
          <p15:clr>
            <a:srgbClr val="5ACBF0"/>
          </p15:clr>
        </p15:guide>
        <p15:guide id="54" pos="8958">
          <p15:clr>
            <a:srgbClr val="5ACBF0"/>
          </p15:clr>
        </p15:guide>
        <p15:guide id="55" pos="9729">
          <p15:clr>
            <a:srgbClr val="5ACBF0"/>
          </p15:clr>
        </p15:guide>
        <p15:guide id="57" pos="10523">
          <p15:clr>
            <a:srgbClr val="5ACBF0"/>
          </p15:clr>
        </p15:guide>
        <p15:guide id="58" pos="11316">
          <p15:clr>
            <a:srgbClr val="5ACBF0"/>
          </p15:clr>
        </p15:guide>
        <p15:guide id="60" pos="12110">
          <p15:clr>
            <a:srgbClr val="5ACBF0"/>
          </p15:clr>
        </p15:guide>
        <p15:guide id="62" pos="16073">
          <p15:clr>
            <a:srgbClr val="C35EA4"/>
          </p15:clr>
        </p15:guide>
        <p15:guide id="63" pos="12904">
          <p15:clr>
            <a:srgbClr val="5ACBF0"/>
          </p15:clr>
        </p15:guide>
        <p15:guide id="64" pos="13675">
          <p15:clr>
            <a:srgbClr val="5ACBF0"/>
          </p15:clr>
        </p15:guide>
        <p15:guide id="66" pos="14492">
          <p15:clr>
            <a:srgbClr val="5ACBF0"/>
          </p15:clr>
        </p15:guide>
        <p15:guide id="67" pos="15285">
          <p15:clr>
            <a:srgbClr val="5ACBF0"/>
          </p15:clr>
        </p15:guide>
        <p15:guide id="68" orient="horz" pos="1020">
          <p15:clr>
            <a:srgbClr val="5ACBF0"/>
          </p15:clr>
        </p15:guide>
        <p15:guide id="69" orient="horz" pos="1443">
          <p15:clr>
            <a:srgbClr val="5ACBF0"/>
          </p15:clr>
        </p15:guide>
        <p15:guide id="70" orient="horz" pos="221">
          <p15:clr>
            <a:srgbClr val="FDE53C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47224" y="412747"/>
            <a:ext cx="10515600" cy="506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rPr lang="ru-RU" dirty="0"/>
              <a:t>ТЕКСТ ЗАГОЛОВКА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E43B2BDA-B493-F448-8B5F-32EE562C3F29}"/>
              </a:ext>
            </a:extLst>
          </p:cNvPr>
          <p:cNvGrpSpPr/>
          <p:nvPr userDrawn="1"/>
        </p:nvGrpSpPr>
        <p:grpSpPr>
          <a:xfrm>
            <a:off x="10491159" y="6001012"/>
            <a:ext cx="1166479" cy="375262"/>
            <a:chOff x="207017" y="9281506"/>
            <a:chExt cx="1166479" cy="375262"/>
          </a:xfrm>
        </p:grpSpPr>
        <p:pic>
          <p:nvPicPr>
            <p:cNvPr id="10" name="Рисунок 9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D90D653F-6F73-4743-912B-B29B3BB3A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7017" y="9295453"/>
              <a:ext cx="361315" cy="36131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" name="Рисунок 1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DFAAA65E-462C-2748-A884-B90964B42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" b="164"/>
            <a:stretch>
              <a:fillRect/>
            </a:stretch>
          </p:blipFill>
          <p:spPr>
            <a:xfrm>
              <a:off x="1013496" y="9296768"/>
              <a:ext cx="360000" cy="3600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Рисунок 11">
              <a:hlinkClick r:id="rId9" action="ppaction://hlinksldjump"/>
              <a:extLst>
                <a:ext uri="{FF2B5EF4-FFF2-40B4-BE49-F238E27FC236}">
                  <a16:creationId xmlns:a16="http://schemas.microsoft.com/office/drawing/2014/main" id="{D99C7CDC-54A6-6441-80D2-AF97EFD63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10914" y="9281506"/>
              <a:ext cx="360000" cy="360000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B0354AB-DFE4-B146-812C-1E20AC3980F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9" y="0"/>
            <a:ext cx="772391" cy="77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911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</p:sldLayoutIdLst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MTS Extended" panose="020B0306020102020303" pitchFamily="34" charset="0"/>
          <a:ea typeface="MTS Extended" panose="020B0306020102020303" pitchFamily="34" charset="0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370">
          <p15:clr>
            <a:srgbClr val="F26B43"/>
          </p15:clr>
        </p15:guide>
        <p15:guide id="3" pos="7310">
          <p15:clr>
            <a:srgbClr val="F26B43"/>
          </p15:clr>
        </p15:guide>
        <p15:guide id="5" orient="horz" pos="323">
          <p15:clr>
            <a:srgbClr val="F26B43"/>
          </p15:clr>
        </p15:guide>
        <p15:guide id="7" orient="horz" pos="754">
          <p15:clr>
            <a:srgbClr val="F26B43"/>
          </p15:clr>
        </p15:guide>
        <p15:guide id="8" orient="horz" pos="1003">
          <p15:clr>
            <a:srgbClr val="F26B43"/>
          </p15:clr>
        </p15:guide>
        <p15:guide id="9" orient="horz" pos="3997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47224" y="412747"/>
            <a:ext cx="10515600" cy="506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rPr lang="ru-RU" dirty="0"/>
              <a:t>ТЕКСТ ЗАГОЛОВКА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E43B2BDA-B493-F448-8B5F-32EE562C3F29}"/>
              </a:ext>
            </a:extLst>
          </p:cNvPr>
          <p:cNvGrpSpPr/>
          <p:nvPr userDrawn="1"/>
        </p:nvGrpSpPr>
        <p:grpSpPr>
          <a:xfrm>
            <a:off x="10491159" y="6001012"/>
            <a:ext cx="1166479" cy="375262"/>
            <a:chOff x="207017" y="9281506"/>
            <a:chExt cx="1166479" cy="375262"/>
          </a:xfrm>
        </p:grpSpPr>
        <p:pic>
          <p:nvPicPr>
            <p:cNvPr id="10" name="Рисунок 9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D90D653F-6F73-4743-912B-B29B3BB3A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7017" y="9295453"/>
              <a:ext cx="361315" cy="36131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" name="Рисунок 1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DFAAA65E-462C-2748-A884-B90964B42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" b="164"/>
            <a:stretch>
              <a:fillRect/>
            </a:stretch>
          </p:blipFill>
          <p:spPr>
            <a:xfrm>
              <a:off x="1013496" y="9296768"/>
              <a:ext cx="360000" cy="3600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Рисунок 11">
              <a:hlinkClick r:id="rId10" action="ppaction://hlinksldjump"/>
              <a:extLst>
                <a:ext uri="{FF2B5EF4-FFF2-40B4-BE49-F238E27FC236}">
                  <a16:creationId xmlns:a16="http://schemas.microsoft.com/office/drawing/2014/main" id="{D99C7CDC-54A6-6441-80D2-AF97EFD63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10914" y="9281506"/>
              <a:ext cx="360000" cy="360000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B0354AB-DFE4-B146-812C-1E20AC3980F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9" y="0"/>
            <a:ext cx="772391" cy="77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91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</p:sldLayoutIdLst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MTS Extended" panose="020B0306020102020303" pitchFamily="34" charset="0"/>
          <a:ea typeface="MTS Extended" panose="020B0306020102020303" pitchFamily="34" charset="0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370">
          <p15:clr>
            <a:srgbClr val="F26B43"/>
          </p15:clr>
        </p15:guide>
        <p15:guide id="3" pos="7310">
          <p15:clr>
            <a:srgbClr val="F26B43"/>
          </p15:clr>
        </p15:guide>
        <p15:guide id="5" orient="horz" pos="323">
          <p15:clr>
            <a:srgbClr val="F26B43"/>
          </p15:clr>
        </p15:guide>
        <p15:guide id="7" orient="horz" pos="754">
          <p15:clr>
            <a:srgbClr val="F26B43"/>
          </p15:clr>
        </p15:guide>
        <p15:guide id="8" orient="horz" pos="1003">
          <p15:clr>
            <a:srgbClr val="F26B43"/>
          </p15:clr>
        </p15:guide>
        <p15:guide id="9" orient="horz" pos="3997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47224" y="412747"/>
            <a:ext cx="10515600" cy="506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rPr lang="ru-RU" dirty="0"/>
              <a:t>ТЕКСТ ЗАГОЛОВКА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E43B2BDA-B493-F448-8B5F-32EE562C3F29}"/>
              </a:ext>
            </a:extLst>
          </p:cNvPr>
          <p:cNvGrpSpPr/>
          <p:nvPr userDrawn="1"/>
        </p:nvGrpSpPr>
        <p:grpSpPr>
          <a:xfrm>
            <a:off x="10905501" y="6009557"/>
            <a:ext cx="763897" cy="375262"/>
            <a:chOff x="207017" y="9281506"/>
            <a:chExt cx="763897" cy="375262"/>
          </a:xfrm>
        </p:grpSpPr>
        <p:pic>
          <p:nvPicPr>
            <p:cNvPr id="10" name="Рисунок 9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D90D653F-6F73-4743-912B-B29B3BB3A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7017" y="9295453"/>
              <a:ext cx="361315" cy="36131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Рисунок 11">
              <a:hlinkClick r:id="rId7" action="ppaction://hlinksldjump"/>
              <a:extLst>
                <a:ext uri="{FF2B5EF4-FFF2-40B4-BE49-F238E27FC236}">
                  <a16:creationId xmlns:a16="http://schemas.microsoft.com/office/drawing/2014/main" id="{D99C7CDC-54A6-6441-80D2-AF97EFD63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10914" y="9281506"/>
              <a:ext cx="360000" cy="360000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C0B5912-0BAF-2540-82C7-6812DABB3888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9" y="0"/>
            <a:ext cx="772391" cy="77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872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3" r:id="rId2"/>
    <p:sldLayoutId id="2147483824" r:id="rId3"/>
  </p:sldLayoutIdLst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MTS Extended" panose="020B0306020102020303" pitchFamily="34" charset="0"/>
          <a:ea typeface="MTS Extended" panose="020B0306020102020303" pitchFamily="34" charset="0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370">
          <p15:clr>
            <a:srgbClr val="F26B43"/>
          </p15:clr>
        </p15:guide>
        <p15:guide id="3" pos="7310">
          <p15:clr>
            <a:srgbClr val="F26B43"/>
          </p15:clr>
        </p15:guide>
        <p15:guide id="5" orient="horz" pos="323">
          <p15:clr>
            <a:srgbClr val="F26B43"/>
          </p15:clr>
        </p15:guide>
        <p15:guide id="7" orient="horz" pos="754">
          <p15:clr>
            <a:srgbClr val="F26B43"/>
          </p15:clr>
        </p15:guide>
        <p15:guide id="8" orient="horz" pos="1003">
          <p15:clr>
            <a:srgbClr val="F26B43"/>
          </p15:clr>
        </p15:guide>
        <p15:guide id="9" orient="horz" pos="3997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8B80C-041A-4878-BD6B-0C4CCD45EA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3912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1458713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Слайд think-cell" r:id="rId8" imgW="347" imgH="348" progId="TCLayout.ActiveDocument.1">
                  <p:embed/>
                </p:oleObj>
              </mc:Choice>
              <mc:Fallback>
                <p:oleObj name="Слайд think-cell" r:id="rId8" imgW="347" imgH="348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47224" y="412747"/>
            <a:ext cx="10515600" cy="506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rPr lang="ru-RU" dirty="0"/>
              <a:t>ТЕКСТ ЗАГОЛОВКА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E43B2BDA-B493-F448-8B5F-32EE562C3F29}"/>
              </a:ext>
            </a:extLst>
          </p:cNvPr>
          <p:cNvGrpSpPr/>
          <p:nvPr userDrawn="1"/>
        </p:nvGrpSpPr>
        <p:grpSpPr>
          <a:xfrm>
            <a:off x="10491159" y="6001012"/>
            <a:ext cx="1166479" cy="375262"/>
            <a:chOff x="207017" y="9281506"/>
            <a:chExt cx="1166479" cy="375262"/>
          </a:xfrm>
        </p:grpSpPr>
        <p:pic>
          <p:nvPicPr>
            <p:cNvPr id="10" name="Рисунок 9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D90D653F-6F73-4743-912B-B29B3BB3A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7017" y="9295453"/>
              <a:ext cx="361315" cy="36131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" name="Рисунок 1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DFAAA65E-462C-2748-A884-B90964B42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" b="164"/>
            <a:stretch>
              <a:fillRect/>
            </a:stretch>
          </p:blipFill>
          <p:spPr>
            <a:xfrm>
              <a:off x="1013496" y="9296768"/>
              <a:ext cx="360000" cy="3600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Рисунок 11">
              <a:hlinkClick r:id="rId14" action="ppaction://hlinksldjump"/>
              <a:extLst>
                <a:ext uri="{FF2B5EF4-FFF2-40B4-BE49-F238E27FC236}">
                  <a16:creationId xmlns:a16="http://schemas.microsoft.com/office/drawing/2014/main" id="{D99C7CDC-54A6-6441-80D2-AF97EFD63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10914" y="9281506"/>
              <a:ext cx="360000" cy="360000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B0354AB-DFE4-B146-812C-1E20AC3980F3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9" y="0"/>
            <a:ext cx="772391" cy="77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882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</p:sldLayoutIdLst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MTS Wide" panose="020B0306020102020303" pitchFamily="34" charset="0"/>
          <a:ea typeface="MTS Wide" panose="020B0306020102020303" pitchFamily="34" charset="0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370">
          <p15:clr>
            <a:srgbClr val="F26B43"/>
          </p15:clr>
        </p15:guide>
        <p15:guide id="3" pos="7310">
          <p15:clr>
            <a:srgbClr val="F26B43"/>
          </p15:clr>
        </p15:guide>
        <p15:guide id="5" orient="horz" pos="323">
          <p15:clr>
            <a:srgbClr val="F26B43"/>
          </p15:clr>
        </p15:guide>
        <p15:guide id="7" orient="horz" pos="754">
          <p15:clr>
            <a:srgbClr val="F26B43"/>
          </p15:clr>
        </p15:guide>
        <p15:guide id="8" orient="horz" pos="1003">
          <p15:clr>
            <a:srgbClr val="F26B43"/>
          </p15:clr>
        </p15:guide>
        <p15:guide id="9" orient="horz" pos="39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2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notesSlide" Target="../notesSlides/notesSlide2.xml"/><Relationship Id="rId7" Type="http://schemas.microsoft.com/office/2007/relationships/hdphoto" Target="../media/hdphoto8.wdp"/><Relationship Id="rId2" Type="http://schemas.openxmlformats.org/officeDocument/2006/relationships/slideLayout" Target="../slideLayouts/slideLayout72.xml"/><Relationship Id="rId1" Type="http://schemas.openxmlformats.org/officeDocument/2006/relationships/tags" Target="../tags/tag13.xml"/><Relationship Id="rId6" Type="http://schemas.openxmlformats.org/officeDocument/2006/relationships/image" Target="../media/image20.png"/><Relationship Id="rId5" Type="http://schemas.microsoft.com/office/2007/relationships/hdphoto" Target="../media/hdphoto7.wdp"/><Relationship Id="rId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2.xml"/><Relationship Id="rId1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4.xml"/><Relationship Id="rId1" Type="http://schemas.openxmlformats.org/officeDocument/2006/relationships/tags" Target="../tags/tag15.xml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4.xml"/><Relationship Id="rId1" Type="http://schemas.openxmlformats.org/officeDocument/2006/relationships/tags" Target="../tags/tag16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4.xml"/><Relationship Id="rId1" Type="http://schemas.openxmlformats.org/officeDocument/2006/relationships/tags" Target="../tags/tag17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74.xml"/><Relationship Id="rId1" Type="http://schemas.openxmlformats.org/officeDocument/2006/relationships/tags" Target="../tags/tag18.xml"/><Relationship Id="rId6" Type="http://schemas.openxmlformats.org/officeDocument/2006/relationships/image" Target="../media/image25.png"/><Relationship Id="rId5" Type="http://schemas.microsoft.com/office/2007/relationships/hdphoto" Target="../media/hdphoto7.wdp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74.xml"/><Relationship Id="rId1" Type="http://schemas.openxmlformats.org/officeDocument/2006/relationships/tags" Target="../tags/tag19.xml"/><Relationship Id="rId6" Type="http://schemas.openxmlformats.org/officeDocument/2006/relationships/image" Target="../media/image27.png"/><Relationship Id="rId5" Type="http://schemas.microsoft.com/office/2007/relationships/hdphoto" Target="../media/hdphoto8.wdp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74.xml"/><Relationship Id="rId1" Type="http://schemas.openxmlformats.org/officeDocument/2006/relationships/tags" Target="../tags/tag20.xml"/><Relationship Id="rId6" Type="http://schemas.openxmlformats.org/officeDocument/2006/relationships/image" Target="../media/image29.png"/><Relationship Id="rId5" Type="http://schemas.microsoft.com/office/2007/relationships/hdphoto" Target="../media/hdphoto8.wdp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2.xml"/><Relationship Id="rId1" Type="http://schemas.openxmlformats.org/officeDocument/2006/relationships/tags" Target="../tags/tag21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4.xml"/><Relationship Id="rId1" Type="http://schemas.openxmlformats.org/officeDocument/2006/relationships/tags" Target="../tags/tag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2.xml"/><Relationship Id="rId1" Type="http://schemas.openxmlformats.org/officeDocument/2006/relationships/tags" Target="../tags/tag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2.xml"/><Relationship Id="rId1" Type="http://schemas.openxmlformats.org/officeDocument/2006/relationships/tags" Target="../tags/tag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2.xml"/><Relationship Id="rId1" Type="http://schemas.openxmlformats.org/officeDocument/2006/relationships/tags" Target="../tags/tag25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2" Type="http://schemas.openxmlformats.org/officeDocument/2006/relationships/slideLayout" Target="../slideLayouts/slideLayout72.xml"/><Relationship Id="rId1" Type="http://schemas.openxmlformats.org/officeDocument/2006/relationships/tags" Target="../tags/tag26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microsoft.com/office/2007/relationships/hdphoto" Target="../media/hdphoto9.wdp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svg"/><Relationship Id="rId1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40.svg"/><Relationship Id="rId2" Type="http://schemas.openxmlformats.org/officeDocument/2006/relationships/slideLayout" Target="../slideLayouts/slideLayout76.xml"/><Relationship Id="rId1" Type="http://schemas.openxmlformats.org/officeDocument/2006/relationships/tags" Target="../tags/tag2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microsoft.com/office/2007/relationships/hdphoto" Target="../media/hdphoto10.wdp"/><Relationship Id="rId4" Type="http://schemas.openxmlformats.org/officeDocument/2006/relationships/image" Target="../media/image43.png"/><Relationship Id="rId9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33.png"/><Relationship Id="rId2" Type="http://schemas.openxmlformats.org/officeDocument/2006/relationships/slideLayout" Target="../slideLayouts/slideLayout76.xml"/><Relationship Id="rId1" Type="http://schemas.openxmlformats.org/officeDocument/2006/relationships/tags" Target="../tags/tag2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43.png"/><Relationship Id="rId9" Type="http://schemas.openxmlformats.org/officeDocument/2006/relationships/image" Target="../media/image3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2.xml"/><Relationship Id="rId1" Type="http://schemas.openxmlformats.org/officeDocument/2006/relationships/tags" Target="../tags/tag29.xml"/><Relationship Id="rId4" Type="http://schemas.openxmlformats.org/officeDocument/2006/relationships/hyperlink" Target="https://static.mts.ru/dpc_upload/images/products/fix_tariffs_2/mts_bolshe_msk_240125.pdf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13.emf"/><Relationship Id="rId2" Type="http://schemas.openxmlformats.org/officeDocument/2006/relationships/tags" Target="../tags/tag30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9.bin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4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e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47.jpeg"/><Relationship Id="rId2" Type="http://schemas.openxmlformats.org/officeDocument/2006/relationships/slideLayout" Target="../slideLayouts/slideLayout148.xml"/><Relationship Id="rId1" Type="http://schemas.openxmlformats.org/officeDocument/2006/relationships/tags" Target="../tags/tag32.xml"/><Relationship Id="rId6" Type="http://schemas.openxmlformats.org/officeDocument/2006/relationships/image" Target="../media/image46.jpeg"/><Relationship Id="rId5" Type="http://schemas.openxmlformats.org/officeDocument/2006/relationships/image" Target="../media/image45.png"/><Relationship Id="rId4" Type="http://schemas.openxmlformats.org/officeDocument/2006/relationships/image" Target="../media/image44.jpeg"/><Relationship Id="rId9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51.xml"/><Relationship Id="rId1" Type="http://schemas.openxmlformats.org/officeDocument/2006/relationships/tags" Target="../tags/tag33.xml"/><Relationship Id="rId6" Type="http://schemas.openxmlformats.org/officeDocument/2006/relationships/image" Target="../media/image45.png"/><Relationship Id="rId5" Type="http://schemas.openxmlformats.org/officeDocument/2006/relationships/image" Target="../media/image49.jpe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51.jpeg"/><Relationship Id="rId2" Type="http://schemas.openxmlformats.org/officeDocument/2006/relationships/slideLayout" Target="../slideLayouts/slideLayout151.xml"/><Relationship Id="rId1" Type="http://schemas.openxmlformats.org/officeDocument/2006/relationships/tags" Target="../tags/tag34.xml"/><Relationship Id="rId6" Type="http://schemas.openxmlformats.org/officeDocument/2006/relationships/image" Target="../media/image12.png"/><Relationship Id="rId5" Type="http://schemas.openxmlformats.org/officeDocument/2006/relationships/image" Target="../media/image45.png"/><Relationship Id="rId4" Type="http://schemas.openxmlformats.org/officeDocument/2006/relationships/image" Target="../media/image50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51.xml"/><Relationship Id="rId1" Type="http://schemas.openxmlformats.org/officeDocument/2006/relationships/tags" Target="../tags/tag35.xml"/><Relationship Id="rId6" Type="http://schemas.openxmlformats.org/officeDocument/2006/relationships/image" Target="../media/image45.png"/><Relationship Id="rId5" Type="http://schemas.openxmlformats.org/officeDocument/2006/relationships/image" Target="../media/image52.jpe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54.xml"/><Relationship Id="rId1" Type="http://schemas.openxmlformats.org/officeDocument/2006/relationships/tags" Target="../tags/tag36.xml"/><Relationship Id="rId6" Type="http://schemas.openxmlformats.org/officeDocument/2006/relationships/image" Target="../media/image45.png"/><Relationship Id="rId5" Type="http://schemas.openxmlformats.org/officeDocument/2006/relationships/image" Target="../media/image53.jpe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10.png"/><Relationship Id="rId12" Type="http://schemas.openxmlformats.org/officeDocument/2006/relationships/image" Target="../media/image54.png"/><Relationship Id="rId2" Type="http://schemas.openxmlformats.org/officeDocument/2006/relationships/slideLayout" Target="../slideLayouts/slideLayout152.xml"/><Relationship Id="rId1" Type="http://schemas.openxmlformats.org/officeDocument/2006/relationships/tags" Target="../tags/tag37.xml"/><Relationship Id="rId6" Type="http://schemas.microsoft.com/office/2007/relationships/hdphoto" Target="../media/hdphoto1.wdp"/><Relationship Id="rId11" Type="http://schemas.microsoft.com/office/2007/relationships/hdphoto" Target="../media/hdphoto3.wdp"/><Relationship Id="rId5" Type="http://schemas.openxmlformats.org/officeDocument/2006/relationships/image" Target="../media/image9.png"/><Relationship Id="rId10" Type="http://schemas.openxmlformats.org/officeDocument/2006/relationships/image" Target="../media/image11.png"/><Relationship Id="rId4" Type="http://schemas.openxmlformats.org/officeDocument/2006/relationships/image" Target="../media/image12.png"/><Relationship Id="rId9" Type="http://schemas.openxmlformats.org/officeDocument/2006/relationships/slide" Target="slide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26.xml"/><Relationship Id="rId7" Type="http://schemas.microsoft.com/office/2007/relationships/hdphoto" Target="../media/hdphoto1.wdp"/><Relationship Id="rId12" Type="http://schemas.microsoft.com/office/2007/relationships/hdphoto" Target="../media/hdphoto3.wdp"/><Relationship Id="rId2" Type="http://schemas.openxmlformats.org/officeDocument/2006/relationships/slideLayout" Target="../slideLayouts/slideLayout152.xml"/><Relationship Id="rId1" Type="http://schemas.openxmlformats.org/officeDocument/2006/relationships/tags" Target="../tags/tag38.xml"/><Relationship Id="rId6" Type="http://schemas.openxmlformats.org/officeDocument/2006/relationships/image" Target="../media/image9.png"/><Relationship Id="rId11" Type="http://schemas.openxmlformats.org/officeDocument/2006/relationships/image" Target="../media/image11.png"/><Relationship Id="rId5" Type="http://schemas.openxmlformats.org/officeDocument/2006/relationships/image" Target="../media/image55.png"/><Relationship Id="rId10" Type="http://schemas.openxmlformats.org/officeDocument/2006/relationships/slide" Target="slide3.xml"/><Relationship Id="rId4" Type="http://schemas.openxmlformats.org/officeDocument/2006/relationships/image" Target="../media/image12.png"/><Relationship Id="rId9" Type="http://schemas.microsoft.com/office/2007/relationships/hdphoto" Target="../media/hdphoto2.wdp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eg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57.jpeg"/><Relationship Id="rId2" Type="http://schemas.openxmlformats.org/officeDocument/2006/relationships/slideLayout" Target="../slideLayouts/slideLayout151.xml"/><Relationship Id="rId1" Type="http://schemas.openxmlformats.org/officeDocument/2006/relationships/tags" Target="../tags/tag39.xml"/><Relationship Id="rId6" Type="http://schemas.openxmlformats.org/officeDocument/2006/relationships/image" Target="../media/image45.png"/><Relationship Id="rId11" Type="http://schemas.openxmlformats.org/officeDocument/2006/relationships/image" Target="../media/image61.jpeg"/><Relationship Id="rId5" Type="http://schemas.openxmlformats.org/officeDocument/2006/relationships/image" Target="../media/image56.jpeg"/><Relationship Id="rId10" Type="http://schemas.openxmlformats.org/officeDocument/2006/relationships/image" Target="../media/image60.jpeg"/><Relationship Id="rId4" Type="http://schemas.openxmlformats.org/officeDocument/2006/relationships/image" Target="../media/image12.png"/><Relationship Id="rId9" Type="http://schemas.openxmlformats.org/officeDocument/2006/relationships/image" Target="../media/image59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jpeg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63.jpeg"/><Relationship Id="rId2" Type="http://schemas.openxmlformats.org/officeDocument/2006/relationships/slideLayout" Target="../slideLayouts/slideLayout151.xml"/><Relationship Id="rId1" Type="http://schemas.openxmlformats.org/officeDocument/2006/relationships/tags" Target="../tags/tag40.xml"/><Relationship Id="rId6" Type="http://schemas.openxmlformats.org/officeDocument/2006/relationships/image" Target="../media/image45.png"/><Relationship Id="rId5" Type="http://schemas.openxmlformats.org/officeDocument/2006/relationships/image" Target="../media/image62.jpeg"/><Relationship Id="rId10" Type="http://schemas.openxmlformats.org/officeDocument/2006/relationships/image" Target="../media/image66.jpeg"/><Relationship Id="rId4" Type="http://schemas.openxmlformats.org/officeDocument/2006/relationships/image" Target="../media/image12.png"/><Relationship Id="rId9" Type="http://schemas.openxmlformats.org/officeDocument/2006/relationships/image" Target="../media/image65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68.png"/><Relationship Id="rId2" Type="http://schemas.openxmlformats.org/officeDocument/2006/relationships/slideLayout" Target="../slideLayouts/slideLayout151.xml"/><Relationship Id="rId1" Type="http://schemas.openxmlformats.org/officeDocument/2006/relationships/tags" Target="../tags/tag41.xml"/><Relationship Id="rId6" Type="http://schemas.openxmlformats.org/officeDocument/2006/relationships/image" Target="../media/image67.jpeg"/><Relationship Id="rId5" Type="http://schemas.openxmlformats.org/officeDocument/2006/relationships/image" Target="../media/image45.png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70.jpeg"/><Relationship Id="rId2" Type="http://schemas.openxmlformats.org/officeDocument/2006/relationships/slideLayout" Target="../slideLayouts/slideLayout151.xml"/><Relationship Id="rId1" Type="http://schemas.openxmlformats.org/officeDocument/2006/relationships/tags" Target="../tags/tag42.xml"/><Relationship Id="rId6" Type="http://schemas.openxmlformats.org/officeDocument/2006/relationships/image" Target="../media/image45.png"/><Relationship Id="rId5" Type="http://schemas.openxmlformats.org/officeDocument/2006/relationships/image" Target="../media/image69.jpeg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45.png"/><Relationship Id="rId12" Type="http://schemas.openxmlformats.org/officeDocument/2006/relationships/image" Target="../media/image77.png"/><Relationship Id="rId2" Type="http://schemas.openxmlformats.org/officeDocument/2006/relationships/slideLayout" Target="../slideLayouts/slideLayout151.xml"/><Relationship Id="rId1" Type="http://schemas.openxmlformats.org/officeDocument/2006/relationships/tags" Target="../tags/tag43.xml"/><Relationship Id="rId6" Type="http://schemas.openxmlformats.org/officeDocument/2006/relationships/image" Target="../media/image72.png"/><Relationship Id="rId11" Type="http://schemas.openxmlformats.org/officeDocument/2006/relationships/image" Target="../media/image76.png"/><Relationship Id="rId5" Type="http://schemas.openxmlformats.org/officeDocument/2006/relationships/image" Target="../media/image71.png"/><Relationship Id="rId10" Type="http://schemas.openxmlformats.org/officeDocument/2006/relationships/image" Target="../media/image75.png"/><Relationship Id="rId4" Type="http://schemas.openxmlformats.org/officeDocument/2006/relationships/image" Target="../media/image12.png"/><Relationship Id="rId9" Type="http://schemas.openxmlformats.org/officeDocument/2006/relationships/image" Target="../media/image7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55.xml"/><Relationship Id="rId1" Type="http://schemas.openxmlformats.org/officeDocument/2006/relationships/tags" Target="../tags/tag44.xml"/><Relationship Id="rId5" Type="http://schemas.openxmlformats.org/officeDocument/2006/relationships/image" Target="../media/image78.png"/><Relationship Id="rId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1.xml"/><Relationship Id="rId2" Type="http://schemas.openxmlformats.org/officeDocument/2006/relationships/tags" Target="../tags/tag45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0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0.xml"/><Relationship Id="rId4" Type="http://schemas.openxmlformats.org/officeDocument/2006/relationships/image" Target="../media/image8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2.xml"/><Relationship Id="rId1" Type="http://schemas.openxmlformats.org/officeDocument/2006/relationships/tags" Target="../tags/tag46.xml"/><Relationship Id="rId4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7" Type="http://schemas.openxmlformats.org/officeDocument/2006/relationships/image" Target="../media/image45.png"/><Relationship Id="rId2" Type="http://schemas.openxmlformats.org/officeDocument/2006/relationships/slideLayout" Target="../slideLayouts/slideLayout155.xml"/><Relationship Id="rId1" Type="http://schemas.openxmlformats.org/officeDocument/2006/relationships/tags" Target="../tags/tag47.xml"/><Relationship Id="rId6" Type="http://schemas.openxmlformats.org/officeDocument/2006/relationships/image" Target="../media/image53.jpeg"/><Relationship Id="rId5" Type="http://schemas.openxmlformats.org/officeDocument/2006/relationships/hyperlink" Target="mailto:supportdealers@mts.ru" TargetMode="External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76.xml"/><Relationship Id="rId1" Type="http://schemas.openxmlformats.org/officeDocument/2006/relationships/tags" Target="../tags/tag48.xml"/><Relationship Id="rId4" Type="http://schemas.openxmlformats.org/officeDocument/2006/relationships/image" Target="../media/image81.jpe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notesSlide" Target="../notesSlides/notesSlide36.xml"/><Relationship Id="rId7" Type="http://schemas.openxmlformats.org/officeDocument/2006/relationships/image" Target="../media/image85.png"/><Relationship Id="rId2" Type="http://schemas.openxmlformats.org/officeDocument/2006/relationships/slideLayout" Target="../slideLayouts/slideLayout72.xml"/><Relationship Id="rId1" Type="http://schemas.openxmlformats.org/officeDocument/2006/relationships/tags" Target="../tags/tag49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7" Type="http://schemas.openxmlformats.org/officeDocument/2006/relationships/image" Target="../media/image91.png"/><Relationship Id="rId2" Type="http://schemas.openxmlformats.org/officeDocument/2006/relationships/slideLayout" Target="../slideLayouts/slideLayout72.xml"/><Relationship Id="rId1" Type="http://schemas.openxmlformats.org/officeDocument/2006/relationships/tags" Target="../tags/tag50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72.xml"/><Relationship Id="rId1" Type="http://schemas.openxmlformats.org/officeDocument/2006/relationships/tags" Target="../tags/tag51.xml"/><Relationship Id="rId4" Type="http://schemas.openxmlformats.org/officeDocument/2006/relationships/image" Target="../media/image9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76.xml"/><Relationship Id="rId1" Type="http://schemas.openxmlformats.org/officeDocument/2006/relationships/tags" Target="../tags/tag5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72.xml"/><Relationship Id="rId1" Type="http://schemas.openxmlformats.org/officeDocument/2006/relationships/tags" Target="../tags/tag53.xml"/><Relationship Id="rId4" Type="http://schemas.openxmlformats.org/officeDocument/2006/relationships/image" Target="../media/image5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72.xml"/><Relationship Id="rId1" Type="http://schemas.openxmlformats.org/officeDocument/2006/relationships/tags" Target="../tags/tag54.xml"/><Relationship Id="rId4" Type="http://schemas.openxmlformats.org/officeDocument/2006/relationships/image" Target="../media/image7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72.xml"/><Relationship Id="rId1" Type="http://schemas.openxmlformats.org/officeDocument/2006/relationships/tags" Target="../tags/tag55.xml"/><Relationship Id="rId5" Type="http://schemas.openxmlformats.org/officeDocument/2006/relationships/image" Target="../media/image94.svg"/><Relationship Id="rId4" Type="http://schemas.openxmlformats.org/officeDocument/2006/relationships/image" Target="../media/image9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69.xml"/><Relationship Id="rId1" Type="http://schemas.openxmlformats.org/officeDocument/2006/relationships/tags" Target="../tags/tag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301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E88AC1-0904-3C47-875C-3F6E82802988}" type="slidenum">
              <a:rPr kumimoji="0" lang="ru-RU" sz="988" b="0" i="0" u="none" strike="noStrike" kern="1200" cap="none" spc="0" normalizeH="0" baseline="0" noProof="0" smtClean="0">
                <a:ln>
                  <a:noFill/>
                </a:ln>
                <a:solidFill>
                  <a:srgbClr val="F8F8F8">
                    <a:lumMod val="75000"/>
                  </a:srgbClr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</a:rPr>
              <a:pPr marL="0" marR="0" lvl="0" indent="0" algn="l" defTabSz="4301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988" b="0" i="0" u="none" strike="noStrike" kern="1200" cap="none" spc="0" normalizeH="0" baseline="0" noProof="0" dirty="0">
              <a:ln>
                <a:noFill/>
              </a:ln>
              <a:solidFill>
                <a:srgbClr val="F8F8F8">
                  <a:lumMod val="75000"/>
                </a:srgbClr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6293" y="418084"/>
            <a:ext cx="4368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TS Text"/>
                <a:ea typeface="+mn-ea"/>
                <a:cs typeface="+mn-cs"/>
              </a:rPr>
              <a:t>ДВОЙНАЯ ВЫГОДА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TS Text"/>
                <a:ea typeface="+mn-ea"/>
                <a:cs typeface="+mn-cs"/>
              </a:rPr>
              <a:t>Бесплатная карта МТС Деньги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TS Text"/>
                <a:ea typeface="+mn-ea"/>
                <a:cs typeface="+mn-cs"/>
              </a:rPr>
              <a:t>с кешбэком и связь в подарок</a:t>
            </a:r>
          </a:p>
        </p:txBody>
      </p:sp>
      <p:grpSp>
        <p:nvGrpSpPr>
          <p:cNvPr id="21" name="Group 1">
            <a:extLst>
              <a:ext uri="{FF2B5EF4-FFF2-40B4-BE49-F238E27FC236}">
                <a16:creationId xmlns:a16="http://schemas.microsoft.com/office/drawing/2014/main" id="{C4F90922-E5A8-330E-7CB9-9A4509EC40C8}"/>
              </a:ext>
            </a:extLst>
          </p:cNvPr>
          <p:cNvGrpSpPr/>
          <p:nvPr/>
        </p:nvGrpSpPr>
        <p:grpSpPr>
          <a:xfrm>
            <a:off x="183988" y="3119615"/>
            <a:ext cx="1528663" cy="597577"/>
            <a:chOff x="8895229" y="6301146"/>
            <a:chExt cx="3250002" cy="1270472"/>
          </a:xfrm>
        </p:grpSpPr>
        <p:sp>
          <p:nvSpPr>
            <p:cNvPr id="22" name="Rounded Rectangle 6">
              <a:extLst>
                <a:ext uri="{FF2B5EF4-FFF2-40B4-BE49-F238E27FC236}">
                  <a16:creationId xmlns:a16="http://schemas.microsoft.com/office/drawing/2014/main" id="{6B598BC4-923F-EB2C-39C4-B2A9FBC8B9CB}"/>
                </a:ext>
              </a:extLst>
            </p:cNvPr>
            <p:cNvSpPr/>
            <p:nvPr/>
          </p:nvSpPr>
          <p:spPr>
            <a:xfrm>
              <a:off x="8895229" y="6301146"/>
              <a:ext cx="3250002" cy="1270472"/>
            </a:xfrm>
            <a:prstGeom prst="roundRect">
              <a:avLst>
                <a:gd name="adj" fmla="val 50000"/>
              </a:avLst>
            </a:prstGeom>
            <a:noFill/>
            <a:ln w="15875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wrap="none" lIns="423322" tIns="110064" rIns="372523" bIns="110064" rtlCol="0" anchor="ctr">
              <a:spAutoFit/>
            </a:bodyPr>
            <a:lstStyle/>
            <a:p>
              <a:pPr marL="0" marR="0" lvl="0" indent="0" algn="l" defTabSz="96761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317" b="1" i="0" u="none" strike="noStrike" kern="0" cap="none" spc="47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TS Text Medium" panose="020B0306020102020303" pitchFamily="34" charset="0"/>
                  <a:ea typeface="MTS Text Medium" panose="020B0306020102020303" pitchFamily="34" charset="0"/>
                  <a:cs typeface="Arial" charset="0"/>
                </a:rPr>
                <a:t>Связь</a:t>
              </a:r>
              <a:endParaRPr kumimoji="0" lang="en-RU" sz="1317" b="1" i="0" u="none" strike="noStrike" kern="0" cap="none" spc="47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Arial" charset="0"/>
              </a:endParaRPr>
            </a:p>
          </p:txBody>
        </p:sp>
        <p:sp>
          <p:nvSpPr>
            <p:cNvPr id="23" name="Oval 8">
              <a:extLst>
                <a:ext uri="{FF2B5EF4-FFF2-40B4-BE49-F238E27FC236}">
                  <a16:creationId xmlns:a16="http://schemas.microsoft.com/office/drawing/2014/main" id="{3885BA21-1F82-1F97-034F-4FC2A13A05A2}"/>
                </a:ext>
              </a:extLst>
            </p:cNvPr>
            <p:cNvSpPr/>
            <p:nvPr/>
          </p:nvSpPr>
          <p:spPr>
            <a:xfrm>
              <a:off x="9180513" y="6660142"/>
              <a:ext cx="552480" cy="55248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6761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RU" sz="659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24" name="Group 9">
            <a:extLst>
              <a:ext uri="{FF2B5EF4-FFF2-40B4-BE49-F238E27FC236}">
                <a16:creationId xmlns:a16="http://schemas.microsoft.com/office/drawing/2014/main" id="{3C1B7B48-8C36-DFF6-ECA0-684322FA7436}"/>
              </a:ext>
            </a:extLst>
          </p:cNvPr>
          <p:cNvGrpSpPr/>
          <p:nvPr/>
        </p:nvGrpSpPr>
        <p:grpSpPr>
          <a:xfrm>
            <a:off x="2036644" y="3119615"/>
            <a:ext cx="1824204" cy="597577"/>
            <a:chOff x="13410412" y="6301148"/>
            <a:chExt cx="3878333" cy="1270472"/>
          </a:xfrm>
        </p:grpSpPr>
        <p:sp>
          <p:nvSpPr>
            <p:cNvPr id="25" name="Rounded Rectangle 10">
              <a:extLst>
                <a:ext uri="{FF2B5EF4-FFF2-40B4-BE49-F238E27FC236}">
                  <a16:creationId xmlns:a16="http://schemas.microsoft.com/office/drawing/2014/main" id="{EB5821AC-C3A1-A230-8888-EE5255717CA7}"/>
                </a:ext>
              </a:extLst>
            </p:cNvPr>
            <p:cNvSpPr/>
            <p:nvPr/>
          </p:nvSpPr>
          <p:spPr>
            <a:xfrm>
              <a:off x="13410412" y="6301148"/>
              <a:ext cx="3878333" cy="1270472"/>
            </a:xfrm>
            <a:prstGeom prst="roundRect">
              <a:avLst>
                <a:gd name="adj" fmla="val 50000"/>
              </a:avLst>
            </a:prstGeom>
            <a:noFill/>
            <a:ln w="15875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wrap="none" lIns="423322" tIns="110064" rIns="372523" bIns="110064" rtlCol="0" anchor="ctr">
              <a:spAutoFit/>
            </a:bodyPr>
            <a:lstStyle/>
            <a:p>
              <a:pPr marL="0" marR="0" lvl="0" indent="0" algn="l" defTabSz="96761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317" b="1" i="0" u="none" strike="noStrike" kern="0" cap="none" spc="47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TS Text Medium" panose="020B0306020102020303" pitchFamily="34" charset="0"/>
                  <a:ea typeface="MTS Text Medium" panose="020B0306020102020303" pitchFamily="34" charset="0"/>
                  <a:cs typeface="Arial" charset="0"/>
                </a:rPr>
                <a:t>Финансы</a:t>
              </a:r>
              <a:endParaRPr kumimoji="0" lang="en-RU" sz="1317" b="1" i="0" u="none" strike="noStrike" kern="0" cap="none" spc="47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Arial" charset="0"/>
              </a:endParaRPr>
            </a:p>
          </p:txBody>
        </p:sp>
        <p:sp>
          <p:nvSpPr>
            <p:cNvPr id="26" name="Oval 11">
              <a:extLst>
                <a:ext uri="{FF2B5EF4-FFF2-40B4-BE49-F238E27FC236}">
                  <a16:creationId xmlns:a16="http://schemas.microsoft.com/office/drawing/2014/main" id="{B89C6B5E-AA00-9E7B-8139-A24E945E531A}"/>
                </a:ext>
              </a:extLst>
            </p:cNvPr>
            <p:cNvSpPr/>
            <p:nvPr/>
          </p:nvSpPr>
          <p:spPr>
            <a:xfrm>
              <a:off x="13695696" y="6660142"/>
              <a:ext cx="552480" cy="55248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6761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RU" sz="659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62496130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FEDF773-03CC-5E4E-904C-AEE472BA156D}"/>
              </a:ext>
            </a:extLst>
          </p:cNvPr>
          <p:cNvSpPr txBox="1">
            <a:spLocks/>
          </p:cNvSpPr>
          <p:nvPr/>
        </p:nvSpPr>
        <p:spPr>
          <a:xfrm>
            <a:off x="936625" y="2308224"/>
            <a:ext cx="4975225" cy="2280554"/>
          </a:xfrm>
          <a:prstGeom prst="roundRect">
            <a:avLst>
              <a:gd name="adj" fmla="val 16876"/>
            </a:avLst>
          </a:prstGeom>
          <a:ln w="12700">
            <a:solidFill>
              <a:srgbClr val="CDCDD9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Welcome-</a:t>
            </a:r>
            <a:r>
              <a:rPr kumimoji="0" lang="ru-RU" sz="20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период</a:t>
            </a:r>
          </a:p>
          <a:p>
            <a:pPr marL="171450" marR="0" lvl="0" indent="-1714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Скидка 100% 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на базовые параметры абонентской платы тарифного плана МТС Больше на 2 месяца </a:t>
            </a:r>
          </a:p>
          <a:p>
            <a:pPr marL="171450" marR="0" lvl="0" indent="-1714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Выбор 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5 из 7 повышенных категорий </a:t>
            </a:r>
            <a:r>
              <a:rPr kumimoji="0" lang="ru-RU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кешбэка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 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на 2 месяца</a:t>
            </a:r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838200" y="298323"/>
            <a:ext cx="10406063" cy="1325563"/>
          </a:xfrm>
        </p:spPr>
        <p:txBody>
          <a:bodyPr/>
          <a:lstStyle/>
          <a:p>
            <a:r>
              <a:rPr lang="ru-RU" dirty="0"/>
              <a:t>ДВОЙНАЯ ВЫГОДА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181" y="1284065"/>
            <a:ext cx="8531839" cy="786163"/>
          </a:xfrm>
          <a:prstGeom prst="rect">
            <a:avLst/>
          </a:prstGeom>
          <a:noFill/>
        </p:spPr>
        <p:txBody>
          <a:bodyPr wrap="square" lIns="0" tIns="0" rIns="0" bIns="108000" rtlCol="0">
            <a:spAutoFit/>
          </a:bodyPr>
          <a:lstStyle/>
          <a:p>
            <a:pPr marL="0" marR="0" lvl="0" indent="0" algn="l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" panose="020B0306020102020303" pitchFamily="34" charset="0"/>
                <a:ea typeface="MTS Wide" panose="020B0306020102020303" pitchFamily="34" charset="0"/>
                <a:cs typeface="MTS Sans" charset="0"/>
                <a:sym typeface="Helvetica Neue"/>
              </a:rPr>
              <a:t>Бесплатная карта МТС Деньги с </a:t>
            </a:r>
            <a:r>
              <a:rPr kumimoji="0" lang="ru-RU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" panose="020B0306020102020303" pitchFamily="34" charset="0"/>
                <a:ea typeface="MTS Wide" panose="020B0306020102020303" pitchFamily="34" charset="0"/>
                <a:cs typeface="MTS Sans" charset="0"/>
                <a:sym typeface="Helvetica Neue"/>
              </a:rPr>
              <a:t>кешбэком</a:t>
            </a:r>
            <a:r>
              <a:rPr kumimoji="0" lang="ru-RU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" panose="020B0306020102020303" pitchFamily="34" charset="0"/>
                <a:ea typeface="MTS Wide" panose="020B0306020102020303" pitchFamily="34" charset="0"/>
                <a:cs typeface="MTS Sans" charset="0"/>
                <a:sym typeface="Helvetica Neue"/>
              </a:rPr>
              <a:t> </a:t>
            </a:r>
          </a:p>
          <a:p>
            <a:pPr marL="0" marR="0" lvl="0" indent="0" algn="l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" panose="020B0306020102020303" pitchFamily="34" charset="0"/>
                <a:ea typeface="MTS Wide" panose="020B0306020102020303" pitchFamily="34" charset="0"/>
                <a:cs typeface="MTS Sans" charset="0"/>
                <a:sym typeface="Helvetica Neue"/>
              </a:rPr>
              <a:t>и связь в подарок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FC15BD-FC4A-1545-A5FD-454ECD0F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2B52BE-A9A1-784E-9F07-76F59725F6A3}" type="slidenum">
              <a:rPr kumimoji="0" lang="ru-RU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sym typeface="Helvetica Neue"/>
              </a:rPr>
              <a:pPr marL="0" marR="0" lvl="0" indent="0" algn="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0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sym typeface="Helvetica Neue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BFA9129-6D1A-FB60-B900-BE23DD7ABD56}"/>
              </a:ext>
            </a:extLst>
          </p:cNvPr>
          <p:cNvSpPr txBox="1">
            <a:spLocks/>
          </p:cNvSpPr>
          <p:nvPr/>
        </p:nvSpPr>
        <p:spPr>
          <a:xfrm>
            <a:off x="6265863" y="2315401"/>
            <a:ext cx="4989512" cy="3258534"/>
          </a:xfrm>
          <a:prstGeom prst="roundRect">
            <a:avLst>
              <a:gd name="adj" fmla="val 10697"/>
            </a:avLst>
          </a:prstGeom>
          <a:ln w="12700">
            <a:solidFill>
              <a:srgbClr val="CDCDD9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С 3-го месяца и далее</a:t>
            </a:r>
          </a:p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совершай 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5 и более покупок 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в предыдущем месяце и выбирай 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MTS Sans" charset="0"/>
              <a:sym typeface="Helvetica Neue"/>
            </a:endParaRPr>
          </a:p>
          <a:p>
            <a:pPr marL="285750" marR="0" lvl="0" indent="-2857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Скидка 100% 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на базовые параметры абонентской платы тарифного плана МТС 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Больше и 1% </a:t>
            </a:r>
            <a:r>
              <a:rPr kumimoji="0" lang="ru-RU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кешбэка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 на все </a:t>
            </a:r>
          </a:p>
          <a:p>
            <a:pPr marR="0" lvl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или</a:t>
            </a:r>
          </a:p>
          <a:p>
            <a:pPr marL="285750" marR="0" lvl="0" indent="-2857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5 из 7 повышенных категорий </a:t>
            </a:r>
            <a:r>
              <a:rPr kumimoji="0" lang="ru-RU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кешбэка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 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на 2 месяца</a:t>
            </a:r>
          </a:p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ru-RU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MTS Sans" charset="0"/>
              <a:sym typeface="Helvetica Neue"/>
            </a:endParaRPr>
          </a:p>
        </p:txBody>
      </p:sp>
      <p:sp>
        <p:nvSpPr>
          <p:cNvPr id="14" name="Скругленный прямоугольник 25">
            <a:extLst>
              <a:ext uri="{FF2B5EF4-FFF2-40B4-BE49-F238E27FC236}">
                <a16:creationId xmlns:a16="http://schemas.microsoft.com/office/drawing/2014/main" id="{B1B775F1-84BD-47DF-B3C7-2BD20CB24046}"/>
              </a:ext>
            </a:extLst>
          </p:cNvPr>
          <p:cNvSpPr/>
          <p:nvPr/>
        </p:nvSpPr>
        <p:spPr>
          <a:xfrm>
            <a:off x="5327344" y="2185636"/>
            <a:ext cx="584506" cy="54160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dirty="0" err="1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329B176-8D30-44E6-9F1D-9ED327784A9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20235" y="2257074"/>
            <a:ext cx="398724" cy="398724"/>
          </a:xfrm>
          <a:prstGeom prst="rect">
            <a:avLst/>
          </a:prstGeom>
        </p:spPr>
      </p:pic>
      <p:sp>
        <p:nvSpPr>
          <p:cNvPr id="16" name="Скругленный прямоугольник 20">
            <a:extLst>
              <a:ext uri="{FF2B5EF4-FFF2-40B4-BE49-F238E27FC236}">
                <a16:creationId xmlns:a16="http://schemas.microsoft.com/office/drawing/2014/main" id="{CABB6824-93F1-414F-B17F-8B02F53B8C7C}"/>
              </a:ext>
            </a:extLst>
          </p:cNvPr>
          <p:cNvSpPr/>
          <p:nvPr/>
        </p:nvSpPr>
        <p:spPr>
          <a:xfrm>
            <a:off x="10670869" y="2185636"/>
            <a:ext cx="584506" cy="54160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dirty="0" err="1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D553240-9A53-4784-9F83-018746089F9A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48809" y="2227173"/>
            <a:ext cx="428625" cy="42862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334D9D3-2629-4CDF-9303-9656BEF2A0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20037">
            <a:off x="-659227" y="3889640"/>
            <a:ext cx="6406004" cy="36033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2998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FEDF773-03CC-5E4E-904C-AEE472BA156D}"/>
              </a:ext>
            </a:extLst>
          </p:cNvPr>
          <p:cNvSpPr txBox="1">
            <a:spLocks/>
          </p:cNvSpPr>
          <p:nvPr/>
        </p:nvSpPr>
        <p:spPr>
          <a:xfrm>
            <a:off x="936625" y="2308224"/>
            <a:ext cx="4975225" cy="3870326"/>
          </a:xfrm>
          <a:prstGeom prst="roundRect">
            <a:avLst>
              <a:gd name="adj" fmla="val 8996"/>
            </a:avLst>
          </a:prstGeom>
          <a:ln w="12700">
            <a:solidFill>
              <a:srgbClr val="CDCDD9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Условия участия в программе:</a:t>
            </a:r>
          </a:p>
          <a:p>
            <a:pPr marL="171450" marR="0" lvl="0" indent="-1714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Единовременное оформление </a:t>
            </a:r>
            <a:r>
              <a:rPr kumimoji="0" lang="ru-RU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бандла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 – </a:t>
            </a:r>
            <a:r>
              <a:rPr kumimoji="0" lang="ru-RU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продажа новой SIM-карты МТС Больше и Банковской карты МТС Деньги</a:t>
            </a:r>
          </a:p>
          <a:p>
            <a:pPr marL="171450" marR="0" lvl="0" indent="-1714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Возможность принять участие в программе 1 раз. Повторное участие запрещено</a:t>
            </a:r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838200" y="298323"/>
            <a:ext cx="10406063" cy="1325563"/>
          </a:xfrm>
        </p:spPr>
        <p:txBody>
          <a:bodyPr/>
          <a:lstStyle/>
          <a:p>
            <a:r>
              <a:rPr lang="ru-RU" dirty="0"/>
              <a:t>ДВОЙНАЯ ВЫГОДА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181" y="1284065"/>
            <a:ext cx="8531839" cy="786163"/>
          </a:xfrm>
          <a:prstGeom prst="rect">
            <a:avLst/>
          </a:prstGeom>
          <a:noFill/>
        </p:spPr>
        <p:txBody>
          <a:bodyPr wrap="square" lIns="0" tIns="0" rIns="0" bIns="108000" rtlCol="0">
            <a:spAutoFit/>
          </a:bodyPr>
          <a:lstStyle/>
          <a:p>
            <a:pPr marL="0" marR="0" lvl="0" indent="0" algn="l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" panose="020B0306020102020303" pitchFamily="34" charset="0"/>
                <a:ea typeface="MTS Wide" panose="020B0306020102020303" pitchFamily="34" charset="0"/>
                <a:cs typeface="MTS Sans" charset="0"/>
                <a:sym typeface="Helvetica Neue"/>
              </a:rPr>
              <a:t>Бесплатная карта МТС Деньги с </a:t>
            </a:r>
            <a:r>
              <a:rPr kumimoji="0" lang="ru-RU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" panose="020B0306020102020303" pitchFamily="34" charset="0"/>
                <a:ea typeface="MTS Wide" panose="020B0306020102020303" pitchFamily="34" charset="0"/>
                <a:cs typeface="MTS Sans" charset="0"/>
                <a:sym typeface="Helvetica Neue"/>
              </a:rPr>
              <a:t>кешбэком</a:t>
            </a:r>
            <a:r>
              <a:rPr kumimoji="0" lang="ru-RU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" panose="020B0306020102020303" pitchFamily="34" charset="0"/>
                <a:ea typeface="MTS Wide" panose="020B0306020102020303" pitchFamily="34" charset="0"/>
                <a:cs typeface="MTS Sans" charset="0"/>
                <a:sym typeface="Helvetica Neue"/>
              </a:rPr>
              <a:t> </a:t>
            </a:r>
          </a:p>
          <a:p>
            <a:pPr marL="0" marR="0" lvl="0" indent="0" algn="l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" panose="020B0306020102020303" pitchFamily="34" charset="0"/>
                <a:ea typeface="MTS Wide" panose="020B0306020102020303" pitchFamily="34" charset="0"/>
                <a:cs typeface="MTS Sans" charset="0"/>
                <a:sym typeface="Helvetica Neue"/>
              </a:rPr>
              <a:t>и связь в подарок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FC15BD-FC4A-1545-A5FD-454ECD0F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2B52BE-A9A1-784E-9F07-76F59725F6A3}" type="slidenum">
              <a:rPr kumimoji="0" lang="ru-RU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sym typeface="Helvetica Neue"/>
              </a:rPr>
              <a:pPr marL="0" marR="0" lvl="0" indent="0" algn="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0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sym typeface="Helvetica Neue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BFA9129-6D1A-FB60-B900-BE23DD7ABD56}"/>
              </a:ext>
            </a:extLst>
          </p:cNvPr>
          <p:cNvSpPr txBox="1">
            <a:spLocks/>
          </p:cNvSpPr>
          <p:nvPr/>
        </p:nvSpPr>
        <p:spPr>
          <a:xfrm>
            <a:off x="6265863" y="2315400"/>
            <a:ext cx="4989512" cy="3863149"/>
          </a:xfrm>
          <a:prstGeom prst="roundRect">
            <a:avLst>
              <a:gd name="adj" fmla="val 10697"/>
            </a:avLst>
          </a:prstGeom>
          <a:ln w="12700">
            <a:solidFill>
              <a:srgbClr val="CDCDD9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Условия исключения из программы:</a:t>
            </a:r>
          </a:p>
          <a:p>
            <a:pPr marL="285750" marR="0" lvl="0" indent="-2857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Смена тарифного плана</a:t>
            </a:r>
          </a:p>
          <a:p>
            <a:pPr marL="285750" marR="0" lvl="0" indent="-2857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Переход по MNP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 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к другому оператору из МТС</a:t>
            </a:r>
          </a:p>
          <a:p>
            <a:pPr marL="285750" marR="0" lvl="0" indent="-2857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Расторжение договора мобильной связи/банковской карты</a:t>
            </a:r>
          </a:p>
          <a:p>
            <a:pPr marL="285750" marR="0" lvl="0" indent="-2857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Смена владельца</a:t>
            </a:r>
          </a:p>
          <a:p>
            <a:pPr marL="285750" marR="0" lvl="0" indent="-2857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Отказ абонента от участия в программы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5841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FEDF773-03CC-5E4E-904C-AEE472BA156D}"/>
              </a:ext>
            </a:extLst>
          </p:cNvPr>
          <p:cNvSpPr txBox="1">
            <a:spLocks/>
          </p:cNvSpPr>
          <p:nvPr/>
        </p:nvSpPr>
        <p:spPr>
          <a:xfrm>
            <a:off x="3164051" y="5145369"/>
            <a:ext cx="3541713" cy="1033181"/>
          </a:xfrm>
          <a:prstGeom prst="roundRect">
            <a:avLst>
              <a:gd name="adj" fmla="val 13568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 anchor="ctr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Выпуск и обслуживание </a:t>
            </a:r>
          </a:p>
          <a:p>
            <a:pPr marL="0" marR="0" lvl="0" indent="0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бесплатно</a:t>
            </a:r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812563" y="370496"/>
            <a:ext cx="10406063" cy="1325563"/>
          </a:xfrm>
        </p:spPr>
        <p:txBody>
          <a:bodyPr/>
          <a:lstStyle/>
          <a:p>
            <a:r>
              <a:rPr lang="ru-RU" dirty="0"/>
              <a:t>Новая КАРТА МТС ДЕНЬГИ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FC15BD-FC4A-1545-A5FD-454ECD0F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2B52BE-A9A1-784E-9F07-76F59725F6A3}" type="slidenum">
              <a:rPr kumimoji="0" lang="ru-RU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sym typeface="Helvetica Neue"/>
              </a:rPr>
              <a:pPr marL="0" marR="0" lvl="0" indent="0" algn="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sym typeface="Helvetica Neue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6960" y="1466883"/>
            <a:ext cx="8531839" cy="447609"/>
          </a:xfrm>
          <a:prstGeom prst="rect">
            <a:avLst/>
          </a:prstGeom>
          <a:noFill/>
        </p:spPr>
        <p:txBody>
          <a:bodyPr wrap="square" lIns="0" tIns="0" rIns="0" bIns="108000" rtlCol="0">
            <a:spAutoFit/>
          </a:bodyPr>
          <a:lstStyle/>
          <a:p>
            <a:pPr marL="0" marR="0" lvl="0" indent="0" algn="l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" panose="020B0306020102020303" pitchFamily="34" charset="0"/>
                <a:ea typeface="MTS Wide" panose="020B0306020102020303" pitchFamily="34" charset="0"/>
                <a:cs typeface="MTS Sans" charset="0"/>
                <a:sym typeface="Helvetica Neue"/>
              </a:rPr>
              <a:t>Преимущества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C6477CE-85AB-493D-A5DD-307A6F5D6A6B}"/>
              </a:ext>
            </a:extLst>
          </p:cNvPr>
          <p:cNvSpPr txBox="1">
            <a:spLocks/>
          </p:cNvSpPr>
          <p:nvPr/>
        </p:nvSpPr>
        <p:spPr>
          <a:xfrm>
            <a:off x="6832449" y="2308226"/>
            <a:ext cx="4405210" cy="1537382"/>
          </a:xfrm>
          <a:prstGeom prst="roundRect">
            <a:avLst>
              <a:gd name="adj" fmla="val 10599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 anchor="ctr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5 повышенных категорий </a:t>
            </a:r>
            <a:r>
              <a:rPr kumimoji="0" lang="ru-RU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кешбэка</a:t>
            </a:r>
            <a:endParaRPr lang="ru-RU" sz="1800" b="0" kern="0" dirty="0">
              <a:solidFill>
                <a:srgbClr val="000000"/>
              </a:solidFill>
              <a:latin typeface="MTS Wide Medium" panose="020B0306020102020303" pitchFamily="34" charset="0"/>
              <a:ea typeface="MTS Wide Medium" panose="020B0306020102020303" pitchFamily="34" charset="0"/>
              <a:cs typeface="MTS Sans Black" charset="0"/>
            </a:endParaRPr>
          </a:p>
          <a:p>
            <a:pPr marL="0" marR="0" lvl="0" indent="0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выполняй условия Программы и выбирай каждый месяц</a:t>
            </a:r>
          </a:p>
          <a:p>
            <a:pPr marL="0" marR="0" lvl="0" indent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MTS Sans" charset="0"/>
              <a:sym typeface="Helvetica Neue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1CC1ED-8440-411C-8DB3-92CAC75ABE87}"/>
              </a:ext>
            </a:extLst>
          </p:cNvPr>
          <p:cNvSpPr txBox="1">
            <a:spLocks/>
          </p:cNvSpPr>
          <p:nvPr/>
        </p:nvSpPr>
        <p:spPr>
          <a:xfrm>
            <a:off x="6832449" y="3966689"/>
            <a:ext cx="4405210" cy="1057598"/>
          </a:xfrm>
          <a:prstGeom prst="roundRect">
            <a:avLst>
              <a:gd name="adj" fmla="val 11543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 anchor="ctr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5% Кешбэк в супермаркетах </a:t>
            </a:r>
          </a:p>
          <a:p>
            <a:pPr marL="0" marR="0" lvl="0" indent="0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с подпиской МТС 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Premium</a:t>
            </a:r>
          </a:p>
          <a:p>
            <a:pPr marL="0" marR="0" lvl="0" indent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MTS Sans" charset="0"/>
              <a:sym typeface="Helvetica Neue"/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6D1A984-1319-4C4D-BFC3-D334999DE005}"/>
              </a:ext>
            </a:extLst>
          </p:cNvPr>
          <p:cNvSpPr txBox="1">
            <a:spLocks/>
          </p:cNvSpPr>
          <p:nvPr/>
        </p:nvSpPr>
        <p:spPr>
          <a:xfrm>
            <a:off x="6832450" y="5145369"/>
            <a:ext cx="4405209" cy="1033181"/>
          </a:xfrm>
          <a:prstGeom prst="roundRect">
            <a:avLst>
              <a:gd name="adj" fmla="val 11913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 anchor="ctr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Кешбэк</a:t>
            </a:r>
          </a:p>
          <a:p>
            <a:pPr marL="0" marR="0" lvl="0" indent="0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до 10 000 ₽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08BDF69-E83D-417F-BD0C-BDFD86EF0506}"/>
              </a:ext>
            </a:extLst>
          </p:cNvPr>
          <p:cNvSpPr txBox="1">
            <a:spLocks/>
          </p:cNvSpPr>
          <p:nvPr/>
        </p:nvSpPr>
        <p:spPr>
          <a:xfrm>
            <a:off x="3164052" y="3966689"/>
            <a:ext cx="3541713" cy="1057598"/>
          </a:xfrm>
          <a:prstGeom prst="roundRect">
            <a:avLst>
              <a:gd name="adj" fmla="val 16895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 anchor="ctr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Максимальный баланс </a:t>
            </a:r>
          </a:p>
          <a:p>
            <a:pPr marL="0" marR="0" lvl="0" indent="0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не ограничен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A5B92A2-1BF1-485E-BAB1-6447D8F19B4B}"/>
              </a:ext>
            </a:extLst>
          </p:cNvPr>
          <p:cNvSpPr txBox="1">
            <a:spLocks/>
          </p:cNvSpPr>
          <p:nvPr/>
        </p:nvSpPr>
        <p:spPr>
          <a:xfrm>
            <a:off x="3164053" y="2296720"/>
            <a:ext cx="3541713" cy="1548888"/>
          </a:xfrm>
          <a:prstGeom prst="roundRect">
            <a:avLst>
              <a:gd name="adj" fmla="val 11360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 anchor="ctr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Максимальный месячный расход </a:t>
            </a:r>
          </a:p>
          <a:p>
            <a:pPr marL="0" marR="0" lvl="0" indent="0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не ограничен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571681E-822F-480B-A853-322EF2E8B9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4153">
            <a:off x="-1450974" y="1531661"/>
            <a:ext cx="7620000" cy="42862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61731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812563" y="370496"/>
            <a:ext cx="10406063" cy="1325563"/>
          </a:xfrm>
        </p:spPr>
        <p:txBody>
          <a:bodyPr/>
          <a:lstStyle/>
          <a:p>
            <a:r>
              <a:rPr lang="ru-RU" dirty="0"/>
              <a:t>Новая КАРТА МТС ДЕНЬГИ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FC15BD-FC4A-1545-A5FD-454ECD0F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2B52BE-A9A1-784E-9F07-76F59725F6A3}" type="slidenum">
              <a:rPr kumimoji="0" lang="ru-RU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sym typeface="Helvetica Neue"/>
              </a:rPr>
              <a:pPr marL="0" marR="0" lvl="0" indent="0" algn="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sym typeface="Helvetica Neue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472B852-CD49-45CD-A7DB-9F5583B4A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184" y="1696059"/>
            <a:ext cx="11080448" cy="3401371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9D04B1B-887B-4912-9FD1-F84C10F18433}"/>
              </a:ext>
            </a:extLst>
          </p:cNvPr>
          <p:cNvSpPr/>
          <p:nvPr/>
        </p:nvSpPr>
        <p:spPr>
          <a:xfrm>
            <a:off x="498464" y="5425466"/>
            <a:ext cx="5875703" cy="11134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kern="1000" dirty="0">
                <a:solidFill>
                  <a:schemeClr val="accent3"/>
                </a:solidFill>
                <a:latin typeface="MTS Text"/>
              </a:rPr>
              <a:t>Обслуживание и</a:t>
            </a:r>
            <a:r>
              <a:rPr lang="en-US" sz="1600" b="1" kern="1000" dirty="0">
                <a:solidFill>
                  <a:schemeClr val="accent3"/>
                </a:solidFill>
                <a:latin typeface="MTS Text"/>
              </a:rPr>
              <a:t> </a:t>
            </a:r>
            <a:r>
              <a:rPr lang="ru-RU" sz="1600" b="1" kern="1000" dirty="0">
                <a:solidFill>
                  <a:schemeClr val="accent3"/>
                </a:solidFill>
                <a:latin typeface="MTS Text"/>
              </a:rPr>
              <a:t>управление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"/>
              <a:tabLst>
                <a:tab pos="914400" algn="l"/>
              </a:tabLst>
            </a:pPr>
            <a:r>
              <a:rPr lang="ru-RU" sz="1600" kern="1000" dirty="0">
                <a:latin typeface="MTS Text"/>
              </a:rPr>
              <a:t>на сайте </a:t>
            </a:r>
            <a:r>
              <a:rPr lang="en-US" sz="1600" b="1" kern="1000" dirty="0">
                <a:solidFill>
                  <a:schemeClr val="accent1"/>
                </a:solidFill>
                <a:latin typeface="MTS Text"/>
              </a:rPr>
              <a:t>mtsdengi</a:t>
            </a:r>
            <a:r>
              <a:rPr lang="ru-RU" sz="1600" b="1" kern="1000" dirty="0">
                <a:solidFill>
                  <a:schemeClr val="accent1"/>
                </a:solidFill>
                <a:latin typeface="MTS Text"/>
              </a:rPr>
              <a:t>.</a:t>
            </a:r>
            <a:r>
              <a:rPr lang="en-US" sz="1600" b="1" kern="1000" dirty="0">
                <a:solidFill>
                  <a:schemeClr val="accent1"/>
                </a:solidFill>
                <a:latin typeface="MTS Text"/>
              </a:rPr>
              <a:t>ru </a:t>
            </a:r>
            <a:r>
              <a:rPr lang="ru-RU" sz="1600" kern="1000" dirty="0">
                <a:latin typeface="MTS Text"/>
              </a:rPr>
              <a:t>в личном кабинете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"/>
              <a:tabLst>
                <a:tab pos="914400" algn="l"/>
              </a:tabLst>
            </a:pPr>
            <a:r>
              <a:rPr lang="ru-RU" sz="1600" kern="1000" dirty="0">
                <a:latin typeface="MTS Text"/>
              </a:rPr>
              <a:t>через операторов КЦ МТС Банка 8 800 250-49-00</a:t>
            </a:r>
          </a:p>
          <a:p>
            <a:pPr lvl="1">
              <a:lnSpc>
                <a:spcPct val="107000"/>
              </a:lnSpc>
              <a:tabLst>
                <a:tab pos="914400" algn="l"/>
              </a:tabLst>
            </a:pPr>
            <a:endParaRPr lang="ru-RU" sz="1600" kern="1000" dirty="0">
              <a:latin typeface="MTS Tex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0802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812563" y="370496"/>
            <a:ext cx="10406063" cy="1325563"/>
          </a:xfrm>
        </p:spPr>
        <p:txBody>
          <a:bodyPr/>
          <a:lstStyle/>
          <a:p>
            <a:r>
              <a:rPr lang="ru-RU" dirty="0"/>
              <a:t>Пример сборки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FC15BD-FC4A-1545-A5FD-454ECD0F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2B52BE-A9A1-784E-9F07-76F59725F6A3}" type="slidenum">
              <a:rPr kumimoji="0" lang="ru-RU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sym typeface="Helvetica Neue"/>
              </a:rPr>
              <a:pPr marL="0" marR="0" lvl="0" indent="0" algn="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ru-RU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sym typeface="Helvetica Neue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DDC0624-F271-48B6-8A13-690EC65E69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64" t="19435" r="2492" b="9335"/>
          <a:stretch/>
        </p:blipFill>
        <p:spPr>
          <a:xfrm>
            <a:off x="434109" y="2792446"/>
            <a:ext cx="11323782" cy="2749550"/>
          </a:xfrm>
          <a:prstGeom prst="roundRect">
            <a:avLst>
              <a:gd name="adj" fmla="val 3902"/>
            </a:avLst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334CD6-745B-43C0-B36D-8EEAEFCB7AD3}"/>
              </a:ext>
            </a:extLst>
          </p:cNvPr>
          <p:cNvSpPr txBox="1"/>
          <p:nvPr/>
        </p:nvSpPr>
        <p:spPr>
          <a:xfrm>
            <a:off x="916960" y="1466883"/>
            <a:ext cx="8531839" cy="786163"/>
          </a:xfrm>
          <a:prstGeom prst="rect">
            <a:avLst/>
          </a:prstGeom>
          <a:noFill/>
        </p:spPr>
        <p:txBody>
          <a:bodyPr wrap="square" lIns="0" tIns="0" rIns="0" bIns="108000" rtlCol="0">
            <a:spAutoFit/>
          </a:bodyPr>
          <a:lstStyle/>
          <a:p>
            <a:pPr marL="0" marR="0" lvl="0" indent="0" algn="l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" panose="020B0306020102020303" pitchFamily="34" charset="0"/>
                <a:ea typeface="MTS Wide" panose="020B0306020102020303" pitchFamily="34" charset="0"/>
                <a:cs typeface="MTS Sans" charset="0"/>
                <a:sym typeface="Helvetica Neue"/>
              </a:rPr>
              <a:t>После завершения оформления банковской карты необходимо собрать конверт-упаковку, состоящий из: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154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812563" y="370496"/>
            <a:ext cx="10406063" cy="1325563"/>
          </a:xfrm>
        </p:spPr>
        <p:txBody>
          <a:bodyPr/>
          <a:lstStyle/>
          <a:p>
            <a:r>
              <a:rPr lang="ru-RU" dirty="0"/>
              <a:t>ДВОЙНАЯ ВЫГОДА. ЭКРАНЫ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FC15BD-FC4A-1545-A5FD-454ECD0F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2B52BE-A9A1-784E-9F07-76F59725F6A3}" type="slidenum">
              <a:rPr kumimoji="0" lang="ru-RU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sym typeface="Helvetica Neue"/>
              </a:rPr>
              <a:pPr marL="0" marR="0" lvl="0" indent="0" algn="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sym typeface="Helvetica Neue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1E50F83-9296-4548-AEF9-5055C3B8B840}"/>
              </a:ext>
            </a:extLst>
          </p:cNvPr>
          <p:cNvSpPr txBox="1">
            <a:spLocks/>
          </p:cNvSpPr>
          <p:nvPr/>
        </p:nvSpPr>
        <p:spPr>
          <a:xfrm>
            <a:off x="936625" y="1736725"/>
            <a:ext cx="4975225" cy="2280554"/>
          </a:xfrm>
          <a:prstGeom prst="roundRect">
            <a:avLst>
              <a:gd name="adj" fmla="val 16876"/>
            </a:avLst>
          </a:prstGeom>
          <a:solidFill>
            <a:schemeClr val="bg1"/>
          </a:solidFill>
          <a:ln w="12700">
            <a:solidFill>
              <a:srgbClr val="CDCDD9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Welcome-</a:t>
            </a:r>
            <a:r>
              <a:rPr kumimoji="0" lang="ru-RU" sz="20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период</a:t>
            </a:r>
          </a:p>
          <a:p>
            <a:pPr marL="171450" marR="0" lvl="0" indent="-1714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Скидка 100% 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на базовые параметры абонентской платы тарифного плана МТС Больше на 2 месяца </a:t>
            </a:r>
          </a:p>
          <a:p>
            <a:pPr marL="171450" marR="0" lvl="0" indent="-1714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Выбор 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5 из 7 повышенных категорий </a:t>
            </a:r>
            <a:r>
              <a:rPr kumimoji="0" lang="ru-RU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кешбэка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 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на 2 месяца</a:t>
            </a:r>
          </a:p>
        </p:txBody>
      </p:sp>
      <p:sp>
        <p:nvSpPr>
          <p:cNvPr id="18" name="Скругленный прямоугольник 25">
            <a:extLst>
              <a:ext uri="{FF2B5EF4-FFF2-40B4-BE49-F238E27FC236}">
                <a16:creationId xmlns:a16="http://schemas.microsoft.com/office/drawing/2014/main" id="{309991FA-0DED-4053-8352-3F53259324A8}"/>
              </a:ext>
            </a:extLst>
          </p:cNvPr>
          <p:cNvSpPr/>
          <p:nvPr/>
        </p:nvSpPr>
        <p:spPr>
          <a:xfrm>
            <a:off x="5327344" y="1614137"/>
            <a:ext cx="584506" cy="54160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dirty="0" err="1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4FEBCBD-1D7B-4088-ADAF-176F3DDDEA4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20235" y="1685575"/>
            <a:ext cx="398724" cy="39872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8D594C89-36AA-48A5-A27C-404BBC8373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52" y="1736725"/>
            <a:ext cx="1989422" cy="44408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2EEC29-683D-4D6B-8A3B-53DAAFAFC4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4428" y="1553174"/>
            <a:ext cx="2548349" cy="502963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95064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812563" y="370496"/>
            <a:ext cx="10406063" cy="1325563"/>
          </a:xfrm>
        </p:spPr>
        <p:txBody>
          <a:bodyPr/>
          <a:lstStyle/>
          <a:p>
            <a:r>
              <a:rPr lang="ru-RU" dirty="0"/>
              <a:t>ДВОЙНАЯ ВЫГОДА. ЭКРАНЫ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FC15BD-FC4A-1545-A5FD-454ECD0F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2B52BE-A9A1-784E-9F07-76F59725F6A3}" type="slidenum">
              <a:rPr kumimoji="0" lang="ru-RU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sym typeface="Helvetica Neue"/>
              </a:rPr>
              <a:pPr marL="0" marR="0" lvl="0" indent="0" algn="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sym typeface="Helvetica Neue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A702AA6-98C3-48FD-B5D8-5AC9ADE34140}"/>
              </a:ext>
            </a:extLst>
          </p:cNvPr>
          <p:cNvSpPr txBox="1">
            <a:spLocks/>
          </p:cNvSpPr>
          <p:nvPr/>
        </p:nvSpPr>
        <p:spPr>
          <a:xfrm>
            <a:off x="944909" y="1740631"/>
            <a:ext cx="4989512" cy="3258534"/>
          </a:xfrm>
          <a:prstGeom prst="roundRect">
            <a:avLst>
              <a:gd name="adj" fmla="val 10697"/>
            </a:avLst>
          </a:prstGeom>
          <a:solidFill>
            <a:schemeClr val="bg1"/>
          </a:solidFill>
          <a:ln w="12700">
            <a:solidFill>
              <a:srgbClr val="CDCDD9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С 3-го месяца и далее</a:t>
            </a:r>
          </a:p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совершай 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5 и более покупок 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в предыдущем месяце и выбирай </a:t>
            </a:r>
            <a:r>
              <a:rPr kumimoji="0" lang="ru-RU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(выполнено)</a:t>
            </a: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MTS Sans" charset="0"/>
              <a:sym typeface="Helvetica Neue"/>
            </a:endParaRPr>
          </a:p>
          <a:p>
            <a:pPr marL="285750" marR="0" lvl="0" indent="-2857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Скидка 100% 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на базовые параметры абонентской платы тарифного плана 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МТС Больше и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 1% </a:t>
            </a:r>
            <a:r>
              <a:rPr kumimoji="0" lang="ru-RU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кешбэка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 на все </a:t>
            </a:r>
          </a:p>
          <a:p>
            <a:pPr marR="0" lvl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или</a:t>
            </a:r>
          </a:p>
          <a:p>
            <a:pPr marL="285750" marR="0" lvl="0" indent="-2857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5 из 7 повышенных категорий </a:t>
            </a:r>
            <a:r>
              <a:rPr kumimoji="0" lang="ru-RU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кешбэка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 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на 2 месяца</a:t>
            </a:r>
          </a:p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ru-RU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MTS Sans" charset="0"/>
              <a:sym typeface="Helvetica Neue"/>
            </a:endParaRPr>
          </a:p>
        </p:txBody>
      </p:sp>
      <p:sp>
        <p:nvSpPr>
          <p:cNvPr id="15" name="Скругленный прямоугольник 20">
            <a:extLst>
              <a:ext uri="{FF2B5EF4-FFF2-40B4-BE49-F238E27FC236}">
                <a16:creationId xmlns:a16="http://schemas.microsoft.com/office/drawing/2014/main" id="{F50739B2-2899-474F-95CE-7FB9672B6FA7}"/>
              </a:ext>
            </a:extLst>
          </p:cNvPr>
          <p:cNvSpPr/>
          <p:nvPr/>
        </p:nvSpPr>
        <p:spPr>
          <a:xfrm>
            <a:off x="5349915" y="1610866"/>
            <a:ext cx="584506" cy="54160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dirty="0" err="1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B58DB44-C6AF-42FC-B657-26D847F7519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27855" y="1652403"/>
            <a:ext cx="428625" cy="42862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53E83E6-5182-4B24-8D1A-47A2D7035A77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6375790" y="1741076"/>
            <a:ext cx="2106362" cy="44374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E597D51-7CAF-4352-B912-EFFC124644FF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8899352" y="1740853"/>
            <a:ext cx="2211198" cy="44379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37073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812563" y="370496"/>
            <a:ext cx="10406063" cy="1325563"/>
          </a:xfrm>
        </p:spPr>
        <p:txBody>
          <a:bodyPr/>
          <a:lstStyle/>
          <a:p>
            <a:r>
              <a:rPr lang="ru-RU" dirty="0"/>
              <a:t>ДВОЙНАЯ ВЫГОДА. ЭКРАНЫ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FC15BD-FC4A-1545-A5FD-454ECD0F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2B52BE-A9A1-784E-9F07-76F59725F6A3}" type="slidenum">
              <a:rPr kumimoji="0" lang="ru-RU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sym typeface="Helvetica Neue"/>
              </a:rPr>
              <a:pPr marL="0" marR="0" lvl="0" indent="0" algn="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sym typeface="Helvetica Neue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A702AA6-98C3-48FD-B5D8-5AC9ADE34140}"/>
              </a:ext>
            </a:extLst>
          </p:cNvPr>
          <p:cNvSpPr txBox="1">
            <a:spLocks/>
          </p:cNvSpPr>
          <p:nvPr/>
        </p:nvSpPr>
        <p:spPr>
          <a:xfrm>
            <a:off x="944909" y="1740631"/>
            <a:ext cx="4989512" cy="3258534"/>
          </a:xfrm>
          <a:prstGeom prst="roundRect">
            <a:avLst>
              <a:gd name="adj" fmla="val 10697"/>
            </a:avLst>
          </a:prstGeom>
          <a:solidFill>
            <a:schemeClr val="bg1"/>
          </a:solidFill>
          <a:ln w="12700">
            <a:solidFill>
              <a:srgbClr val="CDCDD9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С 3-го месяца и далее</a:t>
            </a:r>
          </a:p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совершай 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5 и более покупок 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в предыдущем месяце и выбирай </a:t>
            </a:r>
            <a:r>
              <a:rPr kumimoji="0" lang="ru-RU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(не выполнено)</a:t>
            </a: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MTS Sans" charset="0"/>
              <a:sym typeface="Helvetica Neue"/>
            </a:endParaRPr>
          </a:p>
          <a:p>
            <a:pPr marL="285750" marR="0" lvl="0" indent="-2857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Выбор 2 из 7 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повышенных категорий </a:t>
            </a:r>
            <a:r>
              <a:rPr kumimoji="0" lang="ru-RU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кешбэка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 </a:t>
            </a:r>
          </a:p>
          <a:p>
            <a:pPr marL="285750" marR="0" lvl="0" indent="-2857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с возможностью выбора 5% в супермаркетах с подпиской МТС Premium</a:t>
            </a:r>
          </a:p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ru-RU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MTS Sans" charset="0"/>
              <a:sym typeface="Helvetica Neue"/>
            </a:endParaRPr>
          </a:p>
        </p:txBody>
      </p:sp>
      <p:sp>
        <p:nvSpPr>
          <p:cNvPr id="15" name="Скругленный прямоугольник 20">
            <a:extLst>
              <a:ext uri="{FF2B5EF4-FFF2-40B4-BE49-F238E27FC236}">
                <a16:creationId xmlns:a16="http://schemas.microsoft.com/office/drawing/2014/main" id="{F50739B2-2899-474F-95CE-7FB9672B6FA7}"/>
              </a:ext>
            </a:extLst>
          </p:cNvPr>
          <p:cNvSpPr/>
          <p:nvPr/>
        </p:nvSpPr>
        <p:spPr>
          <a:xfrm>
            <a:off x="5349915" y="1610866"/>
            <a:ext cx="584506" cy="54160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dirty="0" err="1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B58DB44-C6AF-42FC-B657-26D847F7519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27855" y="1652403"/>
            <a:ext cx="428625" cy="42862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F5BA63A-2F16-43B8-AFE4-FF9ED00B8EC5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6265863" y="1740631"/>
            <a:ext cx="2268537" cy="4454507"/>
          </a:xfrm>
          <a:prstGeom prst="rect">
            <a:avLst/>
          </a:prstGeom>
          <a:ln>
            <a:noFill/>
          </a:ln>
          <a:effectLst>
            <a:outerShdw blurRad="190500" dist="127000" dir="240000" sx="96000" sy="96000" algn="l" rotWithShape="0">
              <a:prstClr val="black">
                <a:alpha val="40000"/>
              </a:prstClr>
            </a:outerShdw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1F9C38F-9046-4C71-8BA2-9DF3135F7D3E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9071473" y="1740630"/>
            <a:ext cx="2162589" cy="44356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4FBC83-2BD9-4005-8A89-A42F1BCCFACB}"/>
              </a:ext>
            </a:extLst>
          </p:cNvPr>
          <p:cNvSpPr txBox="1"/>
          <p:nvPr/>
        </p:nvSpPr>
        <p:spPr>
          <a:xfrm>
            <a:off x="840826" y="6150126"/>
            <a:ext cx="11211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tx2"/>
                </a:solidFill>
                <a:latin typeface="MTS Text" panose="020B0306020102020303" pitchFamily="34" charset="0"/>
                <a:ea typeface="MTS Text" panose="020B0306020102020303" pitchFamily="34" charset="0"/>
              </a:rPr>
              <a:t>*в том числе для возможности выбора вознаграждения в третьем месяце участнику Программы «Двойная выгода» необходимо выполнить целевые действия во втором месяце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703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AA838B8-4D21-4399-A1DF-B68712C7E05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886"/>
          <a:stretch/>
        </p:blipFill>
        <p:spPr>
          <a:xfrm>
            <a:off x="0" y="1763114"/>
            <a:ext cx="12321089" cy="5087786"/>
          </a:xfrm>
          <a:prstGeom prst="rect">
            <a:avLst/>
          </a:prstGeom>
        </p:spPr>
      </p:pic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818604" y="365124"/>
            <a:ext cx="11225349" cy="1325563"/>
          </a:xfrm>
        </p:spPr>
        <p:txBody>
          <a:bodyPr/>
          <a:lstStyle/>
          <a:p>
            <a:r>
              <a:rPr lang="ru-RU" dirty="0"/>
              <a:t>МТС ДЕНЬГИ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6960" y="1466883"/>
            <a:ext cx="8531839" cy="447609"/>
          </a:xfrm>
          <a:prstGeom prst="rect">
            <a:avLst/>
          </a:prstGeom>
          <a:noFill/>
        </p:spPr>
        <p:txBody>
          <a:bodyPr wrap="square" lIns="0" tIns="0" rIns="0" bIns="108000" rtlCol="0">
            <a:spAutoFit/>
          </a:bodyPr>
          <a:lstStyle/>
          <a:p>
            <a:pPr marL="0" marR="0" lvl="0" indent="0" algn="l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" panose="020B0306020102020303" pitchFamily="34" charset="0"/>
                <a:ea typeface="MTS Wide" panose="020B0306020102020303" pitchFamily="34" charset="0"/>
                <a:cs typeface="MTS Sans" charset="0"/>
                <a:sym typeface="Helvetica Neue"/>
              </a:rPr>
              <a:t>Параметры выпуска карты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FC15BD-FC4A-1545-A5FD-454ECD0F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2B52BE-A9A1-784E-9F07-76F59725F6A3}" type="slidenum">
              <a:rPr kumimoji="0" lang="ru-RU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sym typeface="Helvetica Neue"/>
              </a:rPr>
              <a:pPr marL="0" marR="0" lvl="0" indent="0" algn="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ru-RU" sz="10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sym typeface="Helvetica Neu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2972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FEDF773-03CC-5E4E-904C-AEE472BA156D}"/>
              </a:ext>
            </a:extLst>
          </p:cNvPr>
          <p:cNvSpPr txBox="1">
            <a:spLocks/>
          </p:cNvSpPr>
          <p:nvPr/>
        </p:nvSpPr>
        <p:spPr>
          <a:xfrm>
            <a:off x="936625" y="2308225"/>
            <a:ext cx="3198813" cy="1481138"/>
          </a:xfrm>
          <a:prstGeom prst="roundRect">
            <a:avLst>
              <a:gd name="adj" fmla="val 16876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Выпуск карты</a:t>
            </a:r>
          </a:p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Бесплатно</a:t>
            </a:r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Тариф карты «МТС Деньги»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FC15BD-FC4A-1545-A5FD-454ECD0F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2B52BE-A9A1-784E-9F07-76F59725F6A3}" type="slidenum">
              <a:rPr kumimoji="0" lang="ru-RU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sym typeface="Helvetica Neue"/>
              </a:rPr>
              <a:pPr marL="0" marR="0" lvl="0" indent="0" algn="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ru-RU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sym typeface="Helvetica Neue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7737" y="1438427"/>
            <a:ext cx="3242289" cy="869798"/>
          </a:xfrm>
          <a:prstGeom prst="round2Diag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wrap="square" lIns="0" tIns="0" rIns="0" bIns="108000" rtlCol="0">
            <a:spAutoFit/>
          </a:bodyPr>
          <a:lstStyle/>
          <a:p>
            <a:pPr marL="0" marR="0" lvl="0" indent="0" algn="l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" panose="020B0306020102020303" pitchFamily="34" charset="0"/>
                <a:ea typeface="MTS Wide" panose="020B0306020102020303" pitchFamily="34" charset="0"/>
                <a:cs typeface="MTS Sans" charset="0"/>
                <a:sym typeface="Helvetica Neue"/>
              </a:rPr>
              <a:t>Сколько платить за карту?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8350C2F-3E2D-333E-61DA-9E48E89FADCE}"/>
              </a:ext>
            </a:extLst>
          </p:cNvPr>
          <p:cNvSpPr txBox="1">
            <a:spLocks/>
          </p:cNvSpPr>
          <p:nvPr/>
        </p:nvSpPr>
        <p:spPr>
          <a:xfrm>
            <a:off x="936625" y="4144383"/>
            <a:ext cx="3198813" cy="1481138"/>
          </a:xfrm>
          <a:prstGeom prst="roundRect">
            <a:avLst>
              <a:gd name="adj" fmla="val 16876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Обслуживание карты</a:t>
            </a:r>
          </a:p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Бесплатно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BFA9129-6D1A-FB60-B900-BE23DD7ABD56}"/>
              </a:ext>
            </a:extLst>
          </p:cNvPr>
          <p:cNvSpPr txBox="1">
            <a:spLocks/>
          </p:cNvSpPr>
          <p:nvPr/>
        </p:nvSpPr>
        <p:spPr>
          <a:xfrm>
            <a:off x="4478338" y="2308225"/>
            <a:ext cx="3211512" cy="1481138"/>
          </a:xfrm>
          <a:prstGeom prst="roundRect">
            <a:avLst>
              <a:gd name="adj" fmla="val 16876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Снятие</a:t>
            </a:r>
          </a:p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50 000 </a:t>
            </a:r>
            <a:r>
              <a:rPr kumimoji="0" lang="ru-RU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руб</a:t>
            </a:r>
            <a:r>
              <a:rPr kumimoji="0" lang="ru-RU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       300 000 </a:t>
            </a:r>
            <a:r>
              <a:rPr kumimoji="0" lang="ru-RU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руб</a:t>
            </a:r>
            <a:endParaRPr kumimoji="0" lang="ru-RU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MTS Sans" charset="0"/>
              <a:sym typeface="Helvetica Neue"/>
            </a:endParaRPr>
          </a:p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в день                        в месяц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58E9DC6-AA0D-53CF-7C2E-FCA3970DEA07}"/>
              </a:ext>
            </a:extLst>
          </p:cNvPr>
          <p:cNvSpPr txBox="1">
            <a:spLocks/>
          </p:cNvSpPr>
          <p:nvPr/>
        </p:nvSpPr>
        <p:spPr>
          <a:xfrm>
            <a:off x="4478338" y="4144383"/>
            <a:ext cx="3211512" cy="1481138"/>
          </a:xfrm>
          <a:prstGeom prst="roundRect">
            <a:avLst>
              <a:gd name="adj" fmla="val 16876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Переводы по СБП</a:t>
            </a:r>
          </a:p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1 млн </a:t>
            </a:r>
            <a:r>
              <a:rPr kumimoji="0" lang="ru-RU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руб</a:t>
            </a:r>
            <a:r>
              <a:rPr kumimoji="0" lang="ru-RU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            30 млн  </a:t>
            </a:r>
            <a:r>
              <a:rPr kumimoji="0" lang="ru-RU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руб</a:t>
            </a:r>
            <a:endParaRPr kumimoji="0" lang="ru-RU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MTS Sans" charset="0"/>
              <a:sym typeface="Helvetica Neue"/>
            </a:endParaRPr>
          </a:p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   в день                       в месяц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37137-3877-1063-9001-B07FBA74C54F}"/>
              </a:ext>
            </a:extLst>
          </p:cNvPr>
          <p:cNvSpPr txBox="1">
            <a:spLocks/>
          </p:cNvSpPr>
          <p:nvPr/>
        </p:nvSpPr>
        <p:spPr>
          <a:xfrm>
            <a:off x="8032751" y="2308225"/>
            <a:ext cx="3211512" cy="1481138"/>
          </a:xfrm>
          <a:prstGeom prst="roundRect">
            <a:avLst>
              <a:gd name="adj" fmla="val 16876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Снятие на территории РФ </a:t>
            </a:r>
            <a:r>
              <a:rPr kumimoji="0" lang="ru-RU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Бесплатно до 100 000 р 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в банкоматах МТС Банка и сторонних банков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94CCCD8-F34A-A6B2-5878-A73BE3AB2A43}"/>
              </a:ext>
            </a:extLst>
          </p:cNvPr>
          <p:cNvSpPr txBox="1">
            <a:spLocks/>
          </p:cNvSpPr>
          <p:nvPr/>
        </p:nvSpPr>
        <p:spPr>
          <a:xfrm>
            <a:off x="8045997" y="4144383"/>
            <a:ext cx="3211512" cy="1481138"/>
          </a:xfrm>
          <a:prstGeom prst="roundRect">
            <a:avLst>
              <a:gd name="adj" fmla="val 16876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Остаток по счету</a:t>
            </a:r>
          </a:p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Нет ограничения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08AF62-E577-4FA1-9CB2-8D5A71478139}"/>
              </a:ext>
            </a:extLst>
          </p:cNvPr>
          <p:cNvSpPr txBox="1"/>
          <p:nvPr/>
        </p:nvSpPr>
        <p:spPr>
          <a:xfrm>
            <a:off x="4478338" y="1438427"/>
            <a:ext cx="6765925" cy="869798"/>
          </a:xfrm>
          <a:prstGeom prst="round2DiagRect">
            <a:avLst/>
          </a:prstGeom>
          <a:gradFill flip="none" rotWithShape="1">
            <a:gsLst>
              <a:gs pos="0">
                <a:schemeClr val="accent2">
                  <a:lumMod val="75000"/>
                </a:schemeClr>
              </a:gs>
              <a:gs pos="50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</p:spPr>
        <p:txBody>
          <a:bodyPr wrap="square" lIns="0" tIns="0" rIns="0" bIns="108000" rtlCol="0" anchor="b">
            <a:spAutoFit/>
          </a:bodyPr>
          <a:lstStyle/>
          <a:p>
            <a:pPr marL="0" marR="0" lvl="0" indent="0" algn="l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" panose="020B0306020102020303" pitchFamily="34" charset="0"/>
                <a:ea typeface="MTS Wide" panose="020B0306020102020303" pitchFamily="34" charset="0"/>
                <a:cs typeface="MTS Sans" charset="0"/>
                <a:sym typeface="Helvetica Neue"/>
              </a:rPr>
              <a:t>По карте есть ограничения?</a:t>
            </a:r>
          </a:p>
          <a:p>
            <a:pPr marL="0" marR="0" lvl="0" indent="0" algn="l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Wide" panose="020B0306020102020303" pitchFamily="34" charset="0"/>
              <a:ea typeface="MTS Wide" panose="020B0306020102020303" pitchFamily="34" charset="0"/>
              <a:cs typeface="MTS Sans" charset="0"/>
              <a:sym typeface="Helvetica Neu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9235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818604" y="365124"/>
            <a:ext cx="11225349" cy="1325563"/>
          </a:xfrm>
        </p:spPr>
        <p:txBody>
          <a:bodyPr/>
          <a:lstStyle/>
          <a:p>
            <a:r>
              <a:rPr lang="ru-RU" dirty="0"/>
              <a:t>Доступные операции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FC15BD-FC4A-1545-A5FD-454ECD0F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2B52BE-A9A1-784E-9F07-76F59725F6A3}" type="slidenum">
              <a:rPr kumimoji="0" lang="ru-RU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sym typeface="Helvetica Neue"/>
              </a:rPr>
              <a:pPr marL="0" marR="0" lvl="0" indent="0" algn="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ru-RU" sz="10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sym typeface="Helvetica Neue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AE038E4-20C3-4BBD-99DF-FF93B5265699}"/>
              </a:ext>
            </a:extLst>
          </p:cNvPr>
          <p:cNvSpPr txBox="1">
            <a:spLocks/>
          </p:cNvSpPr>
          <p:nvPr/>
        </p:nvSpPr>
        <p:spPr>
          <a:xfrm>
            <a:off x="947466" y="1466755"/>
            <a:ext cx="4975225" cy="1450612"/>
          </a:xfrm>
          <a:prstGeom prst="roundRect">
            <a:avLst>
              <a:gd name="adj" fmla="val 16876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Покупки</a:t>
            </a:r>
            <a:endParaRPr lang="ru-RU" sz="2000" b="0" kern="0" dirty="0">
              <a:solidFill>
                <a:srgbClr val="000000"/>
              </a:solidFill>
              <a:latin typeface="MTS Text" panose="020B0306020102020303" pitchFamily="34" charset="0"/>
              <a:ea typeface="MTS Text" panose="020B0306020102020303" pitchFamily="34" charset="0"/>
              <a:cs typeface="MTS Sans Black" charset="0"/>
            </a:endParaRPr>
          </a:p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2000" b="0" kern="0" dirty="0">
                <a:solidFill>
                  <a:srgbClr val="000000"/>
                </a:solidFill>
                <a:latin typeface="MTS Text" panose="020B0306020102020303" pitchFamily="34" charset="0"/>
                <a:ea typeface="MTS Text" panose="020B0306020102020303" pitchFamily="34" charset="0"/>
                <a:cs typeface="MTS Sans Black" charset="0"/>
              </a:rPr>
              <a:t>online + offline + </a:t>
            </a:r>
            <a:r>
              <a:rPr lang="ru-RU" sz="2000" b="0" kern="0" dirty="0">
                <a:solidFill>
                  <a:srgbClr val="000000"/>
                </a:solidFill>
                <a:latin typeface="MTS Text" panose="020B0306020102020303" pitchFamily="34" charset="0"/>
                <a:ea typeface="MTS Text" panose="020B0306020102020303" pitchFamily="34" charset="0"/>
                <a:cs typeface="MTS Sans Black" charset="0"/>
              </a:rPr>
              <a:t>МИР</a:t>
            </a:r>
            <a:r>
              <a:rPr lang="en-US" sz="2000" b="0" kern="0" dirty="0">
                <a:solidFill>
                  <a:srgbClr val="000000"/>
                </a:solidFill>
                <a:latin typeface="MTS Text" panose="020B0306020102020303" pitchFamily="34" charset="0"/>
                <a:ea typeface="MTS Text" panose="020B0306020102020303" pitchFamily="34" charset="0"/>
                <a:cs typeface="MTS Sans Black" charset="0"/>
              </a:rPr>
              <a:t> Pay + </a:t>
            </a:r>
            <a:r>
              <a:rPr lang="ru-RU" sz="2000" b="0" kern="0" dirty="0">
                <a:solidFill>
                  <a:srgbClr val="000000"/>
                </a:solidFill>
                <a:latin typeface="MTS Text" panose="020B0306020102020303" pitchFamily="34" charset="0"/>
                <a:ea typeface="MTS Text" panose="020B0306020102020303" pitchFamily="34" charset="0"/>
                <a:cs typeface="MTS Sans Black" charset="0"/>
              </a:rPr>
              <a:t>МТС </a:t>
            </a:r>
            <a:r>
              <a:rPr lang="en-US" sz="2000" b="0" kern="0" dirty="0">
                <a:solidFill>
                  <a:srgbClr val="000000"/>
                </a:solidFill>
                <a:latin typeface="MTS Text" panose="020B0306020102020303" pitchFamily="34" charset="0"/>
                <a:ea typeface="MTS Text" panose="020B0306020102020303" pitchFamily="34" charset="0"/>
                <a:cs typeface="MTS Sans Black" charset="0"/>
              </a:rPr>
              <a:t>Pay  </a:t>
            </a:r>
            <a:endParaRPr kumimoji="0" lang="ru-RU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Wide Medium" panose="020B0306020102020303" pitchFamily="34" charset="0"/>
              <a:ea typeface="MTS Wide Medium" panose="020B0306020102020303" pitchFamily="34" charset="0"/>
              <a:cs typeface="MTS Sans Black" charset="0"/>
              <a:sym typeface="Helvetica Neue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84B65E9-D775-4836-8E71-DCC623FCFEB1}"/>
              </a:ext>
            </a:extLst>
          </p:cNvPr>
          <p:cNvSpPr txBox="1">
            <a:spLocks/>
          </p:cNvSpPr>
          <p:nvPr/>
        </p:nvSpPr>
        <p:spPr>
          <a:xfrm>
            <a:off x="6280152" y="1466755"/>
            <a:ext cx="4975225" cy="1450612"/>
          </a:xfrm>
          <a:prstGeom prst="roundRect">
            <a:avLst>
              <a:gd name="adj" fmla="val 16876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ru-RU" sz="2000" b="0" kern="0" dirty="0">
                <a:solidFill>
                  <a:srgbClr val="000000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</a:rPr>
              <a:t>Снятие наличных</a:t>
            </a:r>
            <a:endParaRPr lang="ru-RU" sz="2000" b="0" kern="0" dirty="0">
              <a:solidFill>
                <a:srgbClr val="000000"/>
              </a:solidFill>
              <a:latin typeface="MTS Text" panose="020B0306020102020303" pitchFamily="34" charset="0"/>
              <a:ea typeface="MTS Text" panose="020B0306020102020303" pitchFamily="34" charset="0"/>
              <a:cs typeface="MTS Sans Black" charset="0"/>
            </a:endParaRPr>
          </a:p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ru-RU" sz="2000" b="0" kern="0" dirty="0">
                <a:solidFill>
                  <a:srgbClr val="000000"/>
                </a:solidFill>
                <a:latin typeface="MTS Text" panose="020B0306020102020303" pitchFamily="34" charset="0"/>
                <a:ea typeface="MTS Text" panose="020B0306020102020303" pitchFamily="34" charset="0"/>
                <a:cs typeface="MTS Sans Black" charset="0"/>
              </a:rPr>
              <a:t>банкоматы МТС Банка/других банков, терминалы и кассы МТС Банка</a:t>
            </a:r>
            <a:endParaRPr kumimoji="0" lang="ru-RU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Wide Medium" panose="020B0306020102020303" pitchFamily="34" charset="0"/>
              <a:ea typeface="MTS Wide Medium" panose="020B0306020102020303" pitchFamily="34" charset="0"/>
              <a:cs typeface="MTS Sans Black" charset="0"/>
              <a:sym typeface="Helvetica Neue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BECCD80-1E95-404A-806A-3FE856EDD6DA}"/>
              </a:ext>
            </a:extLst>
          </p:cNvPr>
          <p:cNvSpPr txBox="1">
            <a:spLocks/>
          </p:cNvSpPr>
          <p:nvPr/>
        </p:nvSpPr>
        <p:spPr>
          <a:xfrm>
            <a:off x="947466" y="3028241"/>
            <a:ext cx="10307911" cy="3337719"/>
          </a:xfrm>
          <a:prstGeom prst="roundRect">
            <a:avLst>
              <a:gd name="adj" fmla="val 6294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Доступные операции по карте МТС Деньги:</a:t>
            </a:r>
            <a:endParaRPr lang="ru-RU" sz="2000" b="0" kern="0" dirty="0">
              <a:solidFill>
                <a:srgbClr val="000000"/>
              </a:solidFill>
              <a:latin typeface="MTS Text" panose="020B0306020102020303" pitchFamily="34" charset="0"/>
              <a:ea typeface="MTS Text" panose="020B0306020102020303" pitchFamily="34" charset="0"/>
              <a:cs typeface="MTS Sans Black" charset="0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73CD36F-0C17-48B5-9501-B746B4A14F91}"/>
              </a:ext>
            </a:extLst>
          </p:cNvPr>
          <p:cNvSpPr txBox="1">
            <a:spLocks/>
          </p:cNvSpPr>
          <p:nvPr/>
        </p:nvSpPr>
        <p:spPr>
          <a:xfrm>
            <a:off x="922336" y="3338579"/>
            <a:ext cx="5343527" cy="2280554"/>
          </a:xfrm>
          <a:prstGeom prst="roundRect">
            <a:avLst>
              <a:gd name="adj" fmla="val 16876"/>
            </a:avLst>
          </a:prstGeom>
          <a:noFill/>
          <a:ln w="12700">
            <a:noFill/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Управление и обслуживание карты:</a:t>
            </a:r>
          </a:p>
          <a:p>
            <a:pPr marL="171450" marR="0" lvl="0" indent="-1714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Просмотр истории операций</a:t>
            </a:r>
          </a:p>
          <a:p>
            <a:pPr marL="171450" marR="0" lvl="0" indent="-1714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Просмотр реквизитов карты и Счета карты</a:t>
            </a:r>
          </a:p>
          <a:p>
            <a:pPr marL="171450" marR="0" lvl="0" indent="-1714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400" b="0" kern="0" dirty="0"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</a:rPr>
              <a:t>Просмотр тарифов и условий </a:t>
            </a:r>
            <a:r>
              <a:rPr lang="ru-RU" sz="1400" b="0" kern="0" dirty="0" err="1"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</a:rPr>
              <a:t>кешбэка</a:t>
            </a:r>
            <a:endParaRPr lang="ru-RU" sz="1400" b="0" kern="0" dirty="0">
              <a:latin typeface="MTS Text" panose="020B0306020102020303" pitchFamily="34" charset="0"/>
              <a:ea typeface="MTS Text" panose="020B0306020102020303" pitchFamily="34" charset="0"/>
              <a:cs typeface="MTS Sans" charset="0"/>
            </a:endParaRPr>
          </a:p>
          <a:p>
            <a:pPr marL="171450" marR="0" lvl="0" indent="-1714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Установка/смена ПИН</a:t>
            </a:r>
          </a:p>
          <a:p>
            <a:pPr marL="171450" marR="0" lvl="0" indent="-1714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400" b="0" kern="0" dirty="0"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</a:rPr>
              <a:t>Блокировка/разблокировка</a:t>
            </a:r>
          </a:p>
          <a:p>
            <a:pPr marL="171450" marR="0" lvl="0" indent="-1714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Управление СМС - уведомлениями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7411A31-5639-4E40-97C4-E572E2CDD3F3}"/>
              </a:ext>
            </a:extLst>
          </p:cNvPr>
          <p:cNvSpPr txBox="1">
            <a:spLocks/>
          </p:cNvSpPr>
          <p:nvPr/>
        </p:nvSpPr>
        <p:spPr>
          <a:xfrm>
            <a:off x="7028540" y="3338579"/>
            <a:ext cx="4470406" cy="2280554"/>
          </a:xfrm>
          <a:prstGeom prst="roundRect">
            <a:avLst>
              <a:gd name="adj" fmla="val 16876"/>
            </a:avLst>
          </a:prstGeom>
          <a:noFill/>
          <a:ln w="12700">
            <a:noFill/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Пополнение:</a:t>
            </a:r>
          </a:p>
          <a:p>
            <a:pPr marL="171450" marR="0" lvl="0" indent="-1714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СБП по номеру телефона</a:t>
            </a:r>
          </a:p>
          <a:p>
            <a:pPr marL="171450" marR="0" lvl="0" indent="-1714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По номеру карты</a:t>
            </a:r>
          </a:p>
          <a:p>
            <a:pPr marL="171450" marR="0" lvl="0" indent="-1714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400" b="0" kern="0" dirty="0"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</a:rPr>
              <a:t>По реквизитам счета</a:t>
            </a:r>
          </a:p>
          <a:p>
            <a:pPr marL="171450" marR="0" lvl="0" indent="-1714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400" b="0" kern="0" dirty="0"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</a:rPr>
              <a:t>В банкоматах, терминалах и кассах МТС Банка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MTS Sans" charset="0"/>
              <a:sym typeface="Helvetica Neu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4761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818604" y="365124"/>
            <a:ext cx="11225349" cy="1325563"/>
          </a:xfrm>
        </p:spPr>
        <p:txBody>
          <a:bodyPr/>
          <a:lstStyle/>
          <a:p>
            <a:r>
              <a:rPr lang="ru-RU" dirty="0"/>
              <a:t>Доступные операции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FC15BD-FC4A-1545-A5FD-454ECD0F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2B52BE-A9A1-784E-9F07-76F59725F6A3}" type="slidenum">
              <a:rPr kumimoji="0" lang="ru-RU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sym typeface="Helvetica Neue"/>
              </a:rPr>
              <a:pPr marL="0" marR="0" lvl="0" indent="0" algn="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ru-RU" sz="10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sym typeface="Helvetica Neue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AE038E4-20C3-4BBD-99DF-FF93B5265699}"/>
              </a:ext>
            </a:extLst>
          </p:cNvPr>
          <p:cNvSpPr txBox="1">
            <a:spLocks/>
          </p:cNvSpPr>
          <p:nvPr/>
        </p:nvSpPr>
        <p:spPr>
          <a:xfrm>
            <a:off x="947466" y="1466755"/>
            <a:ext cx="4975225" cy="1450612"/>
          </a:xfrm>
          <a:prstGeom prst="roundRect">
            <a:avLst>
              <a:gd name="adj" fmla="val 16876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Покупки</a:t>
            </a:r>
            <a:endParaRPr lang="ru-RU" sz="2000" b="0" kern="0" dirty="0">
              <a:solidFill>
                <a:srgbClr val="000000"/>
              </a:solidFill>
              <a:latin typeface="MTS Text" panose="020B0306020102020303" pitchFamily="34" charset="0"/>
              <a:ea typeface="MTS Text" panose="020B0306020102020303" pitchFamily="34" charset="0"/>
              <a:cs typeface="MTS Sans Black" charset="0"/>
            </a:endParaRPr>
          </a:p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2000" b="0" kern="0" dirty="0">
                <a:solidFill>
                  <a:srgbClr val="000000"/>
                </a:solidFill>
                <a:latin typeface="MTS Text" panose="020B0306020102020303" pitchFamily="34" charset="0"/>
                <a:ea typeface="MTS Text" panose="020B0306020102020303" pitchFamily="34" charset="0"/>
                <a:cs typeface="MTS Sans Black" charset="0"/>
              </a:rPr>
              <a:t>online + offline + </a:t>
            </a:r>
            <a:r>
              <a:rPr lang="ru-RU" sz="2000" b="0" kern="0" dirty="0">
                <a:solidFill>
                  <a:srgbClr val="000000"/>
                </a:solidFill>
                <a:latin typeface="MTS Text" panose="020B0306020102020303" pitchFamily="34" charset="0"/>
                <a:ea typeface="MTS Text" panose="020B0306020102020303" pitchFamily="34" charset="0"/>
                <a:cs typeface="MTS Sans Black" charset="0"/>
              </a:rPr>
              <a:t>МИР</a:t>
            </a:r>
            <a:r>
              <a:rPr lang="en-US" sz="2000" b="0" kern="0" dirty="0">
                <a:solidFill>
                  <a:srgbClr val="000000"/>
                </a:solidFill>
                <a:latin typeface="MTS Text" panose="020B0306020102020303" pitchFamily="34" charset="0"/>
                <a:ea typeface="MTS Text" panose="020B0306020102020303" pitchFamily="34" charset="0"/>
                <a:cs typeface="MTS Sans Black" charset="0"/>
              </a:rPr>
              <a:t> Pay + </a:t>
            </a:r>
            <a:r>
              <a:rPr lang="ru-RU" sz="2000" b="0" kern="0" dirty="0">
                <a:solidFill>
                  <a:srgbClr val="000000"/>
                </a:solidFill>
                <a:latin typeface="MTS Text" panose="020B0306020102020303" pitchFamily="34" charset="0"/>
                <a:ea typeface="MTS Text" panose="020B0306020102020303" pitchFamily="34" charset="0"/>
                <a:cs typeface="MTS Sans Black" charset="0"/>
              </a:rPr>
              <a:t>МТС </a:t>
            </a:r>
            <a:r>
              <a:rPr lang="en-US" sz="2000" b="0" kern="0" dirty="0">
                <a:solidFill>
                  <a:srgbClr val="000000"/>
                </a:solidFill>
                <a:latin typeface="MTS Text" panose="020B0306020102020303" pitchFamily="34" charset="0"/>
                <a:ea typeface="MTS Text" panose="020B0306020102020303" pitchFamily="34" charset="0"/>
                <a:cs typeface="MTS Sans Black" charset="0"/>
              </a:rPr>
              <a:t>Pay  </a:t>
            </a:r>
            <a:endParaRPr kumimoji="0" lang="ru-RU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Wide Medium" panose="020B0306020102020303" pitchFamily="34" charset="0"/>
              <a:ea typeface="MTS Wide Medium" panose="020B0306020102020303" pitchFamily="34" charset="0"/>
              <a:cs typeface="MTS Sans Black" charset="0"/>
              <a:sym typeface="Helvetica Neue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84B65E9-D775-4836-8E71-DCC623FCFEB1}"/>
              </a:ext>
            </a:extLst>
          </p:cNvPr>
          <p:cNvSpPr txBox="1">
            <a:spLocks/>
          </p:cNvSpPr>
          <p:nvPr/>
        </p:nvSpPr>
        <p:spPr>
          <a:xfrm>
            <a:off x="6280152" y="1466755"/>
            <a:ext cx="4975225" cy="1450612"/>
          </a:xfrm>
          <a:prstGeom prst="roundRect">
            <a:avLst>
              <a:gd name="adj" fmla="val 16876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ru-RU" sz="2000" b="0" kern="0" dirty="0">
                <a:solidFill>
                  <a:srgbClr val="000000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</a:rPr>
              <a:t>Снятие наличных</a:t>
            </a:r>
            <a:endParaRPr lang="ru-RU" sz="2000" b="0" kern="0" dirty="0">
              <a:solidFill>
                <a:srgbClr val="000000"/>
              </a:solidFill>
              <a:latin typeface="MTS Text" panose="020B0306020102020303" pitchFamily="34" charset="0"/>
              <a:ea typeface="MTS Text" panose="020B0306020102020303" pitchFamily="34" charset="0"/>
              <a:cs typeface="MTS Sans Black" charset="0"/>
            </a:endParaRPr>
          </a:p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ru-RU" sz="2000" b="0" kern="0" dirty="0">
                <a:solidFill>
                  <a:srgbClr val="000000"/>
                </a:solidFill>
                <a:latin typeface="MTS Text" panose="020B0306020102020303" pitchFamily="34" charset="0"/>
                <a:ea typeface="MTS Text" panose="020B0306020102020303" pitchFamily="34" charset="0"/>
                <a:cs typeface="MTS Sans Black" charset="0"/>
              </a:rPr>
              <a:t>банкоматы МТС Банка/других банков, терминалы и кассы МТС Банка</a:t>
            </a:r>
            <a:endParaRPr kumimoji="0" lang="ru-RU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Wide Medium" panose="020B0306020102020303" pitchFamily="34" charset="0"/>
              <a:ea typeface="MTS Wide Medium" panose="020B0306020102020303" pitchFamily="34" charset="0"/>
              <a:cs typeface="MTS Sans Black" charset="0"/>
              <a:sym typeface="Helvetica Neue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BECCD80-1E95-404A-806A-3FE856EDD6DA}"/>
              </a:ext>
            </a:extLst>
          </p:cNvPr>
          <p:cNvSpPr txBox="1">
            <a:spLocks/>
          </p:cNvSpPr>
          <p:nvPr/>
        </p:nvSpPr>
        <p:spPr>
          <a:xfrm>
            <a:off x="947466" y="3028241"/>
            <a:ext cx="10307911" cy="3337719"/>
          </a:xfrm>
          <a:prstGeom prst="roundRect">
            <a:avLst>
              <a:gd name="adj" fmla="val 6294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Доступные операции по карте МТС Деньги:</a:t>
            </a:r>
            <a:endParaRPr lang="ru-RU" sz="2000" b="0" kern="0" dirty="0">
              <a:solidFill>
                <a:srgbClr val="000000"/>
              </a:solidFill>
              <a:latin typeface="MTS Text" panose="020B0306020102020303" pitchFamily="34" charset="0"/>
              <a:ea typeface="MTS Text" panose="020B0306020102020303" pitchFamily="34" charset="0"/>
              <a:cs typeface="MTS Sans Black" charset="0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73CD36F-0C17-48B5-9501-B746B4A14F91}"/>
              </a:ext>
            </a:extLst>
          </p:cNvPr>
          <p:cNvSpPr txBox="1">
            <a:spLocks/>
          </p:cNvSpPr>
          <p:nvPr/>
        </p:nvSpPr>
        <p:spPr>
          <a:xfrm>
            <a:off x="922336" y="3338579"/>
            <a:ext cx="5343527" cy="2280554"/>
          </a:xfrm>
          <a:prstGeom prst="roundRect">
            <a:avLst>
              <a:gd name="adj" fmla="val 16876"/>
            </a:avLst>
          </a:prstGeom>
          <a:noFill/>
          <a:ln w="12700">
            <a:noFill/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Платежи с карты:</a:t>
            </a:r>
          </a:p>
          <a:p>
            <a:pPr marL="171450" marR="0" lvl="0" indent="-1714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В личном кабинете и приложении Мой МТС – Сотовая связь, АП</a:t>
            </a:r>
          </a:p>
          <a:p>
            <a:pPr marL="171450" marR="0" lvl="0" indent="-1714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400" b="0" kern="0" dirty="0"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</a:rPr>
              <a:t>Любые другие платежи, как с обычной дебетовой карты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MTS Sans" charset="0"/>
              <a:sym typeface="Helvetica Neue"/>
            </a:endParaRP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7411A31-5639-4E40-97C4-E572E2CDD3F3}"/>
              </a:ext>
            </a:extLst>
          </p:cNvPr>
          <p:cNvSpPr txBox="1">
            <a:spLocks/>
          </p:cNvSpPr>
          <p:nvPr/>
        </p:nvSpPr>
        <p:spPr>
          <a:xfrm>
            <a:off x="6357253" y="3338579"/>
            <a:ext cx="4828180" cy="2280554"/>
          </a:xfrm>
          <a:prstGeom prst="roundRect">
            <a:avLst>
              <a:gd name="adj" fmla="val 16876"/>
            </a:avLst>
          </a:prstGeom>
          <a:noFill/>
          <a:ln w="12700">
            <a:noFill/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ru-RU" sz="1800" b="0" kern="0" dirty="0">
                <a:solidFill>
                  <a:schemeClr val="accent3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</a:rPr>
              <a:t>Переводы с карты без комиссии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:</a:t>
            </a:r>
          </a:p>
          <a:p>
            <a:pPr marL="171450" marR="0" lvl="0" indent="-1714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СБП по номеру телефона</a:t>
            </a:r>
          </a:p>
          <a:p>
            <a:pPr marL="171450" marR="0" lvl="0" indent="-1714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400" b="0" kern="0" dirty="0"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</a:rPr>
              <a:t>Между своими (ЭКСИ-ЭКСИ, ЭКСИ-МТС Банк)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MTS Sans" charset="0"/>
              <a:sym typeface="Helvetica Neu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372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818604" y="365124"/>
            <a:ext cx="11225349" cy="1325563"/>
          </a:xfrm>
        </p:spPr>
        <p:txBody>
          <a:bodyPr/>
          <a:lstStyle/>
          <a:p>
            <a:r>
              <a:rPr lang="ru-RU" dirty="0"/>
              <a:t>Важно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FC15BD-FC4A-1545-A5FD-454ECD0F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2B52BE-A9A1-784E-9F07-76F59725F6A3}" type="slidenum">
              <a:rPr kumimoji="0" lang="ru-RU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sym typeface="Helvetica Neue"/>
              </a:rPr>
              <a:pPr marL="0" marR="0" lvl="0" indent="0" algn="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ru-RU" sz="10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sym typeface="Helvetica Neue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73CD36F-0C17-48B5-9501-B746B4A14F91}"/>
              </a:ext>
            </a:extLst>
          </p:cNvPr>
          <p:cNvSpPr txBox="1">
            <a:spLocks/>
          </p:cNvSpPr>
          <p:nvPr/>
        </p:nvSpPr>
        <p:spPr>
          <a:xfrm>
            <a:off x="783286" y="1467874"/>
            <a:ext cx="7390103" cy="2280554"/>
          </a:xfrm>
          <a:prstGeom prst="roundRect">
            <a:avLst>
              <a:gd name="adj" fmla="val 7308"/>
            </a:avLst>
          </a:prstGeom>
          <a:noFill/>
          <a:ln w="12700">
            <a:noFill/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ru-RU" sz="1800" b="0" kern="0" dirty="0">
                <a:solidFill>
                  <a:schemeClr val="accent3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</a:rPr>
              <a:t>Для того, чтобы </a:t>
            </a:r>
            <a:r>
              <a:rPr lang="ru-RU" sz="1800" b="0" kern="0" dirty="0" err="1">
                <a:solidFill>
                  <a:schemeClr val="accent3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</a:rPr>
              <a:t>бандл</a:t>
            </a:r>
            <a:r>
              <a:rPr lang="ru-RU" sz="1800" b="0" kern="0" dirty="0">
                <a:solidFill>
                  <a:schemeClr val="accent3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</a:rPr>
              <a:t> сработал нужно активировать дебетовую карту</a:t>
            </a: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MTS Wide Medium" panose="020B0306020102020303" pitchFamily="34" charset="0"/>
              <a:ea typeface="MTS Wide Medium" panose="020B0306020102020303" pitchFamily="34" charset="0"/>
              <a:cs typeface="MTS Sans Black" charset="0"/>
              <a:sym typeface="Helvetica Neue"/>
            </a:endParaRPr>
          </a:p>
          <a:p>
            <a:pPr marL="171450" marR="0" lvl="0" indent="-1714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Пополните карту на сумму от 100 рублей</a:t>
            </a:r>
          </a:p>
          <a:p>
            <a:pPr marL="171450" marR="0" lvl="0" indent="-1714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400" b="0" kern="0" dirty="0"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</a:rPr>
              <a:t>Совершите любую </a:t>
            </a:r>
            <a:r>
              <a:rPr lang="en-US" sz="1400" b="0" kern="0" dirty="0"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</a:rPr>
              <a:t>POS-</a:t>
            </a:r>
            <a:r>
              <a:rPr lang="ru-RU" sz="1400" b="0" kern="0" dirty="0"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</a:rPr>
              <a:t>транзакцию ( покупка, перевод)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MTS Sans" charset="0"/>
              <a:sym typeface="Helvetica Neue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8D2ACB6-0A0D-484A-A916-1520897DE8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4153">
            <a:off x="6446116" y="845861"/>
            <a:ext cx="7620000" cy="42862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73922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99A233F-C303-49D7-9FAE-3C431E8067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379" y="0"/>
            <a:ext cx="4665621" cy="6858000"/>
          </a:xfrm>
          <a:prstGeom prst="rect">
            <a:avLst/>
          </a:prstGeom>
        </p:spPr>
      </p:pic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406063" cy="1325563"/>
          </a:xfrm>
        </p:spPr>
        <p:txBody>
          <a:bodyPr/>
          <a:lstStyle/>
          <a:p>
            <a:r>
              <a:rPr lang="ru-RU" dirty="0"/>
              <a:t>Тарифный план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FC15BD-FC4A-1545-A5FD-454ECD0F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2B52BE-A9A1-784E-9F07-76F59725F6A3}" type="slidenum">
              <a:rPr kumimoji="0" lang="ru-RU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sym typeface="Helvetica Neue"/>
              </a:rPr>
              <a:pPr marL="0" marR="0" lvl="0" indent="0" algn="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ru-RU" sz="10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sym typeface="Helvetica Neue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052181-2DA2-4EF0-A166-0241A04A9459}"/>
              </a:ext>
            </a:extLst>
          </p:cNvPr>
          <p:cNvSpPr txBox="1">
            <a:spLocks/>
          </p:cNvSpPr>
          <p:nvPr/>
        </p:nvSpPr>
        <p:spPr>
          <a:xfrm>
            <a:off x="936625" y="4150521"/>
            <a:ext cx="6378573" cy="939899"/>
          </a:xfrm>
          <a:prstGeom prst="roundRect">
            <a:avLst>
              <a:gd name="adj" fmla="val 10996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Можно подключить бесплатные кубики: </a:t>
            </a:r>
          </a:p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Wide Medium" panose="020B0306020102020303" pitchFamily="34" charset="0"/>
              <a:ea typeface="MTS Wide Medium" panose="020B0306020102020303" pitchFamily="34" charset="0"/>
              <a:cs typeface="MTS Sans Black" charset="0"/>
              <a:sym typeface="Helvetica Neu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50EFA7-2A46-4A56-A37B-1324260B274B}"/>
              </a:ext>
            </a:extLst>
          </p:cNvPr>
          <p:cNvSpPr txBox="1"/>
          <p:nvPr/>
        </p:nvSpPr>
        <p:spPr>
          <a:xfrm>
            <a:off x="1437700" y="4684010"/>
            <a:ext cx="1935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MTS Wide Medium" panose="020B0306020102020303" pitchFamily="34" charset="0"/>
                <a:ea typeface="MTS Wide Medium" panose="020B0306020102020303" pitchFamily="34" charset="0"/>
              </a:rPr>
              <a:t>Мессенджеры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C497AF-7F36-404C-BD11-E32ACD90B75A}"/>
              </a:ext>
            </a:extLst>
          </p:cNvPr>
          <p:cNvSpPr txBox="1"/>
          <p:nvPr/>
        </p:nvSpPr>
        <p:spPr>
          <a:xfrm>
            <a:off x="5493711" y="4684010"/>
            <a:ext cx="1935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MTS Wide Medium" panose="020B0306020102020303" pitchFamily="34" charset="0"/>
                <a:ea typeface="MTS Wide Medium" panose="020B0306020102020303" pitchFamily="34" charset="0"/>
              </a:rPr>
              <a:t>Видео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07CC5D-3892-47BD-B464-64EAC26FD6F6}"/>
              </a:ext>
            </a:extLst>
          </p:cNvPr>
          <p:cNvSpPr txBox="1"/>
          <p:nvPr/>
        </p:nvSpPr>
        <p:spPr>
          <a:xfrm>
            <a:off x="3838829" y="4684010"/>
            <a:ext cx="1935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MTS Wide Medium" panose="020B0306020102020303" pitchFamily="34" charset="0"/>
                <a:ea typeface="MTS Wide Medium" panose="020B0306020102020303" pitchFamily="34" charset="0"/>
              </a:rPr>
              <a:t>Соцсети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3AE1049-9736-4EC3-90DE-7B6536D7686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78734" y="4657748"/>
            <a:ext cx="360301" cy="36030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09917BE-2C8E-443C-994A-07AE66E218E8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75814" y="4698817"/>
            <a:ext cx="278163" cy="278163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7158C28-CF92-40A5-A6F4-58D1BD1D09DA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77218" y="4657093"/>
            <a:ext cx="361611" cy="361611"/>
          </a:xfrm>
          <a:prstGeom prst="rect">
            <a:avLst/>
          </a:prstGeom>
        </p:spPr>
      </p:pic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2DB792-78B4-495C-99DB-001B9AF328B2}"/>
              </a:ext>
            </a:extLst>
          </p:cNvPr>
          <p:cNvSpPr txBox="1">
            <a:spLocks/>
          </p:cNvSpPr>
          <p:nvPr/>
        </p:nvSpPr>
        <p:spPr>
          <a:xfrm>
            <a:off x="936624" y="5192785"/>
            <a:ext cx="6378573" cy="1441699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Возможность изменить размер пакетов за дополнительную плату: </a:t>
            </a:r>
          </a:p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Wide Medium" panose="020B0306020102020303" pitchFamily="34" charset="0"/>
              <a:ea typeface="MTS Wide Medium" panose="020B0306020102020303" pitchFamily="34" charset="0"/>
              <a:cs typeface="MTS Sans Black" charset="0"/>
              <a:sym typeface="Helvetica Neue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6381D8-A3C0-43A5-B6C0-3F9598FC45FA}"/>
              </a:ext>
            </a:extLst>
          </p:cNvPr>
          <p:cNvSpPr txBox="1"/>
          <p:nvPr/>
        </p:nvSpPr>
        <p:spPr>
          <a:xfrm>
            <a:off x="2015846" y="5957375"/>
            <a:ext cx="4498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MTS Wide Medium" panose="020B0306020102020303" pitchFamily="34" charset="0"/>
                <a:ea typeface="MTS Wide Medium" panose="020B0306020102020303" pitchFamily="34" charset="0"/>
              </a:rPr>
              <a:t>Выбрать другой пакет минут можно в приложении Мой МТС или на сайте mts.ru</a:t>
            </a:r>
          </a:p>
        </p:txBody>
      </p:sp>
      <p:pic>
        <p:nvPicPr>
          <p:cNvPr id="23" name="Рисунок 22" descr="Одна шестеренка контур">
            <a:extLst>
              <a:ext uri="{FF2B5EF4-FFF2-40B4-BE49-F238E27FC236}">
                <a16:creationId xmlns:a16="http://schemas.microsoft.com/office/drawing/2014/main" id="{F8A8579F-171C-4A15-A9DE-F2F4966538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79162" y="5803487"/>
            <a:ext cx="830997" cy="830997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FC40ECDD-7022-436D-9A2C-71FCB239A2BD}"/>
              </a:ext>
            </a:extLst>
          </p:cNvPr>
          <p:cNvSpPr txBox="1">
            <a:spLocks/>
          </p:cNvSpPr>
          <p:nvPr/>
        </p:nvSpPr>
        <p:spPr>
          <a:xfrm>
            <a:off x="944986" y="1602222"/>
            <a:ext cx="6378574" cy="939899"/>
          </a:xfrm>
          <a:prstGeom prst="roundRect">
            <a:avLst>
              <a:gd name="adj" fmla="val 10996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Ежемесячная плата </a:t>
            </a:r>
          </a:p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1000 </a:t>
            </a:r>
            <a:r>
              <a:rPr kumimoji="0" lang="ru-RU" sz="2000" i="0" u="none" strike="noStrike" kern="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руб</a:t>
            </a:r>
            <a:r>
              <a:rPr kumimoji="0" lang="ru-RU" sz="200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 /мес. 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16C003E-D7EB-4652-97E6-D15BB7038396}"/>
              </a:ext>
            </a:extLst>
          </p:cNvPr>
          <p:cNvSpPr txBox="1">
            <a:spLocks/>
          </p:cNvSpPr>
          <p:nvPr/>
        </p:nvSpPr>
        <p:spPr>
          <a:xfrm>
            <a:off x="936624" y="2639890"/>
            <a:ext cx="6378574" cy="1407985"/>
          </a:xfrm>
          <a:prstGeom prst="roundRect">
            <a:avLst>
              <a:gd name="adj" fmla="val 6825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Включено кубики в состав тарифа: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24F81F-D777-428B-B803-139B857CD329}"/>
              </a:ext>
            </a:extLst>
          </p:cNvPr>
          <p:cNvSpPr txBox="1"/>
          <p:nvPr/>
        </p:nvSpPr>
        <p:spPr>
          <a:xfrm>
            <a:off x="1402323" y="3175147"/>
            <a:ext cx="1935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MTS Wide Medium" panose="020B0306020102020303" pitchFamily="34" charset="0"/>
                <a:ea typeface="MTS Wide Medium" panose="020B0306020102020303" pitchFamily="34" charset="0"/>
              </a:rPr>
              <a:t>МТС Музыка</a:t>
            </a:r>
            <a:endParaRPr lang="en-US" sz="1400" dirty="0">
              <a:latin typeface="MTS Wide Medium" panose="020B0306020102020303" pitchFamily="34" charset="0"/>
              <a:ea typeface="MTS Wide Medium" panose="020B03060201020203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6DA011-6E25-4F2D-9EC1-81EF45FC67B0}"/>
              </a:ext>
            </a:extLst>
          </p:cNvPr>
          <p:cNvSpPr txBox="1"/>
          <p:nvPr/>
        </p:nvSpPr>
        <p:spPr>
          <a:xfrm>
            <a:off x="4476712" y="3174536"/>
            <a:ext cx="14813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MTS Wide Medium" panose="020B0306020102020303" pitchFamily="34" charset="0"/>
                <a:ea typeface="MTS Wide Medium" panose="020B0306020102020303" pitchFamily="34" charset="0"/>
              </a:rPr>
              <a:t>VoLTE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D8A244-4D49-49F1-8E15-9B335615685C}"/>
              </a:ext>
            </a:extLst>
          </p:cNvPr>
          <p:cNvSpPr txBox="1"/>
          <p:nvPr/>
        </p:nvSpPr>
        <p:spPr>
          <a:xfrm>
            <a:off x="4476712" y="3612154"/>
            <a:ext cx="14813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MTS Wide Medium" panose="020B0306020102020303" pitchFamily="34" charset="0"/>
                <a:ea typeface="MTS Wide Medium" panose="020B0306020102020303" pitchFamily="34" charset="0"/>
              </a:rPr>
              <a:t>VoWifi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9B5F8C-2D58-4140-90D6-659BCF705004}"/>
              </a:ext>
            </a:extLst>
          </p:cNvPr>
          <p:cNvSpPr txBox="1"/>
          <p:nvPr/>
        </p:nvSpPr>
        <p:spPr>
          <a:xfrm>
            <a:off x="1416318" y="3611511"/>
            <a:ext cx="1990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MTS Wide Medium" panose="020B0306020102020303" pitchFamily="34" charset="0"/>
                <a:ea typeface="MTS Wide Medium" panose="020B0306020102020303" pitchFamily="34" charset="0"/>
              </a:rPr>
              <a:t>Связь при нуле</a:t>
            </a:r>
            <a:endParaRPr lang="en-US" sz="1400" dirty="0">
              <a:latin typeface="MTS Wide Medium" panose="020B0306020102020303" pitchFamily="34" charset="0"/>
              <a:ea typeface="MTS Wide Medium" panose="020B0306020102020303" pitchFamily="34" charset="0"/>
            </a:endParaRPr>
          </a:p>
        </p:txBody>
      </p:sp>
      <p:pic>
        <p:nvPicPr>
          <p:cNvPr id="34" name="Рисунок 33" descr="Логотип Live">
            <a:extLst>
              <a:ext uri="{FF2B5EF4-FFF2-40B4-BE49-F238E27FC236}">
                <a16:creationId xmlns:a16="http://schemas.microsoft.com/office/drawing/2014/main" id="{9B622A3E-250F-48B6-918B-300100B607C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609" y="3229579"/>
            <a:ext cx="227714" cy="228468"/>
          </a:xfrm>
          <a:prstGeom prst="rect">
            <a:avLst/>
          </a:prstGeom>
        </p:spPr>
      </p:pic>
      <p:pic>
        <p:nvPicPr>
          <p:cNvPr id="35" name="Рисунок 34" descr="Трубка телефона, телефон, звонок">
            <a:extLst>
              <a:ext uri="{FF2B5EF4-FFF2-40B4-BE49-F238E27FC236}">
                <a16:creationId xmlns:a16="http://schemas.microsoft.com/office/drawing/2014/main" id="{CD100250-A8B9-457B-9713-46105DBC28DA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1172471" y="3665862"/>
            <a:ext cx="229852" cy="229852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CE32245F-5751-4B6F-B0AE-10D4CFEB7089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155218" y="3197190"/>
            <a:ext cx="220233" cy="220233"/>
          </a:xfrm>
          <a:prstGeom prst="rect">
            <a:avLst/>
          </a:prstGeom>
          <a:ln>
            <a:noFill/>
          </a:ln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28A0E1A5-E754-4328-BEBD-DAE6D535E8A6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34273" y="3623437"/>
            <a:ext cx="262125" cy="262125"/>
          </a:xfrm>
          <a:prstGeom prst="rect">
            <a:avLst/>
          </a:prstGeom>
        </p:spPr>
      </p:pic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7C1169-3F9A-4E24-B387-7E1E1EDE5F0C}"/>
              </a:ext>
            </a:extLst>
          </p:cNvPr>
          <p:cNvSpPr txBox="1">
            <a:spLocks/>
          </p:cNvSpPr>
          <p:nvPr/>
        </p:nvSpPr>
        <p:spPr>
          <a:xfrm>
            <a:off x="5037570" y="2025501"/>
            <a:ext cx="1043049" cy="431829"/>
          </a:xfrm>
          <a:prstGeom prst="roundRect">
            <a:avLst>
              <a:gd name="adj" fmla="val 16876"/>
            </a:avLst>
          </a:prstGeom>
          <a:solidFill>
            <a:schemeClr val="bg1"/>
          </a:solidFill>
          <a:ln w="12700">
            <a:solidFill>
              <a:srgbClr val="CDCDD9"/>
            </a:solidFill>
          </a:ln>
        </p:spPr>
        <p:txBody>
          <a:bodyPr lIns="180000" tIns="180000" rIns="0" bIns="0" anchor="b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hangingPunct="1">
              <a:spcAft>
                <a:spcPts val="1000"/>
              </a:spcAft>
            </a:pPr>
            <a:r>
              <a:rPr lang="ru-RU" sz="1800" b="0" dirty="0">
                <a:solidFill>
                  <a:schemeClr val="accent3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</a:rPr>
              <a:t>30 ГБ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530C59F-3DDA-4735-89C3-1216B471EEAF}"/>
              </a:ext>
            </a:extLst>
          </p:cNvPr>
          <p:cNvSpPr txBox="1">
            <a:spLocks/>
          </p:cNvSpPr>
          <p:nvPr/>
        </p:nvSpPr>
        <p:spPr>
          <a:xfrm>
            <a:off x="3892064" y="1714840"/>
            <a:ext cx="1643652" cy="426076"/>
          </a:xfrm>
          <a:prstGeom prst="roundRect">
            <a:avLst>
              <a:gd name="adj" fmla="val 16876"/>
            </a:avLst>
          </a:prstGeom>
          <a:solidFill>
            <a:schemeClr val="bg1"/>
          </a:solidFill>
          <a:ln w="12700">
            <a:solidFill>
              <a:srgbClr val="CDCDD9"/>
            </a:solidFill>
          </a:ln>
        </p:spPr>
        <p:txBody>
          <a:bodyPr lIns="180000" tIns="180000" rIns="0" bIns="0" anchor="b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hangingPunct="1">
              <a:spcAft>
                <a:spcPts val="1000"/>
              </a:spcAft>
            </a:pPr>
            <a:r>
              <a:rPr lang="ru-RU" sz="1800" b="0" dirty="0">
                <a:solidFill>
                  <a:schemeClr val="accent3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</a:rPr>
              <a:t>700 минут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C43C1997-59DE-46EC-B026-A787D8B1FFEF}"/>
              </a:ext>
            </a:extLst>
          </p:cNvPr>
          <p:cNvSpPr txBox="1">
            <a:spLocks/>
          </p:cNvSpPr>
          <p:nvPr/>
        </p:nvSpPr>
        <p:spPr>
          <a:xfrm>
            <a:off x="5633152" y="1714841"/>
            <a:ext cx="1643651" cy="426076"/>
          </a:xfrm>
          <a:prstGeom prst="roundRect">
            <a:avLst>
              <a:gd name="adj" fmla="val 16876"/>
            </a:avLst>
          </a:prstGeom>
          <a:solidFill>
            <a:schemeClr val="bg1"/>
          </a:solidFill>
          <a:ln w="12700">
            <a:solidFill>
              <a:srgbClr val="CDCDD9"/>
            </a:solidFill>
          </a:ln>
        </p:spPr>
        <p:txBody>
          <a:bodyPr lIns="180000" tIns="180000" rIns="0" bIns="0" anchor="b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hangingPunct="1">
              <a:spcAft>
                <a:spcPts val="1000"/>
              </a:spcAft>
            </a:pPr>
            <a:r>
              <a:rPr lang="en-US" sz="1800" b="0" dirty="0">
                <a:solidFill>
                  <a:schemeClr val="accent3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</a:rPr>
              <a:t>700 SMS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1645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3EBC36C-0637-1A22-3F23-0B8CE4801CA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 marL="0" marR="0" lvl="0" indent="0" algn="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2B52BE-A9A1-784E-9F07-76F59725F6A3}" type="slidenum">
              <a:rPr kumimoji="0" lang="ru-RU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sym typeface="Helvetica Neue"/>
              </a:rPr>
              <a:pPr marL="0" marR="0" lvl="0" indent="0" algn="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ru-RU" sz="10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sym typeface="Helvetica Neue"/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5EFD02B-2C89-EB92-B030-F53778AED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326"/>
            <a:ext cx="10406063" cy="1325563"/>
          </a:xfrm>
        </p:spPr>
        <p:txBody>
          <a:bodyPr/>
          <a:lstStyle/>
          <a:p>
            <a:r>
              <a:rPr lang="ru-RU" dirty="0"/>
              <a:t>Подробно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3ED3D66F-F7BA-4C7F-8BCA-F8BF2BB3F8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798" y="0"/>
            <a:ext cx="4847202" cy="6858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38000"/>
              </a:srgb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0ABE5A7-93FB-481D-B04B-57F2BAEF02C8}"/>
              </a:ext>
            </a:extLst>
          </p:cNvPr>
          <p:cNvSpPr txBox="1"/>
          <p:nvPr/>
        </p:nvSpPr>
        <p:spPr>
          <a:xfrm>
            <a:off x="1141442" y="1892726"/>
            <a:ext cx="5900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accent3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МТС Музыка </a:t>
            </a:r>
            <a:r>
              <a:rPr lang="ru-RU" sz="1600" dirty="0">
                <a:solidFill>
                  <a:schemeClr val="bg1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- Пользуйтесь МТС Музыкой и не платите за подписку. Трафик у абонентов МТС не расходуется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3FD392-0D51-440E-8435-93787E2BF466}"/>
              </a:ext>
            </a:extLst>
          </p:cNvPr>
          <p:cNvSpPr txBox="1"/>
          <p:nvPr/>
        </p:nvSpPr>
        <p:spPr>
          <a:xfrm>
            <a:off x="1141442" y="3060246"/>
            <a:ext cx="5900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accent3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Связь при нуле </a:t>
            </a:r>
            <a:r>
              <a:rPr lang="ru-RU" sz="1600" dirty="0">
                <a:solidFill>
                  <a:schemeClr val="bg1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- Кубик предоставляет возможность бесплатно получать входящие звонки, даже при нулевом балансе или в минусе</a:t>
            </a:r>
            <a:r>
              <a:rPr lang="ru-RU" sz="1600" dirty="0">
                <a:solidFill>
                  <a:schemeClr val="accent3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8FBB90-819A-4C60-88C9-F172C2F84285}"/>
              </a:ext>
            </a:extLst>
          </p:cNvPr>
          <p:cNvSpPr txBox="1"/>
          <p:nvPr/>
        </p:nvSpPr>
        <p:spPr>
          <a:xfrm>
            <a:off x="1141442" y="4227766"/>
            <a:ext cx="61205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accent3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VoLTE </a:t>
            </a:r>
            <a:r>
              <a:rPr lang="ru-RU" sz="1600" dirty="0">
                <a:solidFill>
                  <a:schemeClr val="bg1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- это мобильная сеть нового поколения с соединением в 1,5–2 секунды и качеством выше, чем в сетях 3G/2G. Поддерживается более, чем 250 популярных моделей смартфонов.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96DD9C-4699-4819-B163-DCB6C68A7018}"/>
              </a:ext>
            </a:extLst>
          </p:cNvPr>
          <p:cNvSpPr txBox="1"/>
          <p:nvPr/>
        </p:nvSpPr>
        <p:spPr>
          <a:xfrm>
            <a:off x="1141442" y="5641506"/>
            <a:ext cx="61205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accent3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VoWifi</a:t>
            </a:r>
            <a:r>
              <a:rPr lang="ru-RU" sz="1600" dirty="0">
                <a:solidFill>
                  <a:schemeClr val="bg1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 – Звонки через сеть WI-FI дома и за границей по домашним ценам.</a:t>
            </a:r>
          </a:p>
        </p:txBody>
      </p:sp>
      <p:pic>
        <p:nvPicPr>
          <p:cNvPr id="27" name="Рисунок 26" descr="Логотип Live">
            <a:extLst>
              <a:ext uri="{FF2B5EF4-FFF2-40B4-BE49-F238E27FC236}">
                <a16:creationId xmlns:a16="http://schemas.microsoft.com/office/drawing/2014/main" id="{0FED6F6E-4F5C-4BF0-866B-A599A0ED2B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43" y="2038411"/>
            <a:ext cx="479899" cy="481488"/>
          </a:xfrm>
          <a:prstGeom prst="rect">
            <a:avLst/>
          </a:prstGeom>
        </p:spPr>
      </p:pic>
      <p:pic>
        <p:nvPicPr>
          <p:cNvPr id="28" name="Рисунок 27" descr="Трубка телефона, телефон, звонок">
            <a:extLst>
              <a:ext uri="{FF2B5EF4-FFF2-40B4-BE49-F238E27FC236}">
                <a16:creationId xmlns:a16="http://schemas.microsoft.com/office/drawing/2014/main" id="{F9928105-DA49-47CF-ACD2-30E5615D1FE8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67059" y="3060246"/>
            <a:ext cx="461266" cy="461266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10A50EE4-5166-4FD7-892C-904C9B90DD2A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57743" y="4324120"/>
            <a:ext cx="479899" cy="479899"/>
          </a:xfrm>
          <a:prstGeom prst="rect">
            <a:avLst/>
          </a:prstGeom>
          <a:ln>
            <a:noFill/>
          </a:ln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2E9E0ADD-AE85-4644-B548-9773B7E14890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8777" y="5622029"/>
            <a:ext cx="457830" cy="4578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80139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3EBC36C-0637-1A22-3F23-0B8CE4801CA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 marL="0" marR="0" lvl="0" indent="0" algn="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2B52BE-A9A1-784E-9F07-76F59725F6A3}" type="slidenum">
              <a:rPr kumimoji="0" lang="ru-RU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sym typeface="Helvetica Neue"/>
              </a:rPr>
              <a:pPr marL="0" marR="0" lvl="0" indent="0" algn="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ru-RU" sz="10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sym typeface="Helvetica Neue"/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5EFD02B-2C89-EB92-B030-F53778AED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326"/>
            <a:ext cx="10406063" cy="1325563"/>
          </a:xfrm>
        </p:spPr>
        <p:txBody>
          <a:bodyPr/>
          <a:lstStyle/>
          <a:p>
            <a:r>
              <a:rPr lang="ru-RU" dirty="0"/>
              <a:t>Подробно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3ED3D66F-F7BA-4C7F-8BCA-F8BF2BB3F8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798" y="0"/>
            <a:ext cx="4847202" cy="6858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38000"/>
              </a:srgb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0ABE5A7-93FB-481D-B04B-57F2BAEF02C8}"/>
              </a:ext>
            </a:extLst>
          </p:cNvPr>
          <p:cNvSpPr txBox="1"/>
          <p:nvPr/>
        </p:nvSpPr>
        <p:spPr>
          <a:xfrm>
            <a:off x="1141442" y="1892726"/>
            <a:ext cx="6120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accent3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Мессенджеры </a:t>
            </a:r>
            <a:r>
              <a:rPr lang="ru-RU" sz="1600" dirty="0">
                <a:solidFill>
                  <a:schemeClr val="bg1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- Кубик предоставляет неограниченный интернет на </a:t>
            </a:r>
            <a:r>
              <a:rPr lang="ru-RU" sz="1600" dirty="0" err="1">
                <a:solidFill>
                  <a:schemeClr val="bg1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WhatsApp</a:t>
            </a:r>
            <a:r>
              <a:rPr lang="ru-RU" sz="1600" dirty="0">
                <a:solidFill>
                  <a:schemeClr val="bg1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, </a:t>
            </a:r>
            <a:r>
              <a:rPr lang="ru-RU" sz="1600" dirty="0" err="1">
                <a:solidFill>
                  <a:schemeClr val="bg1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Telegram</a:t>
            </a:r>
            <a:r>
              <a:rPr lang="ru-RU" sz="1600" dirty="0">
                <a:solidFill>
                  <a:schemeClr val="bg1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, Skype, </a:t>
            </a:r>
            <a:r>
              <a:rPr lang="ru-RU" sz="1600" dirty="0" err="1">
                <a:solidFill>
                  <a:schemeClr val="bg1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Snapchat</a:t>
            </a:r>
            <a:r>
              <a:rPr lang="ru-RU" sz="1600" dirty="0">
                <a:solidFill>
                  <a:schemeClr val="bg1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, Там-Там, Мой Коннект.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3FD392-0D51-440E-8435-93787E2BF466}"/>
              </a:ext>
            </a:extLst>
          </p:cNvPr>
          <p:cNvSpPr txBox="1"/>
          <p:nvPr/>
        </p:nvSpPr>
        <p:spPr>
          <a:xfrm>
            <a:off x="1141442" y="3183357"/>
            <a:ext cx="59001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accent3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Соцсети </a:t>
            </a:r>
            <a:r>
              <a:rPr lang="ru-RU" sz="1600" dirty="0">
                <a:solidFill>
                  <a:schemeClr val="bg1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- Кубик предоставляет неограниченный интернет на ВКонтакте и Одноклассники.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8FBB90-819A-4C60-88C9-F172C2F84285}"/>
              </a:ext>
            </a:extLst>
          </p:cNvPr>
          <p:cNvSpPr txBox="1"/>
          <p:nvPr/>
        </p:nvSpPr>
        <p:spPr>
          <a:xfrm>
            <a:off x="1141442" y="4227766"/>
            <a:ext cx="61205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accent3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Видео </a:t>
            </a:r>
            <a:r>
              <a:rPr lang="ru-RU" sz="1600" dirty="0">
                <a:solidFill>
                  <a:schemeClr val="bg1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- Кубик предоставляет неограниченный интернет на </a:t>
            </a:r>
            <a:r>
              <a:rPr lang="ru-RU" sz="1600" dirty="0" err="1">
                <a:solidFill>
                  <a:schemeClr val="bg1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Youtube</a:t>
            </a:r>
            <a:r>
              <a:rPr lang="ru-RU" sz="1600" dirty="0">
                <a:solidFill>
                  <a:schemeClr val="bg1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, </a:t>
            </a:r>
            <a:r>
              <a:rPr lang="ru-RU" sz="1600" dirty="0" err="1">
                <a:solidFill>
                  <a:schemeClr val="bg1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Rutube</a:t>
            </a:r>
            <a:r>
              <a:rPr lang="ru-RU" sz="1600" dirty="0">
                <a:solidFill>
                  <a:schemeClr val="bg1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, </a:t>
            </a:r>
            <a:r>
              <a:rPr lang="ru-RU" sz="1600" dirty="0" err="1">
                <a:solidFill>
                  <a:schemeClr val="bg1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Twitch</a:t>
            </a:r>
            <a:r>
              <a:rPr lang="ru-RU" sz="1600" dirty="0">
                <a:solidFill>
                  <a:schemeClr val="bg1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, </a:t>
            </a:r>
            <a:r>
              <a:rPr lang="ru-RU" sz="1600" dirty="0" err="1">
                <a:solidFill>
                  <a:schemeClr val="bg1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TikTok</a:t>
            </a:r>
            <a:r>
              <a:rPr lang="ru-RU" sz="1600" dirty="0">
                <a:solidFill>
                  <a:schemeClr val="bg1"/>
                </a:solidFill>
                <a:latin typeface="MTS Wide Medium" panose="020B0306020102020303" pitchFamily="34" charset="0"/>
                <a:ea typeface="MTS Wide Medium" panose="020B0306020102020303" pitchFamily="34" charset="0"/>
              </a:rPr>
              <a:t>. 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4593A9F-5D61-4450-8AFF-51E7B6CCED6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06004" y="4287960"/>
            <a:ext cx="464385" cy="46438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89FE01D-1AAE-42AF-BE32-8DC37956A5C2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6835" y="3225410"/>
            <a:ext cx="542722" cy="542722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188E6F5-CB27-4BBD-85D7-05B8738B7060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6835" y="1985748"/>
            <a:ext cx="542722" cy="542722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8DBE6B0-EAE9-42FC-9AB5-ED08BCA85DB4}"/>
              </a:ext>
            </a:extLst>
          </p:cNvPr>
          <p:cNvSpPr txBox="1">
            <a:spLocks/>
          </p:cNvSpPr>
          <p:nvPr/>
        </p:nvSpPr>
        <p:spPr>
          <a:xfrm>
            <a:off x="566835" y="4852987"/>
            <a:ext cx="6474717" cy="1463597"/>
          </a:xfrm>
          <a:prstGeom prst="roundRect">
            <a:avLst>
              <a:gd name="adj" fmla="val 10996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ru-RU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Wide Medium" panose="020B0306020102020303" pitchFamily="34" charset="0"/>
              <a:ea typeface="MTS Wide Medium" panose="020B0306020102020303" pitchFamily="34" charset="0"/>
              <a:cs typeface="MTS Sans Black" charset="0"/>
              <a:sym typeface="Helvetica Neue"/>
            </a:endParaRPr>
          </a:p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Wide Medium" panose="020B0306020102020303" pitchFamily="34" charset="0"/>
              <a:ea typeface="MTS Wide Medium" panose="020B0306020102020303" pitchFamily="34" charset="0"/>
              <a:cs typeface="MTS Sans Black" charset="0"/>
              <a:sym typeface="Helvetica Neue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22BFCD-7FEA-4243-BBE3-52F6DF410261}"/>
              </a:ext>
            </a:extLst>
          </p:cNvPr>
          <p:cNvSpPr txBox="1"/>
          <p:nvPr/>
        </p:nvSpPr>
        <p:spPr>
          <a:xfrm>
            <a:off x="1806124" y="4913183"/>
            <a:ext cx="51156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MTS Wide Medium" panose="020B0306020102020303" pitchFamily="34" charset="0"/>
                <a:ea typeface="MTS Wide Medium" panose="020B0306020102020303" pitchFamily="34" charset="0"/>
              </a:rPr>
              <a:t>Абонент может изменить размер пакета  Мин/СМС в приложении Мой МТС или на сайте mts.ru/</a:t>
            </a:r>
            <a:r>
              <a:rPr lang="ru-RU" sz="1600" dirty="0" err="1">
                <a:latin typeface="MTS Wide Medium" panose="020B0306020102020303" pitchFamily="34" charset="0"/>
                <a:ea typeface="MTS Wide Medium" panose="020B0306020102020303" pitchFamily="34" charset="0"/>
              </a:rPr>
              <a:t>tarif</a:t>
            </a:r>
            <a:endParaRPr lang="ru-RU" sz="1600" dirty="0">
              <a:latin typeface="MTS Wide Medium" panose="020B0306020102020303" pitchFamily="34" charset="0"/>
              <a:ea typeface="MTS Wide Medium" panose="020B0306020102020303" pitchFamily="34" charset="0"/>
            </a:endParaRPr>
          </a:p>
          <a:p>
            <a:r>
              <a:rPr lang="ru-RU" sz="1600" dirty="0">
                <a:latin typeface="MTS Wide Medium" panose="020B0306020102020303" pitchFamily="34" charset="0"/>
                <a:ea typeface="MTS Wide Medium" panose="020B0306020102020303" pitchFamily="34" charset="0"/>
              </a:rPr>
              <a:t>Доп. платеж за пакет не входит в скидку 100% Двойная выгода.</a:t>
            </a:r>
          </a:p>
        </p:txBody>
      </p:sp>
      <p:pic>
        <p:nvPicPr>
          <p:cNvPr id="19" name="Рисунок 18" descr="Одна шестеренка контур">
            <a:extLst>
              <a:ext uri="{FF2B5EF4-FFF2-40B4-BE49-F238E27FC236}">
                <a16:creationId xmlns:a16="http://schemas.microsoft.com/office/drawing/2014/main" id="{9938157C-C56A-49EA-A2F6-F31FA1C845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449" y="5066399"/>
            <a:ext cx="830997" cy="83099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05972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FEDF773-03CC-5E4E-904C-AEE472BA156D}"/>
              </a:ext>
            </a:extLst>
          </p:cNvPr>
          <p:cNvSpPr txBox="1">
            <a:spLocks/>
          </p:cNvSpPr>
          <p:nvPr/>
        </p:nvSpPr>
        <p:spPr>
          <a:xfrm>
            <a:off x="936625" y="2308224"/>
            <a:ext cx="3198813" cy="1325563"/>
          </a:xfrm>
          <a:prstGeom prst="roundRect">
            <a:avLst>
              <a:gd name="adj" fmla="val 16876"/>
            </a:avLst>
          </a:prstGeom>
          <a:ln w="12700">
            <a:solidFill>
              <a:srgbClr val="CDCDD9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250 мин и 250 SMS</a:t>
            </a:r>
          </a:p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140 </a:t>
            </a:r>
            <a:r>
              <a:rPr kumimoji="0" lang="ru-RU" sz="3200" i="0" u="none" strike="noStrike" kern="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руб</a:t>
            </a:r>
            <a:r>
              <a:rPr kumimoji="0" lang="ru-RU" sz="320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/</a:t>
            </a:r>
            <a:r>
              <a:rPr kumimoji="0" lang="ru-RU" sz="3200" i="0" u="none" strike="noStrike" kern="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мес</a:t>
            </a:r>
            <a:endParaRPr kumimoji="0" lang="ru-RU" sz="3200" i="0" u="none" strike="noStrike" kern="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MTS Sans" charset="0"/>
              <a:sym typeface="Helvetica Neue"/>
            </a:endParaRPr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806301" y="377728"/>
            <a:ext cx="10406063" cy="1325563"/>
          </a:xfrm>
        </p:spPr>
        <p:txBody>
          <a:bodyPr/>
          <a:lstStyle/>
          <a:p>
            <a:r>
              <a:rPr lang="ru-RU" dirty="0"/>
              <a:t>Стоимость доп. пакетов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FC15BD-FC4A-1545-A5FD-454ECD0F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2B52BE-A9A1-784E-9F07-76F59725F6A3}" type="slidenum">
              <a:rPr kumimoji="0" lang="ru-RU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sym typeface="Helvetica Neue"/>
              </a:rPr>
              <a:pPr marL="0" marR="0" lvl="0" indent="0" algn="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ru-RU" sz="10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sym typeface="Helvetica Neue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BFA9129-6D1A-FB60-B900-BE23DD7ABD56}"/>
              </a:ext>
            </a:extLst>
          </p:cNvPr>
          <p:cNvSpPr txBox="1">
            <a:spLocks/>
          </p:cNvSpPr>
          <p:nvPr/>
        </p:nvSpPr>
        <p:spPr>
          <a:xfrm>
            <a:off x="4478338" y="2308224"/>
            <a:ext cx="3211512" cy="1325563"/>
          </a:xfrm>
          <a:prstGeom prst="roundRect">
            <a:avLst>
              <a:gd name="adj" fmla="val 16876"/>
            </a:avLst>
          </a:prstGeom>
          <a:ln w="12700">
            <a:solidFill>
              <a:srgbClr val="CDCDD9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500 мин и 500 SMS</a:t>
            </a:r>
          </a:p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290 </a:t>
            </a:r>
            <a:r>
              <a:rPr kumimoji="0" lang="ru-RU" sz="3200" i="0" u="none" strike="noStrike" kern="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руб</a:t>
            </a:r>
            <a:r>
              <a:rPr kumimoji="0" lang="ru-RU" sz="320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/</a:t>
            </a:r>
            <a:r>
              <a:rPr kumimoji="0" lang="ru-RU" sz="3200" i="0" u="none" strike="noStrike" kern="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мес</a:t>
            </a:r>
            <a:endParaRPr kumimoji="0" lang="ru-RU" sz="3200" i="0" u="none" strike="noStrike" kern="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MTS Sans" charset="0"/>
              <a:sym typeface="Helvetica Neue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58E9DC6-AA0D-53CF-7C2E-FCA3970DEA07}"/>
              </a:ext>
            </a:extLst>
          </p:cNvPr>
          <p:cNvSpPr txBox="1">
            <a:spLocks/>
          </p:cNvSpPr>
          <p:nvPr/>
        </p:nvSpPr>
        <p:spPr>
          <a:xfrm>
            <a:off x="8032750" y="2293518"/>
            <a:ext cx="3211512" cy="1340270"/>
          </a:xfrm>
          <a:prstGeom prst="roundRect">
            <a:avLst>
              <a:gd name="adj" fmla="val 16876"/>
            </a:avLst>
          </a:prstGeom>
          <a:ln w="12700">
            <a:solidFill>
              <a:srgbClr val="CDCDD9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1000 мин и 1000 SMS</a:t>
            </a:r>
          </a:p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540 </a:t>
            </a:r>
            <a:r>
              <a:rPr kumimoji="0" lang="ru-RU" sz="3200" i="0" u="none" strike="noStrike" kern="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руб</a:t>
            </a:r>
            <a:r>
              <a:rPr kumimoji="0" lang="ru-RU" sz="320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/</a:t>
            </a:r>
            <a:r>
              <a:rPr kumimoji="0" lang="ru-RU" sz="3200" i="0" u="none" strike="noStrike" kern="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мес</a:t>
            </a:r>
            <a:endParaRPr kumimoji="0" lang="ru-RU" sz="3200" i="0" u="none" strike="noStrike" kern="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MTS Sans" charset="0"/>
              <a:sym typeface="Helvetica Neue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CB6789-AD7B-4274-89C2-77F403462741}"/>
              </a:ext>
            </a:extLst>
          </p:cNvPr>
          <p:cNvSpPr txBox="1"/>
          <p:nvPr/>
        </p:nvSpPr>
        <p:spPr>
          <a:xfrm>
            <a:off x="3630390" y="4238720"/>
            <a:ext cx="4931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MTS Wide Medium" panose="020B0306020102020303" pitchFamily="34" charset="0"/>
                <a:ea typeface="MTS Wide Medium" panose="020B0306020102020303" pitchFamily="34" charset="0"/>
              </a:rPr>
              <a:t>Полная информация о тарифе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5D6802-D32C-4068-AA64-2A51C8C8F975}"/>
              </a:ext>
            </a:extLst>
          </p:cNvPr>
          <p:cNvSpPr txBox="1"/>
          <p:nvPr/>
        </p:nvSpPr>
        <p:spPr>
          <a:xfrm>
            <a:off x="5015508" y="4658987"/>
            <a:ext cx="1987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accent3"/>
                </a:solidFill>
                <a:latin typeface="MTS Wide Medium" panose="020B0306020102020303" pitchFamily="34" charset="0"/>
                <a:ea typeface="MTS Wide Medium" panose="020B03060201020203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Ссылка</a:t>
            </a:r>
            <a:endParaRPr lang="ru-RU" sz="3200" dirty="0">
              <a:solidFill>
                <a:schemeClr val="accent3"/>
              </a:solidFill>
              <a:latin typeface="MTS Wide Medium" panose="020B0306020102020303" pitchFamily="34" charset="0"/>
              <a:ea typeface="MTS Wide Medium" panose="020B0306020102020303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20946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66FC37CA-7759-4F77-8D35-64D9EA6D9977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0" name="Слайд think-cell" r:id="rId6" imgW="425" imgH="424" progId="TCLayout.ActiveDocument.1">
                  <p:embed/>
                </p:oleObj>
              </mc:Choice>
              <mc:Fallback>
                <p:oleObj name="Слайд think-cell" r:id="rId6" imgW="425" imgH="424" progId="TCLayout.ActiveDocument.1">
                  <p:embed/>
                  <p:pic>
                    <p:nvPicPr>
                      <p:cNvPr id="4" name="Объект 3" hidden="1">
                        <a:extLst>
                          <a:ext uri="{FF2B5EF4-FFF2-40B4-BE49-F238E27FC236}">
                            <a16:creationId xmlns:a16="http://schemas.microsoft.com/office/drawing/2014/main" id="{66FC37CA-7759-4F77-8D35-64D9EA6D99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481013" y="3866013"/>
            <a:ext cx="110920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TS Extended" panose="020B0306020102020303" pitchFamily="34" charset="0"/>
                <a:ea typeface="MTS Extended" panose="020B0306020102020303" pitchFamily="34" charset="0"/>
                <a:cs typeface="Calibri"/>
                <a:sym typeface="Calibri"/>
              </a:rPr>
              <a:t>ПРИЛОЖЕНИЕ МТС ПАРТНЁР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28B448B-FD41-D948-B425-EDADBB0CC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710" y="2598004"/>
            <a:ext cx="9113921" cy="1661993"/>
          </a:xfrm>
        </p:spPr>
        <p:txBody>
          <a:bodyPr anchor="ctr">
            <a:noAutofit/>
          </a:bodyPr>
          <a:lstStyle/>
          <a:p>
            <a:pPr>
              <a:lnSpc>
                <a:spcPts val="6000"/>
              </a:lnSpc>
            </a:pPr>
            <a:r>
              <a:rPr lang="ru-RU" dirty="0">
                <a:latin typeface="MTS Wide Medium" panose="020B0306020102020303" pitchFamily="34" charset="0"/>
                <a:ea typeface="MTS Wide Medium" panose="020B0306020102020303" pitchFamily="34" charset="0"/>
              </a:rPr>
              <a:t>ИНСТРУКЦИИ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880868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261BBE95-BEB6-7948-8847-14F901B1405C}"/>
              </a:ext>
            </a:extLst>
          </p:cNvPr>
          <p:cNvGrpSpPr>
            <a:grpSpLocks noChangeAspect="1"/>
          </p:cNvGrpSpPr>
          <p:nvPr/>
        </p:nvGrpSpPr>
        <p:grpSpPr>
          <a:xfrm>
            <a:off x="1518811" y="2166234"/>
            <a:ext cx="1738800" cy="3385587"/>
            <a:chOff x="630289" y="955165"/>
            <a:chExt cx="1966026" cy="3828015"/>
          </a:xfrm>
        </p:grpSpPr>
        <p:pic>
          <p:nvPicPr>
            <p:cNvPr id="2" name="Рисунок 1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93" b="7101"/>
            <a:stretch/>
          </p:blipFill>
          <p:spPr>
            <a:xfrm>
              <a:off x="789006" y="1167146"/>
              <a:ext cx="1629054" cy="3200398"/>
            </a:xfrm>
            <a:prstGeom prst="rect">
              <a:avLst/>
            </a:prstGeom>
          </p:spPr>
        </p:pic>
        <p:pic>
          <p:nvPicPr>
            <p:cNvPr id="15" name="Picture 7">
              <a:extLst>
                <a:ext uri="{FF2B5EF4-FFF2-40B4-BE49-F238E27FC236}">
                  <a16:creationId xmlns:a16="http://schemas.microsoft.com/office/drawing/2014/main" id="{F64AFD68-69D9-DD2D-C9E5-672DFB986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0289" y="955165"/>
              <a:ext cx="1966026" cy="3828015"/>
            </a:xfrm>
            <a:prstGeom prst="rect">
              <a:avLst/>
            </a:prstGeom>
          </p:spPr>
        </p:pic>
      </p:grpSp>
      <p:grpSp>
        <p:nvGrpSpPr>
          <p:cNvPr id="18" name="Группа 17"/>
          <p:cNvGrpSpPr/>
          <p:nvPr/>
        </p:nvGrpSpPr>
        <p:grpSpPr>
          <a:xfrm>
            <a:off x="8064989" y="2168384"/>
            <a:ext cx="3539636" cy="3385588"/>
            <a:chOff x="6564387" y="2357727"/>
            <a:chExt cx="3539636" cy="3385588"/>
          </a:xfrm>
        </p:grpSpPr>
        <p:grpSp>
          <p:nvGrpSpPr>
            <p:cNvPr id="16" name="Группа 15">
              <a:extLst>
                <a:ext uri="{FF2B5EF4-FFF2-40B4-BE49-F238E27FC236}">
                  <a16:creationId xmlns:a16="http://schemas.microsoft.com/office/drawing/2014/main" id="{E4DB9DE3-9150-DB45-A79E-201C028D608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65223" y="2357727"/>
              <a:ext cx="1738800" cy="3385588"/>
              <a:chOff x="9339396" y="2869171"/>
              <a:chExt cx="1820953" cy="3545546"/>
            </a:xfrm>
          </p:grpSpPr>
          <p:pic>
            <p:nvPicPr>
              <p:cNvPr id="6" name="Рисунок 5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271"/>
              <a:stretch/>
            </p:blipFill>
            <p:spPr>
              <a:xfrm>
                <a:off x="9501929" y="3051707"/>
                <a:ext cx="1492963" cy="3175973"/>
              </a:xfrm>
              <a:prstGeom prst="rect">
                <a:avLst/>
              </a:prstGeom>
            </p:spPr>
          </p:pic>
          <p:pic>
            <p:nvPicPr>
              <p:cNvPr id="19" name="Picture 7">
                <a:extLst>
                  <a:ext uri="{FF2B5EF4-FFF2-40B4-BE49-F238E27FC236}">
                    <a16:creationId xmlns:a16="http://schemas.microsoft.com/office/drawing/2014/main" id="{F64AFD68-69D9-DD2D-C9E5-672DFB9864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39396" y="2869171"/>
                <a:ext cx="1820953" cy="3545546"/>
              </a:xfrm>
              <a:prstGeom prst="rect">
                <a:avLst/>
              </a:prstGeom>
            </p:spPr>
          </p:pic>
        </p:grpSp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CA07956E-87A3-BA41-B979-067B785FF9B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564387" y="2357727"/>
              <a:ext cx="1738800" cy="3385588"/>
              <a:chOff x="7323466" y="2869171"/>
              <a:chExt cx="1820953" cy="3545546"/>
            </a:xfrm>
          </p:grpSpPr>
          <p:pic>
            <p:nvPicPr>
              <p:cNvPr id="5" name="Рисунок 4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121"/>
              <a:stretch/>
            </p:blipFill>
            <p:spPr>
              <a:xfrm>
                <a:off x="7459761" y="3001728"/>
                <a:ext cx="1514081" cy="3225953"/>
              </a:xfrm>
              <a:prstGeom prst="rect">
                <a:avLst/>
              </a:prstGeom>
            </p:spPr>
          </p:pic>
          <p:pic>
            <p:nvPicPr>
              <p:cNvPr id="12" name="Picture 7">
                <a:extLst>
                  <a:ext uri="{FF2B5EF4-FFF2-40B4-BE49-F238E27FC236}">
                    <a16:creationId xmlns:a16="http://schemas.microsoft.com/office/drawing/2014/main" id="{F64AFD68-69D9-DD2D-C9E5-672DFB9864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23466" y="2869171"/>
                <a:ext cx="1820953" cy="3545546"/>
              </a:xfrm>
              <a:prstGeom prst="rect">
                <a:avLst/>
              </a:prstGeom>
            </p:spPr>
          </p:pic>
        </p:grp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C09FEF0-EC3C-5E4B-A5BC-A77C0EE80C12}"/>
              </a:ext>
            </a:extLst>
          </p:cNvPr>
          <p:cNvGrpSpPr>
            <a:grpSpLocks noChangeAspect="1"/>
          </p:cNvGrpSpPr>
          <p:nvPr/>
        </p:nvGrpSpPr>
        <p:grpSpPr>
          <a:xfrm>
            <a:off x="5163679" y="2166235"/>
            <a:ext cx="1738800" cy="3385587"/>
            <a:chOff x="3357346" y="2869171"/>
            <a:chExt cx="1820953" cy="3545545"/>
          </a:xfrm>
        </p:grpSpPr>
        <p:pic>
          <p:nvPicPr>
            <p:cNvPr id="4" name="Рисунок 3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02"/>
            <a:stretch/>
          </p:blipFill>
          <p:spPr>
            <a:xfrm>
              <a:off x="3517586" y="2981892"/>
              <a:ext cx="1515378" cy="3239472"/>
            </a:xfrm>
            <a:prstGeom prst="rect">
              <a:avLst/>
            </a:prstGeom>
          </p:spPr>
        </p:pic>
        <p:pic>
          <p:nvPicPr>
            <p:cNvPr id="13" name="Picture 7">
              <a:extLst>
                <a:ext uri="{FF2B5EF4-FFF2-40B4-BE49-F238E27FC236}">
                  <a16:creationId xmlns:a16="http://schemas.microsoft.com/office/drawing/2014/main" id="{F64AFD68-69D9-DD2D-C9E5-672DFB986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57346" y="2869171"/>
              <a:ext cx="1820953" cy="3545545"/>
            </a:xfrm>
            <a:prstGeom prst="rect">
              <a:avLst/>
            </a:prstGeom>
          </p:spPr>
        </p:pic>
      </p:grpSp>
      <p:sp>
        <p:nvSpPr>
          <p:cNvPr id="8" name="Полилиния: фигура 7" hidden="1">
            <a:extLst>
              <a:ext uri="{FF2B5EF4-FFF2-40B4-BE49-F238E27FC236}">
                <a16:creationId xmlns:a16="http://schemas.microsoft.com/office/drawing/2014/main" id="{97103FBE-9795-4A46-B85D-5C1FA365AE03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274273 w 5760908"/>
              <a:gd name="connsiteY0" fmla="*/ 270109 h 3238944"/>
              <a:gd name="connsiteX1" fmla="*/ 274273 w 5760908"/>
              <a:gd name="connsiteY1" fmla="*/ 2968836 h 3238944"/>
              <a:gd name="connsiteX2" fmla="*/ 5495318 w 5760908"/>
              <a:gd name="connsiteY2" fmla="*/ 2968836 h 3238944"/>
              <a:gd name="connsiteX3" fmla="*/ 5495318 w 5760908"/>
              <a:gd name="connsiteY3" fmla="*/ 270109 h 3238944"/>
              <a:gd name="connsiteX4" fmla="*/ 0 w 5760908"/>
              <a:gd name="connsiteY4" fmla="*/ 0 h 3238944"/>
              <a:gd name="connsiteX5" fmla="*/ 5760908 w 5760908"/>
              <a:gd name="connsiteY5" fmla="*/ 0 h 3238944"/>
              <a:gd name="connsiteX6" fmla="*/ 5760908 w 5760908"/>
              <a:gd name="connsiteY6" fmla="*/ 3238944 h 3238944"/>
              <a:gd name="connsiteX7" fmla="*/ 0 w 5760908"/>
              <a:gd name="connsiteY7" fmla="*/ 3238944 h 3238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60908" h="3238944">
                <a:moveTo>
                  <a:pt x="274273" y="270109"/>
                </a:moveTo>
                <a:lnTo>
                  <a:pt x="274273" y="2968836"/>
                </a:lnTo>
                <a:lnTo>
                  <a:pt x="5495318" y="2968836"/>
                </a:lnTo>
                <a:lnTo>
                  <a:pt x="5495318" y="270109"/>
                </a:lnTo>
                <a:close/>
                <a:moveTo>
                  <a:pt x="0" y="0"/>
                </a:moveTo>
                <a:lnTo>
                  <a:pt x="5760908" y="0"/>
                </a:lnTo>
                <a:lnTo>
                  <a:pt x="5760908" y="3238944"/>
                </a:lnTo>
                <a:lnTo>
                  <a:pt x="0" y="3238944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Helvetica"/>
              <a:sym typeface="Calibri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5E01C8-A51C-4419-A421-4E4153CA1F6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9" y="0"/>
            <a:ext cx="772391" cy="772391"/>
          </a:xfrm>
          <a:prstGeom prst="rect">
            <a:avLst/>
          </a:prstGeom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6B90A50-E7C9-E540-8D62-1EC83C301E21}"/>
              </a:ext>
            </a:extLst>
          </p:cNvPr>
          <p:cNvSpPr/>
          <p:nvPr/>
        </p:nvSpPr>
        <p:spPr>
          <a:xfrm>
            <a:off x="1108244" y="1109079"/>
            <a:ext cx="330693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8255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Установите приложение 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</a:b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из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Play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Market</a:t>
            </a: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 или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App Store</a:t>
            </a: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. Зарегистрируйтесь в роли Оператора в МТС Партнёр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*</a:t>
            </a:r>
            <a:endParaRPr kumimoji="0" lang="ru-RU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Calibri"/>
              <a:sym typeface="Calibri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118E5D0-FFAE-8747-83B0-DB96C9C638B2}"/>
              </a:ext>
            </a:extLst>
          </p:cNvPr>
          <p:cNvSpPr/>
          <p:nvPr/>
        </p:nvSpPr>
        <p:spPr>
          <a:xfrm>
            <a:off x="4537706" y="1101177"/>
            <a:ext cx="31165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8255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Запустите приложение </a:t>
            </a:r>
            <a:b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</a:b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и введите номер телефона, указанный при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 </a:t>
            </a: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регистрации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127441B-E70F-3742-98E4-8C2503316E66}"/>
              </a:ext>
            </a:extLst>
          </p:cNvPr>
          <p:cNvSpPr/>
          <p:nvPr/>
        </p:nvSpPr>
        <p:spPr>
          <a:xfrm>
            <a:off x="8086712" y="1114202"/>
            <a:ext cx="376786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8255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Введите код из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SMS </a:t>
            </a: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и задайте код доступа для входа в приложение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2F6BAFE8-4931-F940-8EFD-19B46663B149}"/>
              </a:ext>
            </a:extLst>
          </p:cNvPr>
          <p:cNvSpPr/>
          <p:nvPr/>
        </p:nvSpPr>
        <p:spPr>
          <a:xfrm>
            <a:off x="196454" y="6151125"/>
            <a:ext cx="1023601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4800" marR="0" lvl="0" indent="0" algn="l" defTabSz="825500" rtl="0" eaLnBrk="1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*сотрудника регистрирует администратор курьерской службы. На каждую службу своя точка доступа.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F3092246-1A53-4F4B-A5EF-604B206F4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sym typeface="MTS Sans UltraWide"/>
              </a:rPr>
              <a:t>УСТАНОВКА ПРИЛОЖЕНИЯ МТС ПАРТНЁР</a:t>
            </a:r>
            <a:endParaRPr lang="ru-RU" dirty="0">
              <a:latin typeface="MTS Wide Medium" panose="020B0306020102020303" pitchFamily="34" charset="0"/>
              <a:ea typeface="MTS Wide Medium" panose="020B0306020102020303" pitchFamily="34" charset="0"/>
            </a:endParaRPr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EA60128B-B3E4-42B5-ACB1-A24C186132B0}"/>
              </a:ext>
            </a:extLst>
          </p:cNvPr>
          <p:cNvSpPr/>
          <p:nvPr/>
        </p:nvSpPr>
        <p:spPr>
          <a:xfrm>
            <a:off x="587413" y="1145397"/>
            <a:ext cx="524185" cy="524185"/>
          </a:xfrm>
          <a:prstGeom prst="ellipse">
            <a:avLst/>
          </a:prstGeom>
          <a:solidFill>
            <a:srgbClr val="E9E9F9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lang="ru-RU" sz="1800" b="0" dirty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</a:rPr>
              <a:t>1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E3A1283F-E3FB-4C7E-AEA7-97A69200CC42}"/>
              </a:ext>
            </a:extLst>
          </p:cNvPr>
          <p:cNvSpPr/>
          <p:nvPr/>
        </p:nvSpPr>
        <p:spPr>
          <a:xfrm>
            <a:off x="4013521" y="1145397"/>
            <a:ext cx="524185" cy="524185"/>
          </a:xfrm>
          <a:prstGeom prst="ellipse">
            <a:avLst/>
          </a:prstGeom>
          <a:solidFill>
            <a:srgbClr val="E9E9F9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kumimoji="0" lang="ru-RU" u="none" strike="noStrike" cap="none" spc="0" normalizeH="0" baseline="0" dirty="0">
                <a:ln>
                  <a:noFill/>
                </a:ln>
                <a:effectLst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2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CFEC0113-34AB-47EE-86C6-D8B3A964A058}"/>
              </a:ext>
            </a:extLst>
          </p:cNvPr>
          <p:cNvSpPr/>
          <p:nvPr/>
        </p:nvSpPr>
        <p:spPr>
          <a:xfrm>
            <a:off x="7565111" y="1145397"/>
            <a:ext cx="524185" cy="524185"/>
          </a:xfrm>
          <a:prstGeom prst="ellipse">
            <a:avLst/>
          </a:prstGeom>
          <a:solidFill>
            <a:srgbClr val="E9E9F9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kumimoji="0" lang="ru-RU" u="none" strike="noStrike" cap="none" spc="0" normalizeH="0" baseline="0" dirty="0">
                <a:ln>
                  <a:noFill/>
                </a:ln>
                <a:effectLst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3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7667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: фигура 7" hidden="1">
            <a:extLst>
              <a:ext uri="{FF2B5EF4-FFF2-40B4-BE49-F238E27FC236}">
                <a16:creationId xmlns:a16="http://schemas.microsoft.com/office/drawing/2014/main" id="{97103FBE-9795-4A46-B85D-5C1FA365AE03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274273 w 5760908"/>
              <a:gd name="connsiteY0" fmla="*/ 270109 h 3238944"/>
              <a:gd name="connsiteX1" fmla="*/ 274273 w 5760908"/>
              <a:gd name="connsiteY1" fmla="*/ 2968836 h 3238944"/>
              <a:gd name="connsiteX2" fmla="*/ 5495318 w 5760908"/>
              <a:gd name="connsiteY2" fmla="*/ 2968836 h 3238944"/>
              <a:gd name="connsiteX3" fmla="*/ 5495318 w 5760908"/>
              <a:gd name="connsiteY3" fmla="*/ 270109 h 3238944"/>
              <a:gd name="connsiteX4" fmla="*/ 0 w 5760908"/>
              <a:gd name="connsiteY4" fmla="*/ 0 h 3238944"/>
              <a:gd name="connsiteX5" fmla="*/ 5760908 w 5760908"/>
              <a:gd name="connsiteY5" fmla="*/ 0 h 3238944"/>
              <a:gd name="connsiteX6" fmla="*/ 5760908 w 5760908"/>
              <a:gd name="connsiteY6" fmla="*/ 3238944 h 3238944"/>
              <a:gd name="connsiteX7" fmla="*/ 0 w 5760908"/>
              <a:gd name="connsiteY7" fmla="*/ 3238944 h 3238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60908" h="3238944">
                <a:moveTo>
                  <a:pt x="274273" y="270109"/>
                </a:moveTo>
                <a:lnTo>
                  <a:pt x="274273" y="2968836"/>
                </a:lnTo>
                <a:lnTo>
                  <a:pt x="5495318" y="2968836"/>
                </a:lnTo>
                <a:lnTo>
                  <a:pt x="5495318" y="270109"/>
                </a:lnTo>
                <a:close/>
                <a:moveTo>
                  <a:pt x="0" y="0"/>
                </a:moveTo>
                <a:lnTo>
                  <a:pt x="5760908" y="0"/>
                </a:lnTo>
                <a:lnTo>
                  <a:pt x="5760908" y="3238944"/>
                </a:lnTo>
                <a:lnTo>
                  <a:pt x="0" y="3238944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Helvetica"/>
              <a:sym typeface="Calibri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5E01C8-A51C-4419-A421-4E4153CA1F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9" y="0"/>
            <a:ext cx="772391" cy="772391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4874FC94-9D87-B749-934A-CF087F4988D0}"/>
              </a:ext>
            </a:extLst>
          </p:cNvPr>
          <p:cNvGrpSpPr/>
          <p:nvPr/>
        </p:nvGrpSpPr>
        <p:grpSpPr>
          <a:xfrm>
            <a:off x="7605936" y="993588"/>
            <a:ext cx="2774742" cy="5106451"/>
            <a:chOff x="8479612" y="913405"/>
            <a:chExt cx="2652213" cy="5164077"/>
          </a:xfrm>
        </p:grpSpPr>
        <p:pic>
          <p:nvPicPr>
            <p:cNvPr id="3" name="Рисунок 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1757" y="1136259"/>
              <a:ext cx="2096329" cy="4658508"/>
            </a:xfrm>
            <a:prstGeom prst="rect">
              <a:avLst/>
            </a:prstGeom>
          </p:spPr>
        </p:pic>
        <p:pic>
          <p:nvPicPr>
            <p:cNvPr id="15" name="Picture 7">
              <a:extLst>
                <a:ext uri="{FF2B5EF4-FFF2-40B4-BE49-F238E27FC236}">
                  <a16:creationId xmlns:a16="http://schemas.microsoft.com/office/drawing/2014/main" id="{F64AFD68-69D9-DD2D-C9E5-672DFB986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79612" y="913405"/>
              <a:ext cx="2652213" cy="5164077"/>
            </a:xfrm>
            <a:prstGeom prst="rect">
              <a:avLst/>
            </a:prstGeom>
          </p:spPr>
        </p:pic>
      </p:grpSp>
      <p:sp>
        <p:nvSpPr>
          <p:cNvPr id="16" name="Прямоугольник 6"/>
          <p:cNvSpPr txBox="1"/>
          <p:nvPr/>
        </p:nvSpPr>
        <p:spPr>
          <a:xfrm>
            <a:off x="533264" y="1489755"/>
            <a:ext cx="7148511" cy="418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863" tIns="54863" rIns="54863" bIns="54863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Helvetica"/>
                <a:sym typeface="Calibri"/>
              </a:rPr>
              <a:t>В данном рабочем месте можно:</a:t>
            </a:r>
          </a:p>
        </p:txBody>
      </p:sp>
      <p:sp>
        <p:nvSpPr>
          <p:cNvPr id="9" name="Прямоугольник 6">
            <a:extLst>
              <a:ext uri="{FF2B5EF4-FFF2-40B4-BE49-F238E27FC236}">
                <a16:creationId xmlns:a16="http://schemas.microsoft.com/office/drawing/2014/main" id="{633D1D69-A86B-F04C-9504-BEDB005AEBBA}"/>
              </a:ext>
            </a:extLst>
          </p:cNvPr>
          <p:cNvSpPr txBox="1"/>
          <p:nvPr/>
        </p:nvSpPr>
        <p:spPr>
          <a:xfrm>
            <a:off x="533264" y="2056319"/>
            <a:ext cx="7072672" cy="1372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863" tIns="54863" rIns="54863" bIns="54863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342900" indent="-342900" hangingPunct="1">
              <a:spcBef>
                <a:spcPts val="600"/>
              </a:spcBef>
              <a:buClr>
                <a:srgbClr val="000000"/>
              </a:buClr>
              <a:buSzPct val="100000"/>
              <a:buAutoNum type="arabicPeriod"/>
              <a:defRPr sz="1400" kern="1200">
                <a:latin typeface="MTS Text" panose="020B0306020102020303" pitchFamily="34" charset="0"/>
                <a:ea typeface="MTS Text" panose="020B0306020102020303" pitchFamily="34" charset="0"/>
                <a:cs typeface="+mn-cs"/>
              </a:defRPr>
            </a:lvl1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Tx/>
              <a:buAutoNum type="arabicPeriod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Helvetica"/>
                <a:sym typeface="Calibri"/>
              </a:rPr>
              <a:t>Просмотреть статистику по заявкам на регистрацию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Helvetica"/>
                <a:sym typeface="Calibri"/>
              </a:rPr>
              <a:t>SIM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Helvetica"/>
                <a:sym typeface="Calibri"/>
              </a:rPr>
              <a:t>-карт, </a:t>
            </a:r>
            <a:b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Helvetica"/>
                <a:sym typeface="Calibri"/>
              </a:rPr>
            </a:b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Helvetica"/>
                <a:sym typeface="Calibri"/>
              </a:rPr>
              <a:t>подключение услуг или сервисных операций</a:t>
            </a:r>
          </a:p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Tx/>
              <a:buAutoNum type="arabicPeriod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Helvetica"/>
                <a:sym typeface="Calibri"/>
              </a:rPr>
              <a:t>Отправить отчёт по заявкам на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Helvetica"/>
                <a:sym typeface="Calibri"/>
              </a:rPr>
              <a:t>e-mail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Helvetica"/>
              <a:sym typeface="Calibri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E8DFACE-B38B-FB45-A4D5-FC6B83F54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sym typeface="MTS Sans UltraWide"/>
              </a:rPr>
              <a:t>СТАТИСТИКА</a:t>
            </a:r>
            <a:endParaRPr lang="ru-RU" dirty="0">
              <a:latin typeface="MTS Wide Medium" panose="020B0306020102020303" pitchFamily="34" charset="0"/>
              <a:ea typeface="MTS Wide Medium" panose="020B0306020102020303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11642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71081B3C-CDC6-7D42-BD6C-4D849D5668E7}"/>
              </a:ext>
            </a:extLst>
          </p:cNvPr>
          <p:cNvGrpSpPr/>
          <p:nvPr/>
        </p:nvGrpSpPr>
        <p:grpSpPr>
          <a:xfrm>
            <a:off x="9368576" y="1497251"/>
            <a:ext cx="2314848" cy="4507200"/>
            <a:chOff x="8989881" y="1050620"/>
            <a:chExt cx="2652213" cy="5164077"/>
          </a:xfrm>
        </p:grpSpPr>
        <p:pic>
          <p:nvPicPr>
            <p:cNvPr id="10" name="Рисунок 9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428"/>
            <a:stretch/>
          </p:blipFill>
          <p:spPr>
            <a:xfrm>
              <a:off x="9209196" y="1291175"/>
              <a:ext cx="2213581" cy="4676217"/>
            </a:xfrm>
            <a:prstGeom prst="rect">
              <a:avLst/>
            </a:prstGeom>
          </p:spPr>
        </p:pic>
        <p:pic>
          <p:nvPicPr>
            <p:cNvPr id="12" name="Picture 7">
              <a:extLst>
                <a:ext uri="{FF2B5EF4-FFF2-40B4-BE49-F238E27FC236}">
                  <a16:creationId xmlns:a16="http://schemas.microsoft.com/office/drawing/2014/main" id="{F64AFD68-69D9-DD2D-C9E5-672DFB986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89881" y="1050620"/>
              <a:ext cx="2652213" cy="5164077"/>
            </a:xfrm>
            <a:prstGeom prst="rect">
              <a:avLst/>
            </a:prstGeom>
          </p:spPr>
        </p:pic>
      </p:grpSp>
      <p:sp>
        <p:nvSpPr>
          <p:cNvPr id="8" name="Полилиния: фигура 7" hidden="1">
            <a:extLst>
              <a:ext uri="{FF2B5EF4-FFF2-40B4-BE49-F238E27FC236}">
                <a16:creationId xmlns:a16="http://schemas.microsoft.com/office/drawing/2014/main" id="{97103FBE-9795-4A46-B85D-5C1FA365AE03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274273 w 5760908"/>
              <a:gd name="connsiteY0" fmla="*/ 270109 h 3238944"/>
              <a:gd name="connsiteX1" fmla="*/ 274273 w 5760908"/>
              <a:gd name="connsiteY1" fmla="*/ 2968836 h 3238944"/>
              <a:gd name="connsiteX2" fmla="*/ 5495318 w 5760908"/>
              <a:gd name="connsiteY2" fmla="*/ 2968836 h 3238944"/>
              <a:gd name="connsiteX3" fmla="*/ 5495318 w 5760908"/>
              <a:gd name="connsiteY3" fmla="*/ 270109 h 3238944"/>
              <a:gd name="connsiteX4" fmla="*/ 0 w 5760908"/>
              <a:gd name="connsiteY4" fmla="*/ 0 h 3238944"/>
              <a:gd name="connsiteX5" fmla="*/ 5760908 w 5760908"/>
              <a:gd name="connsiteY5" fmla="*/ 0 h 3238944"/>
              <a:gd name="connsiteX6" fmla="*/ 5760908 w 5760908"/>
              <a:gd name="connsiteY6" fmla="*/ 3238944 h 3238944"/>
              <a:gd name="connsiteX7" fmla="*/ 0 w 5760908"/>
              <a:gd name="connsiteY7" fmla="*/ 3238944 h 3238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60908" h="3238944">
                <a:moveTo>
                  <a:pt x="274273" y="270109"/>
                </a:moveTo>
                <a:lnTo>
                  <a:pt x="274273" y="2968836"/>
                </a:lnTo>
                <a:lnTo>
                  <a:pt x="5495318" y="2968836"/>
                </a:lnTo>
                <a:lnTo>
                  <a:pt x="5495318" y="270109"/>
                </a:lnTo>
                <a:close/>
                <a:moveTo>
                  <a:pt x="0" y="0"/>
                </a:moveTo>
                <a:lnTo>
                  <a:pt x="5760908" y="0"/>
                </a:lnTo>
                <a:lnTo>
                  <a:pt x="5760908" y="3238944"/>
                </a:lnTo>
                <a:lnTo>
                  <a:pt x="0" y="3238944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Helvetica"/>
              <a:sym typeface="Calibri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5E01C8-A51C-4419-A421-4E4153CA1F6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9" y="0"/>
            <a:ext cx="772391" cy="772391"/>
          </a:xfrm>
          <a:prstGeom prst="rect">
            <a:avLst/>
          </a:prstGeom>
        </p:spPr>
      </p:pic>
      <p:sp>
        <p:nvSpPr>
          <p:cNvPr id="16" name="Прямоугольник 6"/>
          <p:cNvSpPr txBox="1"/>
          <p:nvPr/>
        </p:nvSpPr>
        <p:spPr>
          <a:xfrm>
            <a:off x="521043" y="907834"/>
            <a:ext cx="5732074" cy="387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863" tIns="54863" rIns="54863" bIns="54863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Helvetica"/>
                <a:sym typeface="Calibri"/>
              </a:rPr>
              <a:t>Данный раздел доступен только администратору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2EC12E6-D03F-4A42-B2B6-E79282D3C481}"/>
              </a:ext>
            </a:extLst>
          </p:cNvPr>
          <p:cNvGrpSpPr/>
          <p:nvPr/>
        </p:nvGrpSpPr>
        <p:grpSpPr>
          <a:xfrm>
            <a:off x="7053728" y="1497251"/>
            <a:ext cx="2314848" cy="4507200"/>
            <a:chOff x="6460623" y="1050620"/>
            <a:chExt cx="2652213" cy="5164077"/>
          </a:xfrm>
        </p:grpSpPr>
        <p:pic>
          <p:nvPicPr>
            <p:cNvPr id="9" name="Рисунок 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0498" y="1302026"/>
              <a:ext cx="2154816" cy="4665366"/>
            </a:xfrm>
            <a:prstGeom prst="rect">
              <a:avLst/>
            </a:prstGeom>
          </p:spPr>
        </p:pic>
        <p:pic>
          <p:nvPicPr>
            <p:cNvPr id="7" name="Picture 7">
              <a:extLst>
                <a:ext uri="{FF2B5EF4-FFF2-40B4-BE49-F238E27FC236}">
                  <a16:creationId xmlns:a16="http://schemas.microsoft.com/office/drawing/2014/main" id="{F64AFD68-69D9-DD2D-C9E5-672DFB986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60623" y="1050620"/>
              <a:ext cx="2652213" cy="5164077"/>
            </a:xfrm>
            <a:prstGeom prst="rect">
              <a:avLst/>
            </a:prstGeom>
          </p:spPr>
        </p:pic>
      </p:grpSp>
      <p:sp>
        <p:nvSpPr>
          <p:cNvPr id="13" name="Прямоугольник 6">
            <a:extLst>
              <a:ext uri="{FF2B5EF4-FFF2-40B4-BE49-F238E27FC236}">
                <a16:creationId xmlns:a16="http://schemas.microsoft.com/office/drawing/2014/main" id="{A9C077F7-ECF2-004C-B816-042D61E73919}"/>
              </a:ext>
            </a:extLst>
          </p:cNvPr>
          <p:cNvSpPr txBox="1"/>
          <p:nvPr/>
        </p:nvSpPr>
        <p:spPr>
          <a:xfrm>
            <a:off x="531676" y="2148880"/>
            <a:ext cx="5564324" cy="2757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863" tIns="54863" rIns="54863" bIns="54863">
            <a:spAutoFit/>
          </a:bodyPr>
          <a:lstStyle/>
          <a:p>
            <a:pPr marL="39150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Helvetica"/>
                <a:sym typeface="Calibri"/>
              </a:rPr>
              <a:t>Добавление производится через кнопку 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FF0032"/>
                </a:solidFill>
                <a:effectLst/>
                <a:uLnTx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Helvetica"/>
                <a:sym typeface="Calibri"/>
              </a:rPr>
              <a:t>Добавить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FF0032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Helvetica"/>
                <a:sym typeface="Calibri"/>
              </a:rPr>
              <a:t>. </a:t>
            </a:r>
            <a:b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Helvetica"/>
                <a:sym typeface="Calibri"/>
              </a:rPr>
            </a:b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Helvetica"/>
                <a:sym typeface="Calibri"/>
              </a:rPr>
              <a:t>Для нового пользователя необходимо указать ФИО, </a:t>
            </a:r>
            <a:b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Helvetica"/>
                <a:sym typeface="Calibri"/>
              </a:rPr>
            </a:b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Helvetica"/>
                <a:sym typeface="Calibri"/>
              </a:rPr>
              <a:t>код точки и номер телефона</a:t>
            </a:r>
          </a:p>
          <a:p>
            <a:pPr marL="39150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Helvetica"/>
                <a:sym typeface="Calibri"/>
              </a:rPr>
              <a:t>Редактировать, блокировать уже существующих пользователей возможно через выбор пользователя </a:t>
            </a:r>
            <a:b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Helvetica"/>
                <a:sym typeface="Calibri"/>
              </a:rPr>
            </a:b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Helvetica"/>
                <a:sym typeface="Calibri"/>
              </a:rPr>
              <a:t>из списка</a:t>
            </a:r>
          </a:p>
        </p:txBody>
      </p:sp>
      <p:sp>
        <p:nvSpPr>
          <p:cNvPr id="14" name="Прямоугольник 6">
            <a:extLst>
              <a:ext uri="{FF2B5EF4-FFF2-40B4-BE49-F238E27FC236}">
                <a16:creationId xmlns:a16="http://schemas.microsoft.com/office/drawing/2014/main" id="{9EA08AFF-56FC-2545-BC46-181E9F2F1410}"/>
              </a:ext>
            </a:extLst>
          </p:cNvPr>
          <p:cNvSpPr txBox="1"/>
          <p:nvPr/>
        </p:nvSpPr>
        <p:spPr>
          <a:xfrm>
            <a:off x="508576" y="1478045"/>
            <a:ext cx="6134938" cy="418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863" tIns="54863" rIns="54863" bIns="54863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Helvetica"/>
                <a:sym typeface="Calibri"/>
              </a:rPr>
              <a:t>Позволяет администрировать сеть продавцов: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Helvetica"/>
              <a:sym typeface="Calibri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D3AE61-4DAA-A74D-9D41-705678B6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sym typeface="MTS Sans UltraWide"/>
              </a:rPr>
              <a:t>ОПЕРАТОРЫ</a:t>
            </a:r>
            <a:endParaRPr lang="ru-RU" dirty="0">
              <a:latin typeface="MTS Wide Medium" panose="020B0306020102020303" pitchFamily="34" charset="0"/>
              <a:ea typeface="MTS Wide Medium" panose="020B0306020102020303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89018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: фигура 7" hidden="1">
            <a:extLst>
              <a:ext uri="{FF2B5EF4-FFF2-40B4-BE49-F238E27FC236}">
                <a16:creationId xmlns:a16="http://schemas.microsoft.com/office/drawing/2014/main" id="{97103FBE-9795-4A46-B85D-5C1FA365AE03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274273 w 5760908"/>
              <a:gd name="connsiteY0" fmla="*/ 270109 h 3238944"/>
              <a:gd name="connsiteX1" fmla="*/ 274273 w 5760908"/>
              <a:gd name="connsiteY1" fmla="*/ 2968836 h 3238944"/>
              <a:gd name="connsiteX2" fmla="*/ 5495318 w 5760908"/>
              <a:gd name="connsiteY2" fmla="*/ 2968836 h 3238944"/>
              <a:gd name="connsiteX3" fmla="*/ 5495318 w 5760908"/>
              <a:gd name="connsiteY3" fmla="*/ 270109 h 3238944"/>
              <a:gd name="connsiteX4" fmla="*/ 0 w 5760908"/>
              <a:gd name="connsiteY4" fmla="*/ 0 h 3238944"/>
              <a:gd name="connsiteX5" fmla="*/ 5760908 w 5760908"/>
              <a:gd name="connsiteY5" fmla="*/ 0 h 3238944"/>
              <a:gd name="connsiteX6" fmla="*/ 5760908 w 5760908"/>
              <a:gd name="connsiteY6" fmla="*/ 3238944 h 3238944"/>
              <a:gd name="connsiteX7" fmla="*/ 0 w 5760908"/>
              <a:gd name="connsiteY7" fmla="*/ 3238944 h 3238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60908" h="3238944">
                <a:moveTo>
                  <a:pt x="274273" y="270109"/>
                </a:moveTo>
                <a:lnTo>
                  <a:pt x="274273" y="2968836"/>
                </a:lnTo>
                <a:lnTo>
                  <a:pt x="5495318" y="2968836"/>
                </a:lnTo>
                <a:lnTo>
                  <a:pt x="5495318" y="270109"/>
                </a:lnTo>
                <a:close/>
                <a:moveTo>
                  <a:pt x="0" y="0"/>
                </a:moveTo>
                <a:lnTo>
                  <a:pt x="5760908" y="0"/>
                </a:lnTo>
                <a:lnTo>
                  <a:pt x="5760908" y="3238944"/>
                </a:lnTo>
                <a:lnTo>
                  <a:pt x="0" y="3238944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Helvetica"/>
              <a:sym typeface="Calibri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5E01C8-A51C-4419-A421-4E4153CA1F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9" y="0"/>
            <a:ext cx="772391" cy="772391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3B1DEE4-A1E8-8C40-BCCB-44B0E0540BBE}"/>
              </a:ext>
            </a:extLst>
          </p:cNvPr>
          <p:cNvGrpSpPr/>
          <p:nvPr/>
        </p:nvGrpSpPr>
        <p:grpSpPr>
          <a:xfrm>
            <a:off x="8736401" y="1113058"/>
            <a:ext cx="2314848" cy="4507200"/>
            <a:chOff x="8479612" y="913405"/>
            <a:chExt cx="2652213" cy="5164077"/>
          </a:xfrm>
        </p:grpSpPr>
        <p:pic>
          <p:nvPicPr>
            <p:cNvPr id="17" name="Рисунок 16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42480" y="1130944"/>
              <a:ext cx="2101112" cy="4669137"/>
            </a:xfrm>
            <a:prstGeom prst="rect">
              <a:avLst/>
            </a:prstGeom>
          </p:spPr>
        </p:pic>
        <p:pic>
          <p:nvPicPr>
            <p:cNvPr id="15" name="Picture 7">
              <a:extLst>
                <a:ext uri="{FF2B5EF4-FFF2-40B4-BE49-F238E27FC236}">
                  <a16:creationId xmlns:a16="http://schemas.microsoft.com/office/drawing/2014/main" id="{F64AFD68-69D9-DD2D-C9E5-672DFB986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79612" y="913405"/>
              <a:ext cx="2652213" cy="5164077"/>
            </a:xfrm>
            <a:prstGeom prst="rect">
              <a:avLst/>
            </a:prstGeom>
          </p:spPr>
        </p:pic>
      </p:grpSp>
      <p:sp>
        <p:nvSpPr>
          <p:cNvPr id="16" name="Прямоугольник 6"/>
          <p:cNvSpPr txBox="1"/>
          <p:nvPr/>
        </p:nvSpPr>
        <p:spPr>
          <a:xfrm>
            <a:off x="530419" y="919160"/>
            <a:ext cx="7148511" cy="387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863" tIns="54863" rIns="54863" bIns="54863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Helvetica"/>
                <a:sym typeface="Calibri"/>
              </a:rPr>
              <a:t>Данное рабочее место позволяет пользователю:</a:t>
            </a:r>
          </a:p>
        </p:txBody>
      </p:sp>
      <p:sp>
        <p:nvSpPr>
          <p:cNvPr id="9" name="Прямоугольник 6">
            <a:extLst>
              <a:ext uri="{FF2B5EF4-FFF2-40B4-BE49-F238E27FC236}">
                <a16:creationId xmlns:a16="http://schemas.microsoft.com/office/drawing/2014/main" id="{F40EB85F-D704-294A-845B-98727E066DB1}"/>
              </a:ext>
            </a:extLst>
          </p:cNvPr>
          <p:cNvSpPr txBox="1"/>
          <p:nvPr/>
        </p:nvSpPr>
        <p:spPr>
          <a:xfrm>
            <a:off x="612018" y="1547093"/>
            <a:ext cx="7532522" cy="3773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863" tIns="54863" rIns="54863" bIns="54863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342900" indent="-342900" hangingPunct="1">
              <a:spcBef>
                <a:spcPts val="600"/>
              </a:spcBef>
              <a:buClr>
                <a:srgbClr val="000000"/>
              </a:buClr>
              <a:buSzPct val="100000"/>
              <a:buAutoNum type="arabicPeriod"/>
              <a:defRPr sz="1400" kern="1200">
                <a:latin typeface="MTS Text" panose="020B0306020102020303" pitchFamily="34" charset="0"/>
                <a:ea typeface="MTS Text" panose="020B0306020102020303" pitchFamily="34" charset="0"/>
                <a:cs typeface="+mn-cs"/>
              </a:defRPr>
            </a:lvl1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Tx/>
              <a:buAutoNum type="arabicPeriod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Helvetica"/>
                <a:sym typeface="Calibri"/>
              </a:rPr>
              <a:t>Просмотреть информацию о своём профиле</a:t>
            </a:r>
          </a:p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Tx/>
              <a:buAutoNum type="arabicPeriod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Helvetica"/>
                <a:sym typeface="Calibri"/>
              </a:rPr>
              <a:t>Изменить код точки продаж при необходимости.</a:t>
            </a:r>
          </a:p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Tx/>
              <a:buAutoNum type="arabicPeriod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Helvetica"/>
                <a:sym typeface="Calibri"/>
              </a:rPr>
              <a:t>Сменить профиль: пользователь может переключиться между своими учётными записями без перезапуска приложения. Данная возможность доступна пользователям, имеющим более одной учётной записи в сервисе МТС Партнёр – при необходимости.</a:t>
            </a:r>
          </a:p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Tx/>
              <a:buAutoNum type="arabicPeriod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Helvetica"/>
                <a:sym typeface="Calibri"/>
              </a:rPr>
              <a:t>Изучить инструкции по работе с приложением в разделе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0032"/>
                </a:solidFill>
                <a:effectLst/>
                <a:uLnTx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Helvetica"/>
                <a:sym typeface="Calibri"/>
              </a:rPr>
              <a:t>Обучение</a:t>
            </a:r>
          </a:p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Tx/>
              <a:buAutoNum type="arabicPeriod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Helvetica"/>
                <a:sym typeface="Calibri"/>
              </a:rPr>
              <a:t>Направить в поддержку сообщение об ошибке или предложение </a:t>
            </a:r>
            <a:b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Helvetica"/>
                <a:sym typeface="Calibri"/>
              </a:rPr>
            </a:b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Helvetica"/>
                <a:sym typeface="Calibri"/>
              </a:rPr>
              <a:t>по улучшению работы приложения в разделе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0032"/>
                </a:solidFill>
                <a:effectLst/>
                <a:uLnTx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Helvetica"/>
                <a:sym typeface="Calibri"/>
              </a:rPr>
              <a:t>Обратная связь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C8A4CD4-C82E-D545-A7D4-BB8017D8D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sym typeface="MTS Sans UltraWide"/>
              </a:rPr>
              <a:t>ПРОФИЛЬ</a:t>
            </a:r>
            <a:endParaRPr lang="ru-RU" dirty="0">
              <a:latin typeface="MTS Wide Medium" panose="020B0306020102020303" pitchFamily="34" charset="0"/>
              <a:ea typeface="MTS Wide Medium" panose="020B0306020102020303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35531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: фигура 7" hidden="1">
            <a:extLst>
              <a:ext uri="{FF2B5EF4-FFF2-40B4-BE49-F238E27FC236}">
                <a16:creationId xmlns:a16="http://schemas.microsoft.com/office/drawing/2014/main" id="{97103FBE-9795-4A46-B85D-5C1FA365AE03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274273 w 5760908"/>
              <a:gd name="connsiteY0" fmla="*/ 270109 h 3238944"/>
              <a:gd name="connsiteX1" fmla="*/ 274273 w 5760908"/>
              <a:gd name="connsiteY1" fmla="*/ 2968836 h 3238944"/>
              <a:gd name="connsiteX2" fmla="*/ 5495318 w 5760908"/>
              <a:gd name="connsiteY2" fmla="*/ 2968836 h 3238944"/>
              <a:gd name="connsiteX3" fmla="*/ 5495318 w 5760908"/>
              <a:gd name="connsiteY3" fmla="*/ 270109 h 3238944"/>
              <a:gd name="connsiteX4" fmla="*/ 0 w 5760908"/>
              <a:gd name="connsiteY4" fmla="*/ 0 h 3238944"/>
              <a:gd name="connsiteX5" fmla="*/ 5760908 w 5760908"/>
              <a:gd name="connsiteY5" fmla="*/ 0 h 3238944"/>
              <a:gd name="connsiteX6" fmla="*/ 5760908 w 5760908"/>
              <a:gd name="connsiteY6" fmla="*/ 3238944 h 3238944"/>
              <a:gd name="connsiteX7" fmla="*/ 0 w 5760908"/>
              <a:gd name="connsiteY7" fmla="*/ 3238944 h 3238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60908" h="3238944">
                <a:moveTo>
                  <a:pt x="274273" y="270109"/>
                </a:moveTo>
                <a:lnTo>
                  <a:pt x="274273" y="2968836"/>
                </a:lnTo>
                <a:lnTo>
                  <a:pt x="5495318" y="2968836"/>
                </a:lnTo>
                <a:lnTo>
                  <a:pt x="5495318" y="270109"/>
                </a:lnTo>
                <a:close/>
                <a:moveTo>
                  <a:pt x="0" y="0"/>
                </a:moveTo>
                <a:lnTo>
                  <a:pt x="5760908" y="0"/>
                </a:lnTo>
                <a:lnTo>
                  <a:pt x="5760908" y="3238944"/>
                </a:lnTo>
                <a:lnTo>
                  <a:pt x="0" y="3238944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Helvetica"/>
              <a:sym typeface="Calibri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5E01C8-A51C-4419-A421-4E4153CA1F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9" y="0"/>
            <a:ext cx="772391" cy="772391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9B139C9-E380-1447-86FA-576F942E1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216634"/>
            <a:ext cx="9940296" cy="424732"/>
          </a:xfrm>
        </p:spPr>
        <p:txBody>
          <a:bodyPr>
            <a:noAutofit/>
          </a:bodyPr>
          <a:lstStyle/>
          <a:p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sym typeface="MTS Sans UltraWide"/>
              </a:rPr>
              <a:t>РЕГИСТРАЦИЯ</a:t>
            </a:r>
            <a:r>
              <a:rPr kumimoji="0" lang="ru-RU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sym typeface="MTS Sans UltraWide"/>
              </a:rPr>
              <a:t> </a:t>
            </a:r>
            <a:br>
              <a:rPr kumimoji="0" lang="ru-RU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sym typeface="MTS Sans UltraWide"/>
              </a:rPr>
            </a:br>
            <a:r>
              <a:rPr kumimoji="0" lang="ru-RU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sym typeface="MTS Sans UltraWide"/>
              </a:rPr>
              <a:t>ФЕДЕРАЛЬНОЙ </a:t>
            </a: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sym typeface="MTS Sans UltraWide"/>
              </a:rPr>
              <a:t>SIM</a:t>
            </a:r>
            <a:r>
              <a:rPr kumimoji="0" lang="ru-RU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sym typeface="MTS Sans UltraWide"/>
              </a:rPr>
              <a:t>-КАРТЫ</a:t>
            </a:r>
            <a:endParaRPr lang="ru-RU" dirty="0">
              <a:latin typeface="MTS Wide Medium" panose="020B0306020102020303" pitchFamily="34" charset="0"/>
              <a:ea typeface="MTS Wide Medium" panose="020B0306020102020303" pitchFamily="34" charset="0"/>
            </a:endParaRP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0D1D6CE6-BF03-BA43-B54F-785E68BDDD90}"/>
              </a:ext>
            </a:extLst>
          </p:cNvPr>
          <p:cNvGrpSpPr/>
          <p:nvPr/>
        </p:nvGrpSpPr>
        <p:grpSpPr>
          <a:xfrm>
            <a:off x="7428399" y="512763"/>
            <a:ext cx="3062760" cy="5963447"/>
            <a:chOff x="8912706" y="874053"/>
            <a:chExt cx="2610844" cy="5083529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8C58C8B2-68E5-9442-8E98-7FE4663227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779" b="5613"/>
            <a:stretch/>
          </p:blipFill>
          <p:spPr>
            <a:xfrm>
              <a:off x="9126098" y="1250367"/>
              <a:ext cx="2182172" cy="4345363"/>
            </a:xfrm>
            <a:prstGeom prst="rect">
              <a:avLst/>
            </a:prstGeom>
          </p:spPr>
        </p:pic>
        <p:pic>
          <p:nvPicPr>
            <p:cNvPr id="16" name="Picture 7">
              <a:extLst>
                <a:ext uri="{FF2B5EF4-FFF2-40B4-BE49-F238E27FC236}">
                  <a16:creationId xmlns:a16="http://schemas.microsoft.com/office/drawing/2014/main" id="{5A12D69B-1528-0B4A-9B9A-721592688E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12706" y="874053"/>
              <a:ext cx="2610844" cy="5083529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2540729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Прямоугольник 9"/>
          <p:cNvSpPr txBox="1"/>
          <p:nvPr/>
        </p:nvSpPr>
        <p:spPr>
          <a:xfrm>
            <a:off x="535649" y="864577"/>
            <a:ext cx="7214557" cy="6647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4863" tIns="54863" rIns="54863" bIns="54863">
            <a:spAutoFit/>
          </a:bodyPr>
          <a:lstStyle>
            <a:lvl1pPr>
              <a:defRPr>
                <a:latin typeface="MTS Sans Bold"/>
                <a:ea typeface="MTS Sans Bold"/>
                <a:cs typeface="MTS Sans Bold"/>
                <a:sym typeface="MTS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 Medium" panose="020B0306020102020303" pitchFamily="34" charset="0"/>
                <a:ea typeface="MTS Text Medium" panose="020B0306020102020303" pitchFamily="34" charset="0"/>
                <a:sym typeface="MTS Sans Bold"/>
              </a:rPr>
              <a:t>Проинформируй клиента, что с 01 апреля 2025 изменяется порядок заключения Абонентского договора для Граждан РФ</a:t>
            </a:r>
            <a:endParaRPr kumimoji="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 Medium" panose="020B0306020102020303" pitchFamily="34" charset="0"/>
              <a:ea typeface="MTS Text Medium" panose="020B0306020102020303" pitchFamily="34" charset="0"/>
              <a:sym typeface="MTS Sans Bold"/>
            </a:endParaRPr>
          </a:p>
        </p:txBody>
      </p:sp>
      <p:sp>
        <p:nvSpPr>
          <p:cNvPr id="8" name="Полилиния: фигура 7" hidden="1">
            <a:extLst>
              <a:ext uri="{FF2B5EF4-FFF2-40B4-BE49-F238E27FC236}">
                <a16:creationId xmlns:a16="http://schemas.microsoft.com/office/drawing/2014/main" id="{97103FBE-9795-4A46-B85D-5C1FA365AE03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274273 w 5760908"/>
              <a:gd name="connsiteY0" fmla="*/ 270109 h 3238944"/>
              <a:gd name="connsiteX1" fmla="*/ 274273 w 5760908"/>
              <a:gd name="connsiteY1" fmla="*/ 2968836 h 3238944"/>
              <a:gd name="connsiteX2" fmla="*/ 5495318 w 5760908"/>
              <a:gd name="connsiteY2" fmla="*/ 2968836 h 3238944"/>
              <a:gd name="connsiteX3" fmla="*/ 5495318 w 5760908"/>
              <a:gd name="connsiteY3" fmla="*/ 270109 h 3238944"/>
              <a:gd name="connsiteX4" fmla="*/ 0 w 5760908"/>
              <a:gd name="connsiteY4" fmla="*/ 0 h 3238944"/>
              <a:gd name="connsiteX5" fmla="*/ 5760908 w 5760908"/>
              <a:gd name="connsiteY5" fmla="*/ 0 h 3238944"/>
              <a:gd name="connsiteX6" fmla="*/ 5760908 w 5760908"/>
              <a:gd name="connsiteY6" fmla="*/ 3238944 h 3238944"/>
              <a:gd name="connsiteX7" fmla="*/ 0 w 5760908"/>
              <a:gd name="connsiteY7" fmla="*/ 3238944 h 3238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60908" h="3238944">
                <a:moveTo>
                  <a:pt x="274273" y="270109"/>
                </a:moveTo>
                <a:lnTo>
                  <a:pt x="274273" y="2968836"/>
                </a:lnTo>
                <a:lnTo>
                  <a:pt x="5495318" y="2968836"/>
                </a:lnTo>
                <a:lnTo>
                  <a:pt x="5495318" y="270109"/>
                </a:lnTo>
                <a:close/>
                <a:moveTo>
                  <a:pt x="0" y="0"/>
                </a:moveTo>
                <a:lnTo>
                  <a:pt x="5760908" y="0"/>
                </a:lnTo>
                <a:lnTo>
                  <a:pt x="5760908" y="3238944"/>
                </a:lnTo>
                <a:lnTo>
                  <a:pt x="0" y="3238944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Helvetica"/>
              <a:sym typeface="Calibri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5E01C8-A51C-4419-A421-4E4153CA1F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9" y="0"/>
            <a:ext cx="772391" cy="772391"/>
          </a:xfrm>
          <a:prstGeom prst="rect">
            <a:avLst/>
          </a:prstGeom>
        </p:spPr>
      </p:pic>
      <p:sp>
        <p:nvSpPr>
          <p:cNvPr id="14" name="Прямоугольник 6"/>
          <p:cNvSpPr txBox="1"/>
          <p:nvPr/>
        </p:nvSpPr>
        <p:spPr>
          <a:xfrm>
            <a:off x="3440802" y="2377454"/>
            <a:ext cx="7454254" cy="1772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4863" tIns="54863" rIns="54863" bIns="54863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ИО, с 1 апреля 2025 года требуется проверка данных Абонента в государственных информационных системах (ЕСИА/МВД). Она производится автоматически через Госуслуги. </a:t>
            </a:r>
            <a:r>
              <a:rPr lang="ru-RU" dirty="0">
                <a:solidFill>
                  <a:srgbClr val="000000"/>
                </a:solidFill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Если Ваши данные не пройдут проверку, </a:t>
            </a:r>
            <a:r>
              <a:rPr lang="en-US" dirty="0">
                <a:solidFill>
                  <a:srgbClr val="000000"/>
                </a:solidFill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SIM</a:t>
            </a:r>
            <a:r>
              <a:rPr lang="ru-RU" dirty="0">
                <a:solidFill>
                  <a:srgbClr val="000000"/>
                </a:solidFill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-карта будет заблокирована. Для разблокировки </a:t>
            </a:r>
            <a:r>
              <a:rPr lang="en-US" dirty="0">
                <a:solidFill>
                  <a:srgbClr val="000000"/>
                </a:solidFill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SIM-</a:t>
            </a:r>
            <a:r>
              <a:rPr lang="ru-RU" dirty="0">
                <a:solidFill>
                  <a:srgbClr val="000000"/>
                </a:solidFill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карты необходимо будет самостоятельно подтвердить данные в МФЦ или МВД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Calibri"/>
              <a:sym typeface="Calibri"/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A026B3E-E13B-D747-8A64-E19C5278C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sym typeface="MTS Sans UltraWide"/>
              </a:rPr>
              <a:t>Важно</a:t>
            </a:r>
            <a:endParaRPr lang="ru-RU" dirty="0">
              <a:highlight>
                <a:srgbClr val="FFFF00"/>
              </a:highlight>
              <a:latin typeface="MTS Wide Medium" panose="020B0306020102020303" pitchFamily="34" charset="0"/>
              <a:ea typeface="MTS Wide Medium" panose="020B0306020102020303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E43B2BDA-B493-F448-8B5F-32EE562C3F29}"/>
              </a:ext>
            </a:extLst>
          </p:cNvPr>
          <p:cNvGrpSpPr/>
          <p:nvPr/>
        </p:nvGrpSpPr>
        <p:grpSpPr>
          <a:xfrm>
            <a:off x="10491159" y="6001012"/>
            <a:ext cx="1166479" cy="375262"/>
            <a:chOff x="207017" y="9281506"/>
            <a:chExt cx="1166479" cy="375262"/>
          </a:xfrm>
        </p:grpSpPr>
        <p:pic>
          <p:nvPicPr>
            <p:cNvPr id="10" name="Рисунок 9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D90D653F-6F73-4743-912B-B29B3BB3A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7017" y="9295453"/>
              <a:ext cx="361315" cy="36131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Рисунок 1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DFAAA65E-462C-2748-A884-B90964B42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" b="164"/>
            <a:stretch>
              <a:fillRect/>
            </a:stretch>
          </p:blipFill>
          <p:spPr>
            <a:xfrm>
              <a:off x="1013496" y="9296768"/>
              <a:ext cx="360000" cy="3600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" name="Рисунок 12">
              <a:hlinkClick r:id="rId9" action="ppaction://hlinksldjump"/>
              <a:extLst>
                <a:ext uri="{FF2B5EF4-FFF2-40B4-BE49-F238E27FC236}">
                  <a16:creationId xmlns:a16="http://schemas.microsoft.com/office/drawing/2014/main" id="{D99C7CDC-54A6-6441-80D2-AF97EFD63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10914" y="9281506"/>
              <a:ext cx="360000" cy="360000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A455D9D-A900-4491-B884-A212C9D279F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2206" y="1435245"/>
            <a:ext cx="5304573" cy="530457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766628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Прямоугольник 9"/>
          <p:cNvSpPr txBox="1"/>
          <p:nvPr/>
        </p:nvSpPr>
        <p:spPr>
          <a:xfrm>
            <a:off x="535649" y="864577"/>
            <a:ext cx="6613781" cy="6647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863" tIns="54863" rIns="54863" bIns="54863">
            <a:spAutoFit/>
          </a:bodyPr>
          <a:lstStyle>
            <a:lvl1pPr>
              <a:defRPr>
                <a:latin typeface="MTS Sans Bold"/>
                <a:ea typeface="MTS Sans Bold"/>
                <a:cs typeface="MTS Sans Bold"/>
                <a:sym typeface="MTS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 Medium" panose="020B0306020102020303" pitchFamily="34" charset="0"/>
                <a:ea typeface="MTS Text Medium" panose="020B0306020102020303" pitchFamily="34" charset="0"/>
                <a:sym typeface="MTS Sans Bold"/>
              </a:rPr>
              <a:t>Федеральная SIM-карта не привязана к конкретному региону, номеру телефона и тарифному плану</a:t>
            </a:r>
            <a:endParaRPr kumimoji="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 Medium" panose="020B0306020102020303" pitchFamily="34" charset="0"/>
              <a:ea typeface="MTS Text Medium" panose="020B0306020102020303" pitchFamily="34" charset="0"/>
              <a:sym typeface="MTS Sans Bold"/>
            </a:endParaRPr>
          </a:p>
        </p:txBody>
      </p:sp>
      <p:sp>
        <p:nvSpPr>
          <p:cNvPr id="8" name="Полилиния: фигура 7" hidden="1">
            <a:extLst>
              <a:ext uri="{FF2B5EF4-FFF2-40B4-BE49-F238E27FC236}">
                <a16:creationId xmlns:a16="http://schemas.microsoft.com/office/drawing/2014/main" id="{97103FBE-9795-4A46-B85D-5C1FA365AE03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274273 w 5760908"/>
              <a:gd name="connsiteY0" fmla="*/ 270109 h 3238944"/>
              <a:gd name="connsiteX1" fmla="*/ 274273 w 5760908"/>
              <a:gd name="connsiteY1" fmla="*/ 2968836 h 3238944"/>
              <a:gd name="connsiteX2" fmla="*/ 5495318 w 5760908"/>
              <a:gd name="connsiteY2" fmla="*/ 2968836 h 3238944"/>
              <a:gd name="connsiteX3" fmla="*/ 5495318 w 5760908"/>
              <a:gd name="connsiteY3" fmla="*/ 270109 h 3238944"/>
              <a:gd name="connsiteX4" fmla="*/ 0 w 5760908"/>
              <a:gd name="connsiteY4" fmla="*/ 0 h 3238944"/>
              <a:gd name="connsiteX5" fmla="*/ 5760908 w 5760908"/>
              <a:gd name="connsiteY5" fmla="*/ 0 h 3238944"/>
              <a:gd name="connsiteX6" fmla="*/ 5760908 w 5760908"/>
              <a:gd name="connsiteY6" fmla="*/ 3238944 h 3238944"/>
              <a:gd name="connsiteX7" fmla="*/ 0 w 5760908"/>
              <a:gd name="connsiteY7" fmla="*/ 3238944 h 3238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60908" h="3238944">
                <a:moveTo>
                  <a:pt x="274273" y="270109"/>
                </a:moveTo>
                <a:lnTo>
                  <a:pt x="274273" y="2968836"/>
                </a:lnTo>
                <a:lnTo>
                  <a:pt x="5495318" y="2968836"/>
                </a:lnTo>
                <a:lnTo>
                  <a:pt x="5495318" y="270109"/>
                </a:lnTo>
                <a:close/>
                <a:moveTo>
                  <a:pt x="0" y="0"/>
                </a:moveTo>
                <a:lnTo>
                  <a:pt x="5760908" y="0"/>
                </a:lnTo>
                <a:lnTo>
                  <a:pt x="5760908" y="3238944"/>
                </a:lnTo>
                <a:lnTo>
                  <a:pt x="0" y="3238944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Helvetica"/>
              <a:sym typeface="Calibri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5E01C8-A51C-4419-A421-4E4153CA1F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9" y="0"/>
            <a:ext cx="772391" cy="772391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0754" y="1080284"/>
            <a:ext cx="3693871" cy="4279038"/>
          </a:xfrm>
          <a:prstGeom prst="rect">
            <a:avLst/>
          </a:prstGeom>
        </p:spPr>
      </p:pic>
      <p:sp>
        <p:nvSpPr>
          <p:cNvPr id="14" name="Прямоугольник 6"/>
          <p:cNvSpPr txBox="1"/>
          <p:nvPr/>
        </p:nvSpPr>
        <p:spPr>
          <a:xfrm>
            <a:off x="535649" y="2555008"/>
            <a:ext cx="6390498" cy="6647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863" tIns="54863" rIns="54863" bIns="54863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Регистрации федеральной SIM-карты отличается этапом наполнения Корзины. Подробнее на следующих слайдах.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A026B3E-E13B-D747-8A64-E19C5278C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sym typeface="MTS Sans UltraWide"/>
              </a:rPr>
              <a:t>ФЕДЕРАЛЬНАЯ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sym typeface="MTS Sans UltraWide"/>
              </a:rPr>
              <a:t>SIM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sym typeface="MTS Sans UltraWide"/>
              </a:rPr>
              <a:t>-КАРТА</a:t>
            </a:r>
            <a:endParaRPr lang="ru-RU" dirty="0">
              <a:latin typeface="MTS Wide Medium" panose="020B0306020102020303" pitchFamily="34" charset="0"/>
              <a:ea typeface="MTS Wide Medium" panose="020B0306020102020303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E43B2BDA-B493-F448-8B5F-32EE562C3F29}"/>
              </a:ext>
            </a:extLst>
          </p:cNvPr>
          <p:cNvGrpSpPr/>
          <p:nvPr/>
        </p:nvGrpSpPr>
        <p:grpSpPr>
          <a:xfrm>
            <a:off x="10491159" y="6001012"/>
            <a:ext cx="1166479" cy="375262"/>
            <a:chOff x="207017" y="9281506"/>
            <a:chExt cx="1166479" cy="375262"/>
          </a:xfrm>
        </p:grpSpPr>
        <p:pic>
          <p:nvPicPr>
            <p:cNvPr id="10" name="Рисунок 9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D90D653F-6F73-4743-912B-B29B3BB3A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7017" y="9295453"/>
              <a:ext cx="361315" cy="36131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Рисунок 1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DFAAA65E-462C-2748-A884-B90964B42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" b="164"/>
            <a:stretch>
              <a:fillRect/>
            </a:stretch>
          </p:blipFill>
          <p:spPr>
            <a:xfrm>
              <a:off x="1013496" y="9296768"/>
              <a:ext cx="360000" cy="3600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" name="Рисунок 12">
              <a:hlinkClick r:id="rId10" action="ppaction://hlinksldjump"/>
              <a:extLst>
                <a:ext uri="{FF2B5EF4-FFF2-40B4-BE49-F238E27FC236}">
                  <a16:creationId xmlns:a16="http://schemas.microsoft.com/office/drawing/2014/main" id="{D99C7CDC-54A6-6441-80D2-AF97EFD63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10914" y="9281506"/>
              <a:ext cx="360000" cy="360000"/>
            </a:xfrm>
            <a:prstGeom prst="rect">
              <a:avLst/>
            </a:prstGeom>
            <a:ln>
              <a:noFill/>
            </a:ln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4237299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: фигура 7" hidden="1">
            <a:extLst>
              <a:ext uri="{FF2B5EF4-FFF2-40B4-BE49-F238E27FC236}">
                <a16:creationId xmlns:a16="http://schemas.microsoft.com/office/drawing/2014/main" id="{97103FBE-9795-4A46-B85D-5C1FA365AE03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274273 w 5760908"/>
              <a:gd name="connsiteY0" fmla="*/ 270109 h 3238944"/>
              <a:gd name="connsiteX1" fmla="*/ 274273 w 5760908"/>
              <a:gd name="connsiteY1" fmla="*/ 2968836 h 3238944"/>
              <a:gd name="connsiteX2" fmla="*/ 5495318 w 5760908"/>
              <a:gd name="connsiteY2" fmla="*/ 2968836 h 3238944"/>
              <a:gd name="connsiteX3" fmla="*/ 5495318 w 5760908"/>
              <a:gd name="connsiteY3" fmla="*/ 270109 h 3238944"/>
              <a:gd name="connsiteX4" fmla="*/ 0 w 5760908"/>
              <a:gd name="connsiteY4" fmla="*/ 0 h 3238944"/>
              <a:gd name="connsiteX5" fmla="*/ 5760908 w 5760908"/>
              <a:gd name="connsiteY5" fmla="*/ 0 h 3238944"/>
              <a:gd name="connsiteX6" fmla="*/ 5760908 w 5760908"/>
              <a:gd name="connsiteY6" fmla="*/ 3238944 h 3238944"/>
              <a:gd name="connsiteX7" fmla="*/ 0 w 5760908"/>
              <a:gd name="connsiteY7" fmla="*/ 3238944 h 3238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60908" h="3238944">
                <a:moveTo>
                  <a:pt x="274273" y="270109"/>
                </a:moveTo>
                <a:lnTo>
                  <a:pt x="274273" y="2968836"/>
                </a:lnTo>
                <a:lnTo>
                  <a:pt x="5495318" y="2968836"/>
                </a:lnTo>
                <a:lnTo>
                  <a:pt x="5495318" y="270109"/>
                </a:lnTo>
                <a:close/>
                <a:moveTo>
                  <a:pt x="0" y="0"/>
                </a:moveTo>
                <a:lnTo>
                  <a:pt x="5760908" y="0"/>
                </a:lnTo>
                <a:lnTo>
                  <a:pt x="5760908" y="3238944"/>
                </a:lnTo>
                <a:lnTo>
                  <a:pt x="0" y="3238944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Helvetica"/>
              <a:sym typeface="Calibri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5E01C8-A51C-4419-A421-4E4153CA1F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9" y="0"/>
            <a:ext cx="772391" cy="772391"/>
          </a:xfrm>
          <a:prstGeom prst="rect">
            <a:avLst/>
          </a:prstGeom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6B90A50-E7C9-E540-8D62-1EC83C301E21}"/>
              </a:ext>
            </a:extLst>
          </p:cNvPr>
          <p:cNvSpPr/>
          <p:nvPr/>
        </p:nvSpPr>
        <p:spPr>
          <a:xfrm>
            <a:off x="1111598" y="1129182"/>
            <a:ext cx="34021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8255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Calibri"/>
                <a:sym typeface="Calibri"/>
              </a:rPr>
              <a:t>Выберите </a:t>
            </a: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FF0032"/>
                </a:solidFill>
                <a:effectLst/>
                <a:uLnTx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Calibri"/>
                <a:sym typeface="Calibri"/>
              </a:rPr>
              <a:t>Подключить</a:t>
            </a: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Calibri"/>
                <a:sym typeface="Calibri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32"/>
                </a:solidFill>
                <a:effectLst/>
                <a:uLnTx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Calibri"/>
                <a:sym typeface="Calibri"/>
              </a:rPr>
              <a:t>SIM</a:t>
            </a: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FF0032"/>
                </a:solidFill>
                <a:effectLst/>
                <a:uLnTx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Calibri"/>
                <a:sym typeface="Calibri"/>
              </a:rPr>
              <a:t>/услуги</a:t>
            </a: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Calibri"/>
                <a:sym typeface="Calibri"/>
              </a:rPr>
              <a:t>, </a:t>
            </a: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затем выберите </a:t>
            </a: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FF0032"/>
                </a:solidFill>
                <a:effectLst/>
                <a:uLnTx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Calibri"/>
                <a:sym typeface="Calibri"/>
              </a:rPr>
              <a:t>Регистрация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32"/>
                </a:solidFill>
                <a:effectLst/>
                <a:uLnTx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Calibri"/>
                <a:sym typeface="Calibri"/>
              </a:rPr>
              <a:t>SIM</a:t>
            </a:r>
            <a:endParaRPr kumimoji="0" lang="ru-RU" sz="1600" b="0" i="0" u="none" strike="noStrike" kern="0" cap="none" spc="0" normalizeH="0" baseline="0" noProof="0" dirty="0">
              <a:ln>
                <a:noFill/>
              </a:ln>
              <a:solidFill>
                <a:srgbClr val="FF0032"/>
              </a:solidFill>
              <a:effectLst/>
              <a:uLnTx/>
              <a:uFillTx/>
              <a:latin typeface="MTS Text Medium" panose="020B0306020102020303" pitchFamily="34" charset="0"/>
              <a:ea typeface="MTS Text Medium" panose="020B0306020102020303" pitchFamily="34" charset="0"/>
              <a:cs typeface="Calibri"/>
              <a:sym typeface="Calibri"/>
            </a:endParaRP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980CBA71-86FD-DD40-84B5-A7929FAADE61}"/>
              </a:ext>
            </a:extLst>
          </p:cNvPr>
          <p:cNvGrpSpPr>
            <a:grpSpLocks noChangeAspect="1"/>
          </p:cNvGrpSpPr>
          <p:nvPr/>
        </p:nvGrpSpPr>
        <p:grpSpPr>
          <a:xfrm>
            <a:off x="886602" y="2434033"/>
            <a:ext cx="3434866" cy="3389506"/>
            <a:chOff x="544511" y="946839"/>
            <a:chExt cx="4012995" cy="3960000"/>
          </a:xfrm>
        </p:grpSpPr>
        <p:pic>
          <p:nvPicPr>
            <p:cNvPr id="27" name="Рисунок 26">
              <a:extLst>
                <a:ext uri="{FF2B5EF4-FFF2-40B4-BE49-F238E27FC236}">
                  <a16:creationId xmlns:a16="http://schemas.microsoft.com/office/drawing/2014/main" id="{B823FC49-E9C9-484F-919E-40639F8DB1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144" b="6118"/>
            <a:stretch/>
          </p:blipFill>
          <p:spPr>
            <a:xfrm>
              <a:off x="2671773" y="1241625"/>
              <a:ext cx="1731388" cy="3452698"/>
            </a:xfrm>
            <a:prstGeom prst="rect">
              <a:avLst/>
            </a:prstGeom>
          </p:spPr>
        </p:pic>
        <p:pic>
          <p:nvPicPr>
            <p:cNvPr id="28" name="Picture 7">
              <a:extLst>
                <a:ext uri="{FF2B5EF4-FFF2-40B4-BE49-F238E27FC236}">
                  <a16:creationId xmlns:a16="http://schemas.microsoft.com/office/drawing/2014/main" id="{B897FEDC-3C52-4C40-8337-E06876CB50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23686" y="946839"/>
              <a:ext cx="2033820" cy="3960000"/>
            </a:xfrm>
            <a:prstGeom prst="rect">
              <a:avLst/>
            </a:prstGeom>
          </p:spPr>
        </p:pic>
        <p:pic>
          <p:nvPicPr>
            <p:cNvPr id="29" name="Picture 7">
              <a:extLst>
                <a:ext uri="{FF2B5EF4-FFF2-40B4-BE49-F238E27FC236}">
                  <a16:creationId xmlns:a16="http://schemas.microsoft.com/office/drawing/2014/main" id="{679D6A48-A525-7C4E-B528-0BD54EC712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06" b="6074"/>
            <a:stretch/>
          </p:blipFill>
          <p:spPr>
            <a:xfrm>
              <a:off x="668845" y="1177100"/>
              <a:ext cx="1740676" cy="3412505"/>
            </a:xfrm>
            <a:prstGeom prst="rect">
              <a:avLst/>
            </a:prstGeom>
          </p:spPr>
        </p:pic>
        <p:pic>
          <p:nvPicPr>
            <p:cNvPr id="30" name="Picture 7">
              <a:extLst>
                <a:ext uri="{FF2B5EF4-FFF2-40B4-BE49-F238E27FC236}">
                  <a16:creationId xmlns:a16="http://schemas.microsoft.com/office/drawing/2014/main" id="{F0847A32-D1BB-B343-BB51-94DF67389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4511" y="946839"/>
              <a:ext cx="2033820" cy="3960000"/>
            </a:xfrm>
            <a:prstGeom prst="rect">
              <a:avLst/>
            </a:prstGeom>
          </p:spPr>
        </p:pic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4E152624-AAB3-004E-8841-9F2D24E810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469" t="20963" r="1469" b="71325"/>
            <a:stretch/>
          </p:blipFill>
          <p:spPr>
            <a:xfrm>
              <a:off x="2638594" y="1861458"/>
              <a:ext cx="1780496" cy="305147"/>
            </a:xfrm>
            <a:prstGeom prst="round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DA422F9-7A01-D64F-85BE-D21B615FB056}"/>
              </a:ext>
            </a:extLst>
          </p:cNvPr>
          <p:cNvSpPr/>
          <p:nvPr/>
        </p:nvSpPr>
        <p:spPr>
          <a:xfrm>
            <a:off x="4656107" y="1129182"/>
            <a:ext cx="24619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Найдите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SIM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-карту 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по штрихкоду или 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выберите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FF0032"/>
                </a:solidFill>
                <a:effectLst/>
                <a:uLnTx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Calibri"/>
                <a:sym typeface="Calibri"/>
              </a:rPr>
              <a:t>Ручной ввод</a:t>
            </a:r>
          </a:p>
        </p:txBody>
      </p: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6CC5D3CA-4F63-7D43-957A-D3EE7C4B1F33}"/>
              </a:ext>
            </a:extLst>
          </p:cNvPr>
          <p:cNvGrpSpPr>
            <a:grpSpLocks noChangeAspect="1"/>
          </p:cNvGrpSpPr>
          <p:nvPr/>
        </p:nvGrpSpPr>
        <p:grpSpPr>
          <a:xfrm>
            <a:off x="4946623" y="2434033"/>
            <a:ext cx="1740819" cy="3389505"/>
            <a:chOff x="4954919" y="946839"/>
            <a:chExt cx="2033820" cy="3960000"/>
          </a:xfrm>
        </p:grpSpPr>
        <p:pic>
          <p:nvPicPr>
            <p:cNvPr id="34" name="Рисунок 33">
              <a:extLst>
                <a:ext uri="{FF2B5EF4-FFF2-40B4-BE49-F238E27FC236}">
                  <a16:creationId xmlns:a16="http://schemas.microsoft.com/office/drawing/2014/main" id="{A31B24E2-C9D2-E546-866B-1704988C88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49" b="6298"/>
            <a:stretch/>
          </p:blipFill>
          <p:spPr>
            <a:xfrm>
              <a:off x="5084883" y="1231109"/>
              <a:ext cx="1773892" cy="3538028"/>
            </a:xfrm>
            <a:prstGeom prst="roundRect">
              <a:avLst/>
            </a:prstGeom>
          </p:spPr>
        </p:pic>
        <p:pic>
          <p:nvPicPr>
            <p:cNvPr id="35" name="Picture 7">
              <a:extLst>
                <a:ext uri="{FF2B5EF4-FFF2-40B4-BE49-F238E27FC236}">
                  <a16:creationId xmlns:a16="http://schemas.microsoft.com/office/drawing/2014/main" id="{33427FBB-49EA-934D-B55B-086D4A8ED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54919" y="946839"/>
              <a:ext cx="2033820" cy="3960000"/>
            </a:xfrm>
            <a:prstGeom prst="rect">
              <a:avLst/>
            </a:prstGeom>
          </p:spPr>
        </p:pic>
      </p:grp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1E0620F0-954D-A84F-A40F-9D02E65A29BE}"/>
              </a:ext>
            </a:extLst>
          </p:cNvPr>
          <p:cNvSpPr/>
          <p:nvPr/>
        </p:nvSpPr>
        <p:spPr>
          <a:xfrm>
            <a:off x="7470709" y="1107507"/>
            <a:ext cx="446352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Приложение определит регион и предложит номера для подключения. Раскройте список 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в поле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FF0032"/>
                </a:solidFill>
                <a:effectLst/>
                <a:uLnTx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Calibri"/>
                <a:sym typeface="Calibri"/>
              </a:rPr>
              <a:t>Номер телефона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и выберите номер. Нажмите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FF0032"/>
                </a:solidFill>
                <a:effectLst/>
                <a:uLnTx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Calibri"/>
                <a:sym typeface="Calibri"/>
              </a:rPr>
              <a:t>Продолжить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6446FDA-0B1C-9E4D-95F0-9509CB8D5369}"/>
              </a:ext>
            </a:extLst>
          </p:cNvPr>
          <p:cNvGrpSpPr/>
          <p:nvPr/>
        </p:nvGrpSpPr>
        <p:grpSpPr>
          <a:xfrm>
            <a:off x="7470709" y="2426668"/>
            <a:ext cx="3379787" cy="3399303"/>
            <a:chOff x="6754601" y="3045788"/>
            <a:chExt cx="3379787" cy="3399303"/>
          </a:xfrm>
        </p:grpSpPr>
        <p:grpSp>
          <p:nvGrpSpPr>
            <p:cNvPr id="45" name="Группа 44">
              <a:extLst>
                <a:ext uri="{FF2B5EF4-FFF2-40B4-BE49-F238E27FC236}">
                  <a16:creationId xmlns:a16="http://schemas.microsoft.com/office/drawing/2014/main" id="{CFA1EA0C-ABB2-2443-9395-9896EE9AEA3F}"/>
                </a:ext>
              </a:extLst>
            </p:cNvPr>
            <p:cNvGrpSpPr/>
            <p:nvPr/>
          </p:nvGrpSpPr>
          <p:grpSpPr>
            <a:xfrm>
              <a:off x="6754601" y="3045788"/>
              <a:ext cx="3379787" cy="3399303"/>
              <a:chOff x="6722621" y="1314580"/>
              <a:chExt cx="3940085" cy="3962836"/>
            </a:xfrm>
          </p:grpSpPr>
          <p:pic>
            <p:nvPicPr>
              <p:cNvPr id="46" name="Рисунок 45">
                <a:extLst>
                  <a:ext uri="{FF2B5EF4-FFF2-40B4-BE49-F238E27FC236}">
                    <a16:creationId xmlns:a16="http://schemas.microsoft.com/office/drawing/2014/main" id="{A287BEC8-8E5D-364F-997E-7F8DD7EB4C6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275" b="6314"/>
              <a:stretch/>
            </p:blipFill>
            <p:spPr>
              <a:xfrm>
                <a:off x="8761073" y="1435190"/>
                <a:ext cx="1827553" cy="3671817"/>
              </a:xfrm>
              <a:prstGeom prst="roundRect">
                <a:avLst/>
              </a:prstGeom>
            </p:spPr>
          </p:pic>
          <p:pic>
            <p:nvPicPr>
              <p:cNvPr id="47" name="Picture 7">
                <a:extLst>
                  <a:ext uri="{FF2B5EF4-FFF2-40B4-BE49-F238E27FC236}">
                    <a16:creationId xmlns:a16="http://schemas.microsoft.com/office/drawing/2014/main" id="{6CF5E4D3-3762-334E-916F-19AB3F91C5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28894" y="1317416"/>
                <a:ext cx="2033812" cy="3960000"/>
              </a:xfrm>
              <a:prstGeom prst="rect">
                <a:avLst/>
              </a:prstGeom>
            </p:spPr>
          </p:pic>
          <p:pic>
            <p:nvPicPr>
              <p:cNvPr id="48" name="Рисунок 47">
                <a:extLst>
                  <a:ext uri="{FF2B5EF4-FFF2-40B4-BE49-F238E27FC236}">
                    <a16:creationId xmlns:a16="http://schemas.microsoft.com/office/drawing/2014/main" id="{8790E7B0-2E4F-7F4C-8C66-15A031103A3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672" b="5507"/>
              <a:stretch/>
            </p:blipFill>
            <p:spPr>
              <a:xfrm>
                <a:off x="6877023" y="1544843"/>
                <a:ext cx="1725157" cy="3481745"/>
              </a:xfrm>
              <a:prstGeom prst="roundRect">
                <a:avLst/>
              </a:prstGeom>
            </p:spPr>
          </p:pic>
          <p:pic>
            <p:nvPicPr>
              <p:cNvPr id="49" name="Picture 7">
                <a:extLst>
                  <a:ext uri="{FF2B5EF4-FFF2-40B4-BE49-F238E27FC236}">
                    <a16:creationId xmlns:a16="http://schemas.microsoft.com/office/drawing/2014/main" id="{13D65F72-E37E-A248-B76D-C289385BFA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22621" y="1314580"/>
                <a:ext cx="2018820" cy="3960000"/>
              </a:xfrm>
              <a:prstGeom prst="rect">
                <a:avLst/>
              </a:prstGeom>
            </p:spPr>
          </p:pic>
        </p:grpSp>
        <p:sp>
          <p:nvSpPr>
            <p:cNvPr id="50" name="Прямоугольник 49">
              <a:extLst>
                <a:ext uri="{FF2B5EF4-FFF2-40B4-BE49-F238E27FC236}">
                  <a16:creationId xmlns:a16="http://schemas.microsoft.com/office/drawing/2014/main" id="{7A63A77D-713B-A94E-B222-8B4CF088757A}"/>
                </a:ext>
              </a:extLst>
            </p:cNvPr>
            <p:cNvSpPr/>
            <p:nvPr/>
          </p:nvSpPr>
          <p:spPr>
            <a:xfrm>
              <a:off x="6977651" y="4424838"/>
              <a:ext cx="642817" cy="113602"/>
            </a:xfrm>
            <a:prstGeom prst="rect">
              <a:avLst/>
            </a:prstGeom>
            <a:solidFill>
              <a:srgbClr val="F2F3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  <a:sym typeface="Calibri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040A0C-1652-6E4A-9452-8FDE5A937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latin typeface="MTS Wide Medium" panose="020B0306020102020303" pitchFamily="34" charset="0"/>
                <a:ea typeface="MTS Wide Medium" panose="020B0306020102020303" pitchFamily="34" charset="0"/>
              </a:rPr>
              <a:t>КОРЗИНА</a:t>
            </a:r>
            <a:endParaRPr lang="ru-RU" dirty="0">
              <a:latin typeface="MTS Wide Medium" panose="020B0306020102020303" pitchFamily="34" charset="0"/>
              <a:ea typeface="MTS Wide Medium" panose="020B0306020102020303" pitchFamily="34" charset="0"/>
            </a:endParaRP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7D00C98C-D548-46F3-9BD5-278EECF3D90C}"/>
              </a:ext>
            </a:extLst>
          </p:cNvPr>
          <p:cNvSpPr/>
          <p:nvPr/>
        </p:nvSpPr>
        <p:spPr>
          <a:xfrm>
            <a:off x="587413" y="1136073"/>
            <a:ext cx="524185" cy="524185"/>
          </a:xfrm>
          <a:prstGeom prst="ellipse">
            <a:avLst/>
          </a:prstGeom>
          <a:solidFill>
            <a:srgbClr val="E9E9F9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lang="ru-RU" sz="1800" b="0" dirty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</a:rPr>
              <a:t>1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DED546BF-18CC-4106-B653-663283CDA048}"/>
              </a:ext>
            </a:extLst>
          </p:cNvPr>
          <p:cNvSpPr/>
          <p:nvPr/>
        </p:nvSpPr>
        <p:spPr>
          <a:xfrm>
            <a:off x="4173014" y="1136073"/>
            <a:ext cx="524185" cy="524185"/>
          </a:xfrm>
          <a:prstGeom prst="ellipse">
            <a:avLst/>
          </a:prstGeom>
          <a:solidFill>
            <a:srgbClr val="E9E9F9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kumimoji="0" lang="ru-RU" u="none" strike="noStrike" cap="none" spc="0" normalizeH="0" baseline="0" dirty="0">
                <a:ln>
                  <a:noFill/>
                </a:ln>
                <a:effectLst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2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D0F441CA-4E97-47A6-BBB9-A5B8F1C7BCFD}"/>
              </a:ext>
            </a:extLst>
          </p:cNvPr>
          <p:cNvSpPr/>
          <p:nvPr/>
        </p:nvSpPr>
        <p:spPr>
          <a:xfrm>
            <a:off x="7022326" y="1136073"/>
            <a:ext cx="524185" cy="524185"/>
          </a:xfrm>
          <a:prstGeom prst="ellipse">
            <a:avLst/>
          </a:prstGeom>
          <a:solidFill>
            <a:srgbClr val="E9E9F9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kumimoji="0" lang="ru-RU" u="none" strike="noStrike" cap="none" spc="0" normalizeH="0" baseline="0" dirty="0">
                <a:ln>
                  <a:noFill/>
                </a:ln>
                <a:effectLst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3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03176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: фигура 7" hidden="1">
            <a:extLst>
              <a:ext uri="{FF2B5EF4-FFF2-40B4-BE49-F238E27FC236}">
                <a16:creationId xmlns:a16="http://schemas.microsoft.com/office/drawing/2014/main" id="{97103FBE-9795-4A46-B85D-5C1FA365AE03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274273 w 5760908"/>
              <a:gd name="connsiteY0" fmla="*/ 270109 h 3238944"/>
              <a:gd name="connsiteX1" fmla="*/ 274273 w 5760908"/>
              <a:gd name="connsiteY1" fmla="*/ 2968836 h 3238944"/>
              <a:gd name="connsiteX2" fmla="*/ 5495318 w 5760908"/>
              <a:gd name="connsiteY2" fmla="*/ 2968836 h 3238944"/>
              <a:gd name="connsiteX3" fmla="*/ 5495318 w 5760908"/>
              <a:gd name="connsiteY3" fmla="*/ 270109 h 3238944"/>
              <a:gd name="connsiteX4" fmla="*/ 0 w 5760908"/>
              <a:gd name="connsiteY4" fmla="*/ 0 h 3238944"/>
              <a:gd name="connsiteX5" fmla="*/ 5760908 w 5760908"/>
              <a:gd name="connsiteY5" fmla="*/ 0 h 3238944"/>
              <a:gd name="connsiteX6" fmla="*/ 5760908 w 5760908"/>
              <a:gd name="connsiteY6" fmla="*/ 3238944 h 3238944"/>
              <a:gd name="connsiteX7" fmla="*/ 0 w 5760908"/>
              <a:gd name="connsiteY7" fmla="*/ 3238944 h 3238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60908" h="3238944">
                <a:moveTo>
                  <a:pt x="274273" y="270109"/>
                </a:moveTo>
                <a:lnTo>
                  <a:pt x="274273" y="2968836"/>
                </a:lnTo>
                <a:lnTo>
                  <a:pt x="5495318" y="2968836"/>
                </a:lnTo>
                <a:lnTo>
                  <a:pt x="5495318" y="270109"/>
                </a:lnTo>
                <a:close/>
                <a:moveTo>
                  <a:pt x="0" y="0"/>
                </a:moveTo>
                <a:lnTo>
                  <a:pt x="5760908" y="0"/>
                </a:lnTo>
                <a:lnTo>
                  <a:pt x="5760908" y="3238944"/>
                </a:lnTo>
                <a:lnTo>
                  <a:pt x="0" y="3238944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Helvetica"/>
              <a:sym typeface="Calibri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5E01C8-A51C-4419-A421-4E4153CA1F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9" y="0"/>
            <a:ext cx="772391" cy="772391"/>
          </a:xfrm>
          <a:prstGeom prst="rect">
            <a:avLst/>
          </a:prstGeom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6B90A50-E7C9-E540-8D62-1EC83C301E21}"/>
              </a:ext>
            </a:extLst>
          </p:cNvPr>
          <p:cNvSpPr/>
          <p:nvPr/>
        </p:nvSpPr>
        <p:spPr>
          <a:xfrm>
            <a:off x="1105865" y="1117173"/>
            <a:ext cx="31399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Выберите тарифный план МТС Больше (на старте проекта)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DA422F9-7A01-D64F-85BE-D21B615FB056}"/>
              </a:ext>
            </a:extLst>
          </p:cNvPr>
          <p:cNvSpPr/>
          <p:nvPr/>
        </p:nvSpPr>
        <p:spPr>
          <a:xfrm>
            <a:off x="4611992" y="1117173"/>
            <a:ext cx="33586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Выберите пакет услуг для тарифного плана. Нажмите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FF0032"/>
                </a:solidFill>
                <a:effectLst/>
                <a:uLnTx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Calibri"/>
                <a:sym typeface="Calibri"/>
              </a:rPr>
              <a:t>Добавить в Корзину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1E0620F0-954D-A84F-A40F-9D02E65A29BE}"/>
              </a:ext>
            </a:extLst>
          </p:cNvPr>
          <p:cNvSpPr/>
          <p:nvPr/>
        </p:nvSpPr>
        <p:spPr>
          <a:xfrm>
            <a:off x="7935343" y="1117173"/>
            <a:ext cx="405818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Проверьте тариф в Корзине переходите к внесению данных абонента. На этом этапе клиент может сфотографировать свой номер федеральной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SIM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Calibri"/>
              <a:sym typeface="Calibri"/>
            </a:endParaRP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55E00FC4-ED05-CA4F-8655-8C7BFA18B34E}"/>
              </a:ext>
            </a:extLst>
          </p:cNvPr>
          <p:cNvGrpSpPr>
            <a:grpSpLocks noChangeAspect="1"/>
          </p:cNvGrpSpPr>
          <p:nvPr/>
        </p:nvGrpSpPr>
        <p:grpSpPr>
          <a:xfrm>
            <a:off x="1356521" y="2367742"/>
            <a:ext cx="1741683" cy="3391200"/>
            <a:chOff x="532945" y="2579017"/>
            <a:chExt cx="2076190" cy="4042514"/>
          </a:xfrm>
        </p:grpSpPr>
        <p:pic>
          <p:nvPicPr>
            <p:cNvPr id="25" name="Рисунок 24">
              <a:extLst>
                <a:ext uri="{FF2B5EF4-FFF2-40B4-BE49-F238E27FC236}">
                  <a16:creationId xmlns:a16="http://schemas.microsoft.com/office/drawing/2014/main" id="{D6593410-ED51-174F-8F51-E6CFB4A4A5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838"/>
            <a:stretch/>
          </p:blipFill>
          <p:spPr>
            <a:xfrm>
              <a:off x="665364" y="2719451"/>
              <a:ext cx="1787605" cy="3700800"/>
            </a:xfrm>
            <a:prstGeom prst="roundRect">
              <a:avLst/>
            </a:prstGeom>
          </p:spPr>
        </p:pic>
        <p:pic>
          <p:nvPicPr>
            <p:cNvPr id="37" name="Picture 7">
              <a:extLst>
                <a:ext uri="{FF2B5EF4-FFF2-40B4-BE49-F238E27FC236}">
                  <a16:creationId xmlns:a16="http://schemas.microsoft.com/office/drawing/2014/main" id="{D1C5C809-76A0-F547-94A0-1170EFF58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2945" y="2579017"/>
              <a:ext cx="2076190" cy="4042514"/>
            </a:xfrm>
            <a:prstGeom prst="rect">
              <a:avLst/>
            </a:prstGeom>
          </p:spPr>
        </p:pic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31EB0276-CD56-4543-9F18-82BC55E99E02}"/>
              </a:ext>
            </a:extLst>
          </p:cNvPr>
          <p:cNvGrpSpPr/>
          <p:nvPr/>
        </p:nvGrpSpPr>
        <p:grpSpPr>
          <a:xfrm>
            <a:off x="7819554" y="2357109"/>
            <a:ext cx="3381282" cy="3392702"/>
            <a:chOff x="7298955" y="1343258"/>
            <a:chExt cx="3946670" cy="3960000"/>
          </a:xfrm>
        </p:grpSpPr>
        <p:pic>
          <p:nvPicPr>
            <p:cNvPr id="39" name="Рисунок 38">
              <a:extLst>
                <a:ext uri="{FF2B5EF4-FFF2-40B4-BE49-F238E27FC236}">
                  <a16:creationId xmlns:a16="http://schemas.microsoft.com/office/drawing/2014/main" id="{34FCE045-E03B-004A-B7E8-AA11B553DC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07" b="6014"/>
            <a:stretch/>
          </p:blipFill>
          <p:spPr>
            <a:xfrm>
              <a:off x="7426993" y="1540564"/>
              <a:ext cx="1752766" cy="3489121"/>
            </a:xfrm>
            <a:prstGeom prst="roundRect">
              <a:avLst/>
            </a:prstGeom>
          </p:spPr>
        </p:pic>
        <p:pic>
          <p:nvPicPr>
            <p:cNvPr id="40" name="Picture 7">
              <a:extLst>
                <a:ext uri="{FF2B5EF4-FFF2-40B4-BE49-F238E27FC236}">
                  <a16:creationId xmlns:a16="http://schemas.microsoft.com/office/drawing/2014/main" id="{70FD474A-265F-884F-BB6E-7FE067799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98955" y="1343258"/>
              <a:ext cx="2033812" cy="3960000"/>
            </a:xfrm>
            <a:prstGeom prst="rect">
              <a:avLst/>
            </a:prstGeom>
          </p:spPr>
        </p:pic>
        <p:pic>
          <p:nvPicPr>
            <p:cNvPr id="41" name="Рисунок 40">
              <a:extLst>
                <a:ext uri="{FF2B5EF4-FFF2-40B4-BE49-F238E27FC236}">
                  <a16:creationId xmlns:a16="http://schemas.microsoft.com/office/drawing/2014/main" id="{89C63896-7186-C140-9D76-DADEABA5F1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30" b="5571"/>
            <a:stretch/>
          </p:blipFill>
          <p:spPr>
            <a:xfrm>
              <a:off x="9327675" y="1526951"/>
              <a:ext cx="1782515" cy="3592744"/>
            </a:xfrm>
            <a:prstGeom prst="roundRect">
              <a:avLst/>
            </a:prstGeom>
          </p:spPr>
        </p:pic>
        <p:pic>
          <p:nvPicPr>
            <p:cNvPr id="42" name="Picture 7">
              <a:extLst>
                <a:ext uri="{FF2B5EF4-FFF2-40B4-BE49-F238E27FC236}">
                  <a16:creationId xmlns:a16="http://schemas.microsoft.com/office/drawing/2014/main" id="{E8DFBFF6-DDF3-F84F-AADF-83DDB5DEA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211813" y="1343258"/>
              <a:ext cx="2033812" cy="3960000"/>
            </a:xfrm>
            <a:prstGeom prst="rect">
              <a:avLst/>
            </a:prstGeom>
          </p:spPr>
        </p:pic>
      </p:grp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A96FBB53-8B91-524F-A8CB-551E54710AA9}"/>
              </a:ext>
            </a:extLst>
          </p:cNvPr>
          <p:cNvSpPr/>
          <p:nvPr/>
        </p:nvSpPr>
        <p:spPr>
          <a:xfrm>
            <a:off x="179877" y="6167625"/>
            <a:ext cx="10134790" cy="574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4800" marR="0" lvl="0" indent="0" algn="l" defTabSz="825500" rtl="0" eaLnBrk="1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*</a:t>
            </a:r>
            <a:r>
              <a:rPr kumimoji="0" lang="ru-RU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Автоплатёж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, МТС Музыка, </a:t>
            </a:r>
            <a:r>
              <a:rPr kumimoji="0" lang="e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KION,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МТС </a:t>
            </a:r>
            <a:r>
              <a:rPr kumimoji="0" lang="e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Premium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Calibri"/>
              <a:sym typeface="Calibri"/>
            </a:endParaRPr>
          </a:p>
          <a:p>
            <a:pPr marL="304800" marR="0" lvl="0" indent="0" algn="l" defTabSz="825500" rtl="0" eaLnBrk="1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Calibri"/>
              <a:sym typeface="Calibri"/>
            </a:endParaRPr>
          </a:p>
        </p:txBody>
      </p: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4CA19ED0-B924-0242-BDBC-D3A71B571F5D}"/>
              </a:ext>
            </a:extLst>
          </p:cNvPr>
          <p:cNvGrpSpPr/>
          <p:nvPr/>
        </p:nvGrpSpPr>
        <p:grpSpPr>
          <a:xfrm>
            <a:off x="4245848" y="2357109"/>
            <a:ext cx="3441935" cy="3396239"/>
            <a:chOff x="3098541" y="1324520"/>
            <a:chExt cx="3999630" cy="3946531"/>
          </a:xfrm>
        </p:grpSpPr>
        <p:grpSp>
          <p:nvGrpSpPr>
            <p:cNvPr id="51" name="Группа 50">
              <a:extLst>
                <a:ext uri="{FF2B5EF4-FFF2-40B4-BE49-F238E27FC236}">
                  <a16:creationId xmlns:a16="http://schemas.microsoft.com/office/drawing/2014/main" id="{9B8949A4-F24B-4349-9277-BFF4F1AD42A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074284" y="1330375"/>
              <a:ext cx="2023887" cy="3940676"/>
              <a:chOff x="5786992" y="2569108"/>
              <a:chExt cx="2066058" cy="4022787"/>
            </a:xfrm>
          </p:grpSpPr>
          <p:pic>
            <p:nvPicPr>
              <p:cNvPr id="55" name="Рисунок 54">
                <a:extLst>
                  <a:ext uri="{FF2B5EF4-FFF2-40B4-BE49-F238E27FC236}">
                    <a16:creationId xmlns:a16="http://schemas.microsoft.com/office/drawing/2014/main" id="{25956625-3B8B-BE44-8690-A998641597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134"/>
              <a:stretch/>
            </p:blipFill>
            <p:spPr>
              <a:xfrm>
                <a:off x="5926735" y="2719451"/>
                <a:ext cx="1793301" cy="3700800"/>
              </a:xfrm>
              <a:prstGeom prst="roundRect">
                <a:avLst/>
              </a:prstGeom>
            </p:spPr>
          </p:pic>
          <p:pic>
            <p:nvPicPr>
              <p:cNvPr id="56" name="Picture 7">
                <a:extLst>
                  <a:ext uri="{FF2B5EF4-FFF2-40B4-BE49-F238E27FC236}">
                    <a16:creationId xmlns:a16="http://schemas.microsoft.com/office/drawing/2014/main" id="{3BA6B841-A896-0E40-A61A-74BB21F605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86992" y="2569108"/>
                <a:ext cx="2066058" cy="4022787"/>
              </a:xfrm>
              <a:prstGeom prst="rect">
                <a:avLst/>
              </a:prstGeom>
            </p:spPr>
          </p:pic>
        </p:grpSp>
        <p:grpSp>
          <p:nvGrpSpPr>
            <p:cNvPr id="52" name="Группа 51">
              <a:extLst>
                <a:ext uri="{FF2B5EF4-FFF2-40B4-BE49-F238E27FC236}">
                  <a16:creationId xmlns:a16="http://schemas.microsoft.com/office/drawing/2014/main" id="{0D053D28-19A6-F24D-9367-3398724231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098541" y="1324520"/>
              <a:ext cx="2023887" cy="3940676"/>
              <a:chOff x="3144861" y="2548235"/>
              <a:chExt cx="2066058" cy="4022787"/>
            </a:xfrm>
          </p:grpSpPr>
          <p:pic>
            <p:nvPicPr>
              <p:cNvPr id="53" name="Рисунок 52">
                <a:extLst>
                  <a:ext uri="{FF2B5EF4-FFF2-40B4-BE49-F238E27FC236}">
                    <a16:creationId xmlns:a16="http://schemas.microsoft.com/office/drawing/2014/main" id="{D3F884FB-FD9E-544C-938D-59074D2C7F3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6643"/>
              <a:stretch/>
            </p:blipFill>
            <p:spPr>
              <a:xfrm>
                <a:off x="3288535" y="2719451"/>
                <a:ext cx="1783863" cy="3700800"/>
              </a:xfrm>
              <a:prstGeom prst="roundRect">
                <a:avLst/>
              </a:prstGeom>
            </p:spPr>
          </p:pic>
          <p:pic>
            <p:nvPicPr>
              <p:cNvPr id="54" name="Picture 7">
                <a:extLst>
                  <a:ext uri="{FF2B5EF4-FFF2-40B4-BE49-F238E27FC236}">
                    <a16:creationId xmlns:a16="http://schemas.microsoft.com/office/drawing/2014/main" id="{B51E6F6D-4636-904E-A9BA-0E2FEEE77B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44861" y="2548235"/>
                <a:ext cx="2066058" cy="4022787"/>
              </a:xfrm>
              <a:prstGeom prst="rect">
                <a:avLst/>
              </a:prstGeom>
            </p:spPr>
          </p:pic>
        </p:grpSp>
      </p:grp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A525957-4012-9945-BBDD-CA198BF0C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>
                <a:latin typeface="MTS Wide Medium" panose="020B0306020102020303" pitchFamily="34" charset="0"/>
                <a:ea typeface="MTS Wide Medium" panose="020B0306020102020303" pitchFamily="34" charset="0"/>
              </a:rPr>
              <a:t>КОРЗИНА</a:t>
            </a:r>
            <a:endParaRPr lang="ru-RU" dirty="0">
              <a:latin typeface="MTS Wide Medium" panose="020B0306020102020303" pitchFamily="34" charset="0"/>
              <a:ea typeface="MTS Wide Medium" panose="020B0306020102020303" pitchFamily="34" charset="0"/>
            </a:endParaRP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FE847D00-4913-4695-9394-D8E3B29B0B20}"/>
              </a:ext>
            </a:extLst>
          </p:cNvPr>
          <p:cNvSpPr/>
          <p:nvPr/>
        </p:nvSpPr>
        <p:spPr>
          <a:xfrm>
            <a:off x="587413" y="1136073"/>
            <a:ext cx="524185" cy="524185"/>
          </a:xfrm>
          <a:prstGeom prst="ellipse">
            <a:avLst/>
          </a:prstGeom>
          <a:solidFill>
            <a:srgbClr val="E9E9F9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kumimoji="0" lang="en-US" u="none" strike="noStrike" cap="none" spc="0" normalizeH="0" baseline="0" dirty="0">
                <a:ln>
                  <a:noFill/>
                </a:ln>
                <a:effectLst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4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553C81C8-577B-42DA-825C-3E5B13B3581C}"/>
              </a:ext>
            </a:extLst>
          </p:cNvPr>
          <p:cNvSpPr/>
          <p:nvPr/>
        </p:nvSpPr>
        <p:spPr>
          <a:xfrm>
            <a:off x="4066687" y="1136073"/>
            <a:ext cx="524185" cy="524185"/>
          </a:xfrm>
          <a:prstGeom prst="ellipse">
            <a:avLst/>
          </a:prstGeom>
          <a:solidFill>
            <a:srgbClr val="E9E9F9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lang="en-US" sz="1800" b="0" dirty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5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14DBA877-4477-4BD3-ABFE-86EB34C83ACF}"/>
              </a:ext>
            </a:extLst>
          </p:cNvPr>
          <p:cNvSpPr/>
          <p:nvPr/>
        </p:nvSpPr>
        <p:spPr>
          <a:xfrm>
            <a:off x="7447634" y="1136073"/>
            <a:ext cx="524185" cy="524185"/>
          </a:xfrm>
          <a:prstGeom prst="ellipse">
            <a:avLst/>
          </a:prstGeom>
          <a:solidFill>
            <a:srgbClr val="E9E9F9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lang="en-US" sz="1800" b="0" dirty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6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49682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: фигура 7" hidden="1">
            <a:extLst>
              <a:ext uri="{FF2B5EF4-FFF2-40B4-BE49-F238E27FC236}">
                <a16:creationId xmlns:a16="http://schemas.microsoft.com/office/drawing/2014/main" id="{97103FBE-9795-4A46-B85D-5C1FA365AE03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274273 w 5760908"/>
              <a:gd name="connsiteY0" fmla="*/ 270109 h 3238944"/>
              <a:gd name="connsiteX1" fmla="*/ 274273 w 5760908"/>
              <a:gd name="connsiteY1" fmla="*/ 2968836 h 3238944"/>
              <a:gd name="connsiteX2" fmla="*/ 5495318 w 5760908"/>
              <a:gd name="connsiteY2" fmla="*/ 2968836 h 3238944"/>
              <a:gd name="connsiteX3" fmla="*/ 5495318 w 5760908"/>
              <a:gd name="connsiteY3" fmla="*/ 270109 h 3238944"/>
              <a:gd name="connsiteX4" fmla="*/ 0 w 5760908"/>
              <a:gd name="connsiteY4" fmla="*/ 0 h 3238944"/>
              <a:gd name="connsiteX5" fmla="*/ 5760908 w 5760908"/>
              <a:gd name="connsiteY5" fmla="*/ 0 h 3238944"/>
              <a:gd name="connsiteX6" fmla="*/ 5760908 w 5760908"/>
              <a:gd name="connsiteY6" fmla="*/ 3238944 h 3238944"/>
              <a:gd name="connsiteX7" fmla="*/ 0 w 5760908"/>
              <a:gd name="connsiteY7" fmla="*/ 3238944 h 3238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60908" h="3238944">
                <a:moveTo>
                  <a:pt x="274273" y="270109"/>
                </a:moveTo>
                <a:lnTo>
                  <a:pt x="274273" y="2968836"/>
                </a:lnTo>
                <a:lnTo>
                  <a:pt x="5495318" y="2968836"/>
                </a:lnTo>
                <a:lnTo>
                  <a:pt x="5495318" y="270109"/>
                </a:lnTo>
                <a:close/>
                <a:moveTo>
                  <a:pt x="0" y="0"/>
                </a:moveTo>
                <a:lnTo>
                  <a:pt x="5760908" y="0"/>
                </a:lnTo>
                <a:lnTo>
                  <a:pt x="5760908" y="3238944"/>
                </a:lnTo>
                <a:lnTo>
                  <a:pt x="0" y="3238944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Helvetica"/>
              <a:sym typeface="Calibri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5E01C8-A51C-4419-A421-4E4153CA1F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9" y="0"/>
            <a:ext cx="772391" cy="772391"/>
          </a:xfrm>
          <a:prstGeom prst="rect">
            <a:avLst/>
          </a:prstGeom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6B90A50-E7C9-E540-8D62-1EC83C301E21}"/>
              </a:ext>
            </a:extLst>
          </p:cNvPr>
          <p:cNvSpPr/>
          <p:nvPr/>
        </p:nvSpPr>
        <p:spPr>
          <a:xfrm>
            <a:off x="1042626" y="1222068"/>
            <a:ext cx="335085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8255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Внесите данные абонента</a:t>
            </a:r>
            <a:endParaRPr kumimoji="0" lang="ru-RU" sz="1600" b="1" i="0" u="none" strike="noStrike" kern="0" cap="none" spc="0" normalizeH="0" baseline="0" noProof="0" dirty="0">
              <a:ln>
                <a:noFill/>
              </a:ln>
              <a:solidFill>
                <a:srgbClr val="FF0032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Calibri"/>
              <a:sym typeface="Calibri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DA422F9-7A01-D64F-85BE-D21B615FB056}"/>
              </a:ext>
            </a:extLst>
          </p:cNvPr>
          <p:cNvSpPr/>
          <p:nvPr/>
        </p:nvSpPr>
        <p:spPr>
          <a:xfrm>
            <a:off x="4552771" y="1095180"/>
            <a:ext cx="6044209" cy="22006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Уточните данные для поиска клиента на Госуслугах. Возможно использовать:</a:t>
            </a:r>
          </a:p>
          <a:p>
            <a:pPr marR="0" lvl="0" algn="l" defTabSz="9144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E-mail</a:t>
            </a:r>
          </a:p>
          <a:p>
            <a:pPr marR="0" lvl="0" algn="l" defTabSz="9144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Номер телефона</a:t>
            </a:r>
          </a:p>
          <a:p>
            <a:pPr marR="0" lvl="0" algn="l" defTabSz="9144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СНИЛС</a:t>
            </a:r>
          </a:p>
          <a:p>
            <a:pPr marR="0" lvl="0" algn="l" defTabSz="9144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Нет данных*</a:t>
            </a:r>
          </a:p>
          <a:p>
            <a:pPr marR="0" lvl="0" algn="l" defTabSz="9144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Нажмите </a:t>
            </a: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FF0032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Продолжить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Calibri"/>
              <a:sym typeface="Calibri"/>
            </a:endParaRPr>
          </a:p>
        </p:txBody>
      </p: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A0DC9EC4-E416-404D-8C27-58AE911D1E7E}"/>
              </a:ext>
            </a:extLst>
          </p:cNvPr>
          <p:cNvGrpSpPr>
            <a:grpSpLocks noChangeAspect="1"/>
          </p:cNvGrpSpPr>
          <p:nvPr/>
        </p:nvGrpSpPr>
        <p:grpSpPr>
          <a:xfrm>
            <a:off x="1348097" y="1684347"/>
            <a:ext cx="2214598" cy="4311985"/>
            <a:chOff x="544511" y="1503423"/>
            <a:chExt cx="2033820" cy="3960000"/>
          </a:xfrm>
        </p:grpSpPr>
        <p:pic>
          <p:nvPicPr>
            <p:cNvPr id="46" name="Picture 7">
              <a:extLst>
                <a:ext uri="{FF2B5EF4-FFF2-40B4-BE49-F238E27FC236}">
                  <a16:creationId xmlns:a16="http://schemas.microsoft.com/office/drawing/2014/main" id="{6BEEF9A4-35F6-B348-BAF8-85165C7BB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4511" y="1503423"/>
              <a:ext cx="2033820" cy="3960000"/>
            </a:xfrm>
            <a:prstGeom prst="rect">
              <a:avLst/>
            </a:prstGeom>
          </p:spPr>
        </p:pic>
        <p:pic>
          <p:nvPicPr>
            <p:cNvPr id="47" name="Picture 7">
              <a:extLst>
                <a:ext uri="{FF2B5EF4-FFF2-40B4-BE49-F238E27FC236}">
                  <a16:creationId xmlns:a16="http://schemas.microsoft.com/office/drawing/2014/main" id="{B1428809-87C4-C648-8FA6-FDC051C453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09" b="6378"/>
            <a:stretch/>
          </p:blipFill>
          <p:spPr>
            <a:xfrm>
              <a:off x="731612" y="1838735"/>
              <a:ext cx="1653657" cy="3300471"/>
            </a:xfrm>
            <a:prstGeom prst="rect">
              <a:avLst/>
            </a:prstGeom>
          </p:spPr>
        </p:pic>
      </p:grpSp>
      <p:sp>
        <p:nvSpPr>
          <p:cNvPr id="2" name="Прямоугольник 1"/>
          <p:cNvSpPr/>
          <p:nvPr/>
        </p:nvSpPr>
        <p:spPr>
          <a:xfrm>
            <a:off x="176115" y="6154259"/>
            <a:ext cx="6096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4800" marR="0" lvl="0" indent="0" algn="l" defTabSz="825500" rtl="0" eaLnBrk="1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*Если у клиента отсутствует УЗ в </a:t>
            </a:r>
            <a:r>
              <a:rPr kumimoji="0" lang="ru-RU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ГосУслугах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Calibri"/>
              <a:sym typeface="Calibri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5F1BFFE-262A-AB41-8BAE-1EF1AE580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latin typeface="MTS Wide Medium" panose="020B0306020102020303" pitchFamily="34" charset="0"/>
                <a:ea typeface="MTS Wide Medium" panose="020B0306020102020303" pitchFamily="34" charset="0"/>
              </a:rPr>
              <a:t>ВНЕСЕНИЕ ДАННЫХ ГРАЖДАНИНА РФ</a:t>
            </a:r>
            <a:endParaRPr lang="ru-RU" dirty="0">
              <a:latin typeface="MTS Wide Medium" panose="020B0306020102020303" pitchFamily="34" charset="0"/>
              <a:ea typeface="MTS Wide Medium" panose="020B0306020102020303" pitchFamily="34" charset="0"/>
            </a:endParaRP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2B27C407-08DF-4A6E-AAF7-7380C8DC530E}"/>
              </a:ext>
            </a:extLst>
          </p:cNvPr>
          <p:cNvSpPr/>
          <p:nvPr/>
        </p:nvSpPr>
        <p:spPr>
          <a:xfrm>
            <a:off x="587413" y="1136073"/>
            <a:ext cx="524185" cy="524185"/>
          </a:xfrm>
          <a:prstGeom prst="ellipse">
            <a:avLst/>
          </a:prstGeom>
          <a:solidFill>
            <a:srgbClr val="E9E9F9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lang="ru-RU" sz="1800" b="0" dirty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</a:rPr>
              <a:t>1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4EEECA4-E203-426F-B0D3-92AC6C129B7A}"/>
              </a:ext>
            </a:extLst>
          </p:cNvPr>
          <p:cNvSpPr/>
          <p:nvPr/>
        </p:nvSpPr>
        <p:spPr>
          <a:xfrm>
            <a:off x="4045423" y="1136073"/>
            <a:ext cx="524185" cy="524185"/>
          </a:xfrm>
          <a:prstGeom prst="ellipse">
            <a:avLst/>
          </a:prstGeom>
          <a:solidFill>
            <a:srgbClr val="E9E9F9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kumimoji="0" lang="ru-RU" u="none" strike="noStrike" cap="none" spc="0" normalizeH="0" baseline="0" dirty="0">
                <a:ln>
                  <a:noFill/>
                </a:ln>
                <a:effectLst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2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92B37693-E817-4726-9EA4-1795313F1B08}"/>
              </a:ext>
            </a:extLst>
          </p:cNvPr>
          <p:cNvGrpSpPr/>
          <p:nvPr/>
        </p:nvGrpSpPr>
        <p:grpSpPr>
          <a:xfrm>
            <a:off x="7870627" y="1684347"/>
            <a:ext cx="2507368" cy="4486380"/>
            <a:chOff x="3467190" y="2284635"/>
            <a:chExt cx="1741689" cy="3391200"/>
          </a:xfrm>
        </p:grpSpPr>
        <p:pic>
          <p:nvPicPr>
            <p:cNvPr id="30" name="Рисунок 29">
              <a:extLst>
                <a:ext uri="{FF2B5EF4-FFF2-40B4-BE49-F238E27FC236}">
                  <a16:creationId xmlns:a16="http://schemas.microsoft.com/office/drawing/2014/main" id="{A3FCA68B-2481-4C05-8177-3D0B4F51F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16197" y="2495061"/>
              <a:ext cx="1443677" cy="3068978"/>
            </a:xfrm>
            <a:prstGeom prst="rect">
              <a:avLst/>
            </a:prstGeom>
          </p:spPr>
        </p:pic>
        <p:pic>
          <p:nvPicPr>
            <p:cNvPr id="31" name="Picture 7">
              <a:extLst>
                <a:ext uri="{FF2B5EF4-FFF2-40B4-BE49-F238E27FC236}">
                  <a16:creationId xmlns:a16="http://schemas.microsoft.com/office/drawing/2014/main" id="{B50C3633-F537-4466-82A5-A171A067B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67190" y="2284635"/>
              <a:ext cx="1741689" cy="3391200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3943977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: фигура 7" hidden="1">
            <a:extLst>
              <a:ext uri="{FF2B5EF4-FFF2-40B4-BE49-F238E27FC236}">
                <a16:creationId xmlns:a16="http://schemas.microsoft.com/office/drawing/2014/main" id="{97103FBE-9795-4A46-B85D-5C1FA365AE03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274273 w 5760908"/>
              <a:gd name="connsiteY0" fmla="*/ 270109 h 3238944"/>
              <a:gd name="connsiteX1" fmla="*/ 274273 w 5760908"/>
              <a:gd name="connsiteY1" fmla="*/ 2968836 h 3238944"/>
              <a:gd name="connsiteX2" fmla="*/ 5495318 w 5760908"/>
              <a:gd name="connsiteY2" fmla="*/ 2968836 h 3238944"/>
              <a:gd name="connsiteX3" fmla="*/ 5495318 w 5760908"/>
              <a:gd name="connsiteY3" fmla="*/ 270109 h 3238944"/>
              <a:gd name="connsiteX4" fmla="*/ 0 w 5760908"/>
              <a:gd name="connsiteY4" fmla="*/ 0 h 3238944"/>
              <a:gd name="connsiteX5" fmla="*/ 5760908 w 5760908"/>
              <a:gd name="connsiteY5" fmla="*/ 0 h 3238944"/>
              <a:gd name="connsiteX6" fmla="*/ 5760908 w 5760908"/>
              <a:gd name="connsiteY6" fmla="*/ 3238944 h 3238944"/>
              <a:gd name="connsiteX7" fmla="*/ 0 w 5760908"/>
              <a:gd name="connsiteY7" fmla="*/ 3238944 h 3238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60908" h="3238944">
                <a:moveTo>
                  <a:pt x="274273" y="270109"/>
                </a:moveTo>
                <a:lnTo>
                  <a:pt x="274273" y="2968836"/>
                </a:lnTo>
                <a:lnTo>
                  <a:pt x="5495318" y="2968836"/>
                </a:lnTo>
                <a:lnTo>
                  <a:pt x="5495318" y="270109"/>
                </a:lnTo>
                <a:close/>
                <a:moveTo>
                  <a:pt x="0" y="0"/>
                </a:moveTo>
                <a:lnTo>
                  <a:pt x="5760908" y="0"/>
                </a:lnTo>
                <a:lnTo>
                  <a:pt x="5760908" y="3238944"/>
                </a:lnTo>
                <a:lnTo>
                  <a:pt x="0" y="3238944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Helvetica"/>
              <a:sym typeface="Calibri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5E01C8-A51C-4419-A421-4E4153CA1F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9" y="0"/>
            <a:ext cx="772391" cy="772391"/>
          </a:xfrm>
          <a:prstGeom prst="rect">
            <a:avLst/>
          </a:prstGeom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6B90A50-E7C9-E540-8D62-1EC83C301E21}"/>
              </a:ext>
            </a:extLst>
          </p:cNvPr>
          <p:cNvSpPr/>
          <p:nvPr/>
        </p:nvSpPr>
        <p:spPr>
          <a:xfrm>
            <a:off x="1042626" y="1098537"/>
            <a:ext cx="335085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8255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Внесите адрес регистрации и нажмите </a:t>
            </a: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FF0032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Продолжить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DA422F9-7A01-D64F-85BE-D21B615FB056}"/>
              </a:ext>
            </a:extLst>
          </p:cNvPr>
          <p:cNvSpPr/>
          <p:nvPr/>
        </p:nvSpPr>
        <p:spPr>
          <a:xfrm>
            <a:off x="6417082" y="1095180"/>
            <a:ext cx="46341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Проставьте </a:t>
            </a:r>
            <a:r>
              <a:rPr kumimoji="0" 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чекбоксы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 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соглашения, предварительно получите согласие или несогласие у покупателя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81241" y="6350626"/>
            <a:ext cx="6096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4800" marR="0" lvl="0" indent="0" algn="l" defTabSz="825500" rtl="0" eaLnBrk="1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*Если у клиента отсутствует УЗ в </a:t>
            </a:r>
            <a:r>
              <a:rPr kumimoji="0" lang="ru-RU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ГосУслугах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Calibri"/>
              <a:sym typeface="Calibri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5F1BFFE-262A-AB41-8BAE-1EF1AE580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latin typeface="MTS Wide Medium" panose="020B0306020102020303" pitchFamily="34" charset="0"/>
                <a:ea typeface="MTS Wide Medium" panose="020B0306020102020303" pitchFamily="34" charset="0"/>
              </a:rPr>
              <a:t>ВНЕСЕНИЕ ДАННЫХ ГРАЖДАНИНА РФ</a:t>
            </a:r>
            <a:endParaRPr lang="ru-RU" dirty="0">
              <a:latin typeface="MTS Wide Medium" panose="020B0306020102020303" pitchFamily="34" charset="0"/>
              <a:ea typeface="MTS Wide Medium" panose="020B0306020102020303" pitchFamily="34" charset="0"/>
            </a:endParaRP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2B27C407-08DF-4A6E-AAF7-7380C8DC530E}"/>
              </a:ext>
            </a:extLst>
          </p:cNvPr>
          <p:cNvSpPr/>
          <p:nvPr/>
        </p:nvSpPr>
        <p:spPr>
          <a:xfrm>
            <a:off x="587413" y="1136073"/>
            <a:ext cx="524185" cy="524185"/>
          </a:xfrm>
          <a:prstGeom prst="ellipse">
            <a:avLst/>
          </a:prstGeom>
          <a:solidFill>
            <a:srgbClr val="E9E9F9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kumimoji="0" lang="ru-RU" u="none" strike="noStrike" cap="none" spc="0" normalizeH="0" baseline="0" dirty="0">
                <a:ln>
                  <a:noFill/>
                </a:ln>
                <a:effectLst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3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4EEECA4-E203-426F-B0D3-92AC6C129B7A}"/>
              </a:ext>
            </a:extLst>
          </p:cNvPr>
          <p:cNvSpPr/>
          <p:nvPr/>
        </p:nvSpPr>
        <p:spPr>
          <a:xfrm>
            <a:off x="5909734" y="1136073"/>
            <a:ext cx="524185" cy="524185"/>
          </a:xfrm>
          <a:prstGeom prst="ellipse">
            <a:avLst/>
          </a:prstGeom>
          <a:solidFill>
            <a:srgbClr val="E9E9F9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kumimoji="0" lang="ru-RU" u="none" strike="noStrike" cap="none" spc="0" normalizeH="0" baseline="0" dirty="0">
                <a:ln>
                  <a:noFill/>
                </a:ln>
                <a:effectLst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4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E2372689-E948-44D8-873F-7A4FFFC96B05}"/>
              </a:ext>
            </a:extLst>
          </p:cNvPr>
          <p:cNvGrpSpPr/>
          <p:nvPr/>
        </p:nvGrpSpPr>
        <p:grpSpPr>
          <a:xfrm>
            <a:off x="2091258" y="1900225"/>
            <a:ext cx="2275965" cy="4479388"/>
            <a:chOff x="6866505" y="2514378"/>
            <a:chExt cx="1741689" cy="3391200"/>
          </a:xfrm>
        </p:grpSpPr>
        <p:grpSp>
          <p:nvGrpSpPr>
            <p:cNvPr id="17" name="Группа 16">
              <a:extLst>
                <a:ext uri="{FF2B5EF4-FFF2-40B4-BE49-F238E27FC236}">
                  <a16:creationId xmlns:a16="http://schemas.microsoft.com/office/drawing/2014/main" id="{3C7DB5C2-EDA1-4CBC-A050-539E91F85DB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866505" y="2514378"/>
              <a:ext cx="1741689" cy="3391200"/>
              <a:chOff x="2911307" y="1503423"/>
              <a:chExt cx="2033820" cy="3960000"/>
            </a:xfrm>
          </p:grpSpPr>
          <p:pic>
            <p:nvPicPr>
              <p:cNvPr id="28" name="Рисунок 27">
                <a:extLst>
                  <a:ext uri="{FF2B5EF4-FFF2-40B4-BE49-F238E27FC236}">
                    <a16:creationId xmlns:a16="http://schemas.microsoft.com/office/drawing/2014/main" id="{99A8B6AD-E3E2-4AF3-9697-49BE6D5C530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053" b="5557"/>
              <a:stretch/>
            </p:blipFill>
            <p:spPr>
              <a:xfrm>
                <a:off x="3088597" y="1798979"/>
                <a:ext cx="1663468" cy="3341347"/>
              </a:xfrm>
              <a:prstGeom prst="rect">
                <a:avLst/>
              </a:prstGeom>
            </p:spPr>
          </p:pic>
          <p:pic>
            <p:nvPicPr>
              <p:cNvPr id="33" name="Picture 7">
                <a:extLst>
                  <a:ext uri="{FF2B5EF4-FFF2-40B4-BE49-F238E27FC236}">
                    <a16:creationId xmlns:a16="http://schemas.microsoft.com/office/drawing/2014/main" id="{DBCF02A5-2080-495A-B08E-1C386AE5FA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11307" y="1503423"/>
                <a:ext cx="2033820" cy="3960000"/>
              </a:xfrm>
              <a:prstGeom prst="rect">
                <a:avLst/>
              </a:prstGeom>
            </p:spPr>
          </p:pic>
        </p:grp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6BDDDDBC-CFD5-421F-A91C-6CB4C26C23ED}"/>
                </a:ext>
              </a:extLst>
            </p:cNvPr>
            <p:cNvSpPr/>
            <p:nvPr/>
          </p:nvSpPr>
          <p:spPr>
            <a:xfrm>
              <a:off x="7141957" y="3062413"/>
              <a:ext cx="1098103" cy="82904"/>
            </a:xfrm>
            <a:prstGeom prst="rect">
              <a:avLst/>
            </a:prstGeom>
            <a:solidFill>
              <a:srgbClr val="F6F2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  <a:sym typeface="Calibri"/>
              </a:endParaRPr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7ED860C0-744D-4D8B-93FC-5634B72ABE2C}"/>
                </a:ext>
              </a:extLst>
            </p:cNvPr>
            <p:cNvSpPr/>
            <p:nvPr/>
          </p:nvSpPr>
          <p:spPr>
            <a:xfrm>
              <a:off x="7141957" y="3542413"/>
              <a:ext cx="1098103" cy="82904"/>
            </a:xfrm>
            <a:prstGeom prst="rect">
              <a:avLst/>
            </a:prstGeom>
            <a:solidFill>
              <a:srgbClr val="F6F2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  <a:sym typeface="Calibri"/>
              </a:endParaRPr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A94AE3D2-5EE4-40B9-95DA-47D5ED5C769C}"/>
                </a:ext>
              </a:extLst>
            </p:cNvPr>
            <p:cNvSpPr/>
            <p:nvPr/>
          </p:nvSpPr>
          <p:spPr>
            <a:xfrm>
              <a:off x="7141957" y="3865616"/>
              <a:ext cx="1098103" cy="82904"/>
            </a:xfrm>
            <a:prstGeom prst="rect">
              <a:avLst/>
            </a:prstGeom>
            <a:solidFill>
              <a:srgbClr val="F6F2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  <a:sym typeface="Calibri"/>
              </a:endParaRPr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F3C9C319-4E56-48A2-B58F-296D906D677C}"/>
                </a:ext>
              </a:extLst>
            </p:cNvPr>
            <p:cNvSpPr/>
            <p:nvPr/>
          </p:nvSpPr>
          <p:spPr>
            <a:xfrm>
              <a:off x="7111847" y="4200873"/>
              <a:ext cx="1098103" cy="82904"/>
            </a:xfrm>
            <a:prstGeom prst="rect">
              <a:avLst/>
            </a:prstGeom>
            <a:solidFill>
              <a:srgbClr val="F6F2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  <a:sym typeface="Calibri"/>
              </a:endParaRPr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EA0EA5FB-2FFE-4DBB-BBDB-A7A501D136F6}"/>
                </a:ext>
              </a:extLst>
            </p:cNvPr>
            <p:cNvSpPr/>
            <p:nvPr/>
          </p:nvSpPr>
          <p:spPr>
            <a:xfrm>
              <a:off x="7141956" y="4537256"/>
              <a:ext cx="1173055" cy="88562"/>
            </a:xfrm>
            <a:prstGeom prst="rect">
              <a:avLst/>
            </a:prstGeom>
            <a:solidFill>
              <a:srgbClr val="F6F2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  <a:sym typeface="Calibri"/>
              </a:endParaRPr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4213AE40-5455-43EE-9863-93DD6FFBBB62}"/>
                </a:ext>
              </a:extLst>
            </p:cNvPr>
            <p:cNvSpPr/>
            <p:nvPr/>
          </p:nvSpPr>
          <p:spPr>
            <a:xfrm>
              <a:off x="7111847" y="4918918"/>
              <a:ext cx="1173055" cy="88562"/>
            </a:xfrm>
            <a:prstGeom prst="rect">
              <a:avLst/>
            </a:prstGeom>
            <a:solidFill>
              <a:srgbClr val="F6F2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  <a:sym typeface="Calibri"/>
              </a:endParaRPr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8103F864-498D-4CEE-8588-551EC9964445}"/>
                </a:ext>
              </a:extLst>
            </p:cNvPr>
            <p:cNvSpPr/>
            <p:nvPr/>
          </p:nvSpPr>
          <p:spPr>
            <a:xfrm>
              <a:off x="7141955" y="5252933"/>
              <a:ext cx="1173055" cy="88562"/>
            </a:xfrm>
            <a:prstGeom prst="rect">
              <a:avLst/>
            </a:prstGeom>
            <a:solidFill>
              <a:srgbClr val="F6F2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  <a:sym typeface="Calibri"/>
              </a:endParaRPr>
            </a:p>
          </p:txBody>
        </p: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A44A61BB-CD8E-46B1-BA83-E13010BEFA01}"/>
              </a:ext>
            </a:extLst>
          </p:cNvPr>
          <p:cNvGrpSpPr>
            <a:grpSpLocks noChangeAspect="1"/>
          </p:cNvGrpSpPr>
          <p:nvPr/>
        </p:nvGrpSpPr>
        <p:grpSpPr>
          <a:xfrm>
            <a:off x="7157734" y="1900225"/>
            <a:ext cx="2275965" cy="4431473"/>
            <a:chOff x="5292845" y="1503423"/>
            <a:chExt cx="2033820" cy="3960000"/>
          </a:xfrm>
        </p:grpSpPr>
        <p:pic>
          <p:nvPicPr>
            <p:cNvPr id="35" name="Рисунок 34">
              <a:extLst>
                <a:ext uri="{FF2B5EF4-FFF2-40B4-BE49-F238E27FC236}">
                  <a16:creationId xmlns:a16="http://schemas.microsoft.com/office/drawing/2014/main" id="{1CC0499E-71B9-4B1C-8BF5-2919ABC3F7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72" b="6133"/>
            <a:stretch/>
          </p:blipFill>
          <p:spPr>
            <a:xfrm>
              <a:off x="5447177" y="1789044"/>
              <a:ext cx="1718936" cy="3433876"/>
            </a:xfrm>
            <a:prstGeom prst="roundRect">
              <a:avLst/>
            </a:prstGeom>
          </p:spPr>
        </p:pic>
        <p:pic>
          <p:nvPicPr>
            <p:cNvPr id="36" name="Picture 7">
              <a:extLst>
                <a:ext uri="{FF2B5EF4-FFF2-40B4-BE49-F238E27FC236}">
                  <a16:creationId xmlns:a16="http://schemas.microsoft.com/office/drawing/2014/main" id="{5C67D3D5-C790-4831-84BB-D0BBB3A1F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92845" y="1503423"/>
              <a:ext cx="2033820" cy="3960000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40198468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: фигура 7" hidden="1">
            <a:extLst>
              <a:ext uri="{FF2B5EF4-FFF2-40B4-BE49-F238E27FC236}">
                <a16:creationId xmlns:a16="http://schemas.microsoft.com/office/drawing/2014/main" id="{97103FBE-9795-4A46-B85D-5C1FA365AE03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274273 w 5760908"/>
              <a:gd name="connsiteY0" fmla="*/ 270109 h 3238944"/>
              <a:gd name="connsiteX1" fmla="*/ 274273 w 5760908"/>
              <a:gd name="connsiteY1" fmla="*/ 2968836 h 3238944"/>
              <a:gd name="connsiteX2" fmla="*/ 5495318 w 5760908"/>
              <a:gd name="connsiteY2" fmla="*/ 2968836 h 3238944"/>
              <a:gd name="connsiteX3" fmla="*/ 5495318 w 5760908"/>
              <a:gd name="connsiteY3" fmla="*/ 270109 h 3238944"/>
              <a:gd name="connsiteX4" fmla="*/ 0 w 5760908"/>
              <a:gd name="connsiteY4" fmla="*/ 0 h 3238944"/>
              <a:gd name="connsiteX5" fmla="*/ 5760908 w 5760908"/>
              <a:gd name="connsiteY5" fmla="*/ 0 h 3238944"/>
              <a:gd name="connsiteX6" fmla="*/ 5760908 w 5760908"/>
              <a:gd name="connsiteY6" fmla="*/ 3238944 h 3238944"/>
              <a:gd name="connsiteX7" fmla="*/ 0 w 5760908"/>
              <a:gd name="connsiteY7" fmla="*/ 3238944 h 3238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60908" h="3238944">
                <a:moveTo>
                  <a:pt x="274273" y="270109"/>
                </a:moveTo>
                <a:lnTo>
                  <a:pt x="274273" y="2968836"/>
                </a:lnTo>
                <a:lnTo>
                  <a:pt x="5495318" y="2968836"/>
                </a:lnTo>
                <a:lnTo>
                  <a:pt x="5495318" y="270109"/>
                </a:lnTo>
                <a:close/>
                <a:moveTo>
                  <a:pt x="0" y="0"/>
                </a:moveTo>
                <a:lnTo>
                  <a:pt x="5760908" y="0"/>
                </a:lnTo>
                <a:lnTo>
                  <a:pt x="5760908" y="3238944"/>
                </a:lnTo>
                <a:lnTo>
                  <a:pt x="0" y="3238944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Helvetica"/>
              <a:sym typeface="Calibri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5E01C8-A51C-4419-A421-4E4153CA1F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9" y="0"/>
            <a:ext cx="772391" cy="772391"/>
          </a:xfrm>
          <a:prstGeom prst="rect">
            <a:avLst/>
          </a:prstGeom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6B90A50-E7C9-E540-8D62-1EC83C301E21}"/>
              </a:ext>
            </a:extLst>
          </p:cNvPr>
          <p:cNvSpPr/>
          <p:nvPr/>
        </p:nvSpPr>
        <p:spPr>
          <a:xfrm>
            <a:off x="1111598" y="1129182"/>
            <a:ext cx="34021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8255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Предложите абоненту проверить внесенную информацию. Нажмите </a:t>
            </a: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FF0032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Подписать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DA422F9-7A01-D64F-85BE-D21B615FB056}"/>
              </a:ext>
            </a:extLst>
          </p:cNvPr>
          <p:cNvSpPr/>
          <p:nvPr/>
        </p:nvSpPr>
        <p:spPr>
          <a:xfrm>
            <a:off x="4966821" y="1118518"/>
            <a:ext cx="37776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Попросите абонента оставить подпись и нажмите </a:t>
            </a: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FF0032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Сохранить</a:t>
            </a:r>
          </a:p>
          <a:p>
            <a:pPr marR="0" lvl="0" algn="l" defTabSz="9144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Отправьте заявку на регистрацию - </a:t>
            </a: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FF0032"/>
                </a:solidFill>
                <a:effectLst/>
                <a:uLnTx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Calibri"/>
                <a:sym typeface="Calibri"/>
              </a:rPr>
              <a:t>Зарегистрировать</a:t>
            </a:r>
          </a:p>
          <a:p>
            <a:pPr marR="0" lvl="0" algn="l" defTabSz="9144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srgbClr val="FF0032"/>
              </a:solidFill>
              <a:effectLst/>
              <a:uLnTx/>
              <a:uFillTx/>
              <a:latin typeface="MTS Text Medium" panose="020B0306020102020303" pitchFamily="34" charset="0"/>
              <a:ea typeface="MTS Text Medium" panose="020B0306020102020303" pitchFamily="34" charset="0"/>
              <a:cs typeface="Calibri"/>
              <a:sym typeface="Calibri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040A0C-1652-6E4A-9452-8FDE5A937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latin typeface="MTS Wide Medium" panose="020B0306020102020303" pitchFamily="34" charset="0"/>
                <a:ea typeface="MTS Wide Medium" panose="020B0306020102020303" pitchFamily="34" charset="0"/>
              </a:rPr>
              <a:t>ЗАВЕРШЕНИЕ</a:t>
            </a:r>
            <a:endParaRPr lang="ru-RU" dirty="0">
              <a:latin typeface="MTS Wide Medium" panose="020B0306020102020303" pitchFamily="34" charset="0"/>
              <a:ea typeface="MTS Wide Medium" panose="020B0306020102020303" pitchFamily="34" charset="0"/>
            </a:endParaRP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7D00C98C-D548-46F3-9BD5-278EECF3D90C}"/>
              </a:ext>
            </a:extLst>
          </p:cNvPr>
          <p:cNvSpPr/>
          <p:nvPr/>
        </p:nvSpPr>
        <p:spPr>
          <a:xfrm>
            <a:off x="587413" y="1103722"/>
            <a:ext cx="524185" cy="524185"/>
          </a:xfrm>
          <a:prstGeom prst="ellipse">
            <a:avLst/>
          </a:prstGeom>
          <a:solidFill>
            <a:srgbClr val="E9E9F9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lang="ru-RU" sz="1800" b="0" dirty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</a:rPr>
              <a:t>1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DED546BF-18CC-4106-B653-663283CDA048}"/>
              </a:ext>
            </a:extLst>
          </p:cNvPr>
          <p:cNvSpPr/>
          <p:nvPr/>
        </p:nvSpPr>
        <p:spPr>
          <a:xfrm>
            <a:off x="4470672" y="1103722"/>
            <a:ext cx="524185" cy="524185"/>
          </a:xfrm>
          <a:prstGeom prst="ellipse">
            <a:avLst/>
          </a:prstGeom>
          <a:solidFill>
            <a:srgbClr val="E9E9F9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kumimoji="0" lang="ru-RU" u="none" strike="noStrike" cap="none" spc="0" normalizeH="0" baseline="0" dirty="0">
                <a:ln>
                  <a:noFill/>
                </a:ln>
                <a:effectLst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2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D919BEFA-066A-4966-9329-FE5D0B8334FB}"/>
              </a:ext>
            </a:extLst>
          </p:cNvPr>
          <p:cNvSpPr/>
          <p:nvPr/>
        </p:nvSpPr>
        <p:spPr>
          <a:xfrm>
            <a:off x="8389445" y="1103721"/>
            <a:ext cx="524185" cy="524185"/>
          </a:xfrm>
          <a:prstGeom prst="ellipse">
            <a:avLst/>
          </a:prstGeom>
          <a:solidFill>
            <a:srgbClr val="E9E9F9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lang="ru-RU" sz="1800" b="0" dirty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3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9995E1EB-DD35-4FFB-9F40-71D6DC9257C5}"/>
              </a:ext>
            </a:extLst>
          </p:cNvPr>
          <p:cNvSpPr/>
          <p:nvPr/>
        </p:nvSpPr>
        <p:spPr>
          <a:xfrm>
            <a:off x="8851486" y="1107853"/>
            <a:ext cx="256812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8255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Результат регистрации SIM-карты отобразится на экране</a:t>
            </a:r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6068DB45-D10C-4553-B30A-42F81EBE8E8A}"/>
              </a:ext>
            </a:extLst>
          </p:cNvPr>
          <p:cNvGrpSpPr/>
          <p:nvPr/>
        </p:nvGrpSpPr>
        <p:grpSpPr>
          <a:xfrm>
            <a:off x="5262163" y="2666166"/>
            <a:ext cx="1740819" cy="3389505"/>
            <a:chOff x="7116432" y="2329786"/>
            <a:chExt cx="1740819" cy="3389505"/>
          </a:xfrm>
        </p:grpSpPr>
        <p:pic>
          <p:nvPicPr>
            <p:cNvPr id="41" name="Рисунок 40">
              <a:extLst>
                <a:ext uri="{FF2B5EF4-FFF2-40B4-BE49-F238E27FC236}">
                  <a16:creationId xmlns:a16="http://schemas.microsoft.com/office/drawing/2014/main" id="{33896386-AFCE-43BD-BBCA-D5D0BFCBC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61865" y="2592121"/>
              <a:ext cx="1463601" cy="229126"/>
            </a:xfrm>
            <a:prstGeom prst="rect">
              <a:avLst/>
            </a:prstGeom>
          </p:spPr>
        </p:pic>
        <p:pic>
          <p:nvPicPr>
            <p:cNvPr id="42" name="Рисунок 41">
              <a:extLst>
                <a:ext uri="{FF2B5EF4-FFF2-40B4-BE49-F238E27FC236}">
                  <a16:creationId xmlns:a16="http://schemas.microsoft.com/office/drawing/2014/main" id="{897B3CD9-9484-4DAB-A49C-C41E2A355A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8581"/>
            <a:stretch/>
          </p:blipFill>
          <p:spPr>
            <a:xfrm>
              <a:off x="7240397" y="3140015"/>
              <a:ext cx="1485069" cy="2311878"/>
            </a:xfrm>
            <a:prstGeom prst="rect">
              <a:avLst/>
            </a:prstGeom>
          </p:spPr>
        </p:pic>
        <p:pic>
          <p:nvPicPr>
            <p:cNvPr id="43" name="Picture 7">
              <a:extLst>
                <a:ext uri="{FF2B5EF4-FFF2-40B4-BE49-F238E27FC236}">
                  <a16:creationId xmlns:a16="http://schemas.microsoft.com/office/drawing/2014/main" id="{E4AFA8B9-5D33-4055-9138-3E4BC81647C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16432" y="2329786"/>
              <a:ext cx="1740819" cy="3389505"/>
            </a:xfrm>
            <a:prstGeom prst="rect">
              <a:avLst/>
            </a:prstGeom>
          </p:spPr>
        </p:pic>
      </p:grp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4F7A359C-B55A-46F8-BDD5-7615D55E9E13}"/>
              </a:ext>
            </a:extLst>
          </p:cNvPr>
          <p:cNvGrpSpPr/>
          <p:nvPr/>
        </p:nvGrpSpPr>
        <p:grpSpPr>
          <a:xfrm>
            <a:off x="6982612" y="2666166"/>
            <a:ext cx="1740819" cy="3389505"/>
            <a:chOff x="8414733" y="2316435"/>
            <a:chExt cx="1740819" cy="3389505"/>
          </a:xfrm>
        </p:grpSpPr>
        <p:pic>
          <p:nvPicPr>
            <p:cNvPr id="51" name="Рисунок 50">
              <a:extLst>
                <a:ext uri="{FF2B5EF4-FFF2-40B4-BE49-F238E27FC236}">
                  <a16:creationId xmlns:a16="http://schemas.microsoft.com/office/drawing/2014/main" id="{51B2EA2E-6330-45CC-9895-F6256313A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546240" y="2489120"/>
              <a:ext cx="1495055" cy="3053226"/>
            </a:xfrm>
            <a:prstGeom prst="rect">
              <a:avLst/>
            </a:prstGeom>
          </p:spPr>
        </p:pic>
        <p:pic>
          <p:nvPicPr>
            <p:cNvPr id="52" name="Picture 7">
              <a:extLst>
                <a:ext uri="{FF2B5EF4-FFF2-40B4-BE49-F238E27FC236}">
                  <a16:creationId xmlns:a16="http://schemas.microsoft.com/office/drawing/2014/main" id="{837335DA-4512-4C6D-950E-6794174C9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14733" y="2316435"/>
              <a:ext cx="1740819" cy="3389505"/>
            </a:xfrm>
            <a:prstGeom prst="rect">
              <a:avLst/>
            </a:prstGeom>
          </p:spPr>
        </p:pic>
      </p:grpSp>
      <p:grpSp>
        <p:nvGrpSpPr>
          <p:cNvPr id="53" name="Группа 52">
            <a:extLst>
              <a:ext uri="{FF2B5EF4-FFF2-40B4-BE49-F238E27FC236}">
                <a16:creationId xmlns:a16="http://schemas.microsoft.com/office/drawing/2014/main" id="{227BFC96-4253-4D2A-94ED-33A06BCEE7E0}"/>
              </a:ext>
            </a:extLst>
          </p:cNvPr>
          <p:cNvGrpSpPr/>
          <p:nvPr/>
        </p:nvGrpSpPr>
        <p:grpSpPr>
          <a:xfrm>
            <a:off x="855222" y="2642772"/>
            <a:ext cx="1761060" cy="3436292"/>
            <a:chOff x="2552592" y="2342116"/>
            <a:chExt cx="1761060" cy="3436292"/>
          </a:xfrm>
        </p:grpSpPr>
        <p:pic>
          <p:nvPicPr>
            <p:cNvPr id="54" name="Рисунок 53">
              <a:extLst>
                <a:ext uri="{FF2B5EF4-FFF2-40B4-BE49-F238E27FC236}">
                  <a16:creationId xmlns:a16="http://schemas.microsoft.com/office/drawing/2014/main" id="{0F94AFA4-1DD1-4E8A-8ABF-2DBB95716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701912" y="3055567"/>
              <a:ext cx="1473537" cy="2722841"/>
            </a:xfrm>
            <a:prstGeom prst="rect">
              <a:avLst/>
            </a:prstGeom>
          </p:spPr>
        </p:pic>
        <p:pic>
          <p:nvPicPr>
            <p:cNvPr id="55" name="Рисунок 54">
              <a:extLst>
                <a:ext uri="{FF2B5EF4-FFF2-40B4-BE49-F238E27FC236}">
                  <a16:creationId xmlns:a16="http://schemas.microsoft.com/office/drawing/2014/main" id="{F02D340D-DAF4-4F9C-96E9-0D4EDBA9D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687274" y="2610736"/>
              <a:ext cx="1499126" cy="649441"/>
            </a:xfrm>
            <a:prstGeom prst="rect">
              <a:avLst/>
            </a:prstGeom>
          </p:spPr>
        </p:pic>
        <p:pic>
          <p:nvPicPr>
            <p:cNvPr id="56" name="Picture 7">
              <a:extLst>
                <a:ext uri="{FF2B5EF4-FFF2-40B4-BE49-F238E27FC236}">
                  <a16:creationId xmlns:a16="http://schemas.microsoft.com/office/drawing/2014/main" id="{AB795492-8390-428F-A7FC-7B881F385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52592" y="2342116"/>
              <a:ext cx="1761060" cy="3428916"/>
            </a:xfrm>
            <a:prstGeom prst="rect">
              <a:avLst/>
            </a:prstGeom>
          </p:spPr>
        </p:pic>
      </p:grp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6291A859-3A46-4D01-8723-4111A1B88C69}"/>
              </a:ext>
            </a:extLst>
          </p:cNvPr>
          <p:cNvGrpSpPr/>
          <p:nvPr/>
        </p:nvGrpSpPr>
        <p:grpSpPr>
          <a:xfrm>
            <a:off x="2581964" y="2646460"/>
            <a:ext cx="1761060" cy="3428916"/>
            <a:chOff x="4451854" y="2329786"/>
            <a:chExt cx="1761060" cy="3428916"/>
          </a:xfrm>
        </p:grpSpPr>
        <p:pic>
          <p:nvPicPr>
            <p:cNvPr id="58" name="Рисунок 57">
              <a:extLst>
                <a:ext uri="{FF2B5EF4-FFF2-40B4-BE49-F238E27FC236}">
                  <a16:creationId xmlns:a16="http://schemas.microsoft.com/office/drawing/2014/main" id="{8D52A0F0-7452-4DF0-9A72-52910B424D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b="61007"/>
            <a:stretch/>
          </p:blipFill>
          <p:spPr>
            <a:xfrm>
              <a:off x="4582821" y="2610737"/>
              <a:ext cx="1499126" cy="253234"/>
            </a:xfrm>
            <a:prstGeom prst="rect">
              <a:avLst/>
            </a:prstGeom>
          </p:spPr>
        </p:pic>
        <p:pic>
          <p:nvPicPr>
            <p:cNvPr id="59" name="Рисунок 58">
              <a:extLst>
                <a:ext uri="{FF2B5EF4-FFF2-40B4-BE49-F238E27FC236}">
                  <a16:creationId xmlns:a16="http://schemas.microsoft.com/office/drawing/2014/main" id="{B6BFF97D-9654-4C93-A5C3-BE6D663631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t="17129"/>
            <a:stretch/>
          </p:blipFill>
          <p:spPr>
            <a:xfrm>
              <a:off x="4587818" y="2881223"/>
              <a:ext cx="1467408" cy="2738204"/>
            </a:xfrm>
            <a:prstGeom prst="rect">
              <a:avLst/>
            </a:prstGeom>
          </p:spPr>
        </p:pic>
        <p:pic>
          <p:nvPicPr>
            <p:cNvPr id="60" name="Picture 7">
              <a:extLst>
                <a:ext uri="{FF2B5EF4-FFF2-40B4-BE49-F238E27FC236}">
                  <a16:creationId xmlns:a16="http://schemas.microsoft.com/office/drawing/2014/main" id="{AA66F72C-4D7A-4B03-9EF9-97118D3AB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51854" y="2329786"/>
              <a:ext cx="1761060" cy="3428916"/>
            </a:xfrm>
            <a:prstGeom prst="rect">
              <a:avLst/>
            </a:prstGeom>
          </p:spPr>
        </p:pic>
      </p:grp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449F9FED-EE14-46AF-8A28-55E83CC7F616}"/>
              </a:ext>
            </a:extLst>
          </p:cNvPr>
          <p:cNvGrpSpPr/>
          <p:nvPr/>
        </p:nvGrpSpPr>
        <p:grpSpPr>
          <a:xfrm>
            <a:off x="9691760" y="2666166"/>
            <a:ext cx="1740819" cy="3389505"/>
            <a:chOff x="10099591" y="2355664"/>
            <a:chExt cx="1740819" cy="3389505"/>
          </a:xfrm>
        </p:grpSpPr>
        <p:pic>
          <p:nvPicPr>
            <p:cNvPr id="62" name="Рисунок 61">
              <a:extLst>
                <a:ext uri="{FF2B5EF4-FFF2-40B4-BE49-F238E27FC236}">
                  <a16:creationId xmlns:a16="http://schemas.microsoft.com/office/drawing/2014/main" id="{A1663154-4A9B-485F-98DF-49391C8D7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261215" y="2493571"/>
              <a:ext cx="1427316" cy="3089718"/>
            </a:xfrm>
            <a:prstGeom prst="rect">
              <a:avLst/>
            </a:prstGeom>
          </p:spPr>
        </p:pic>
        <p:pic>
          <p:nvPicPr>
            <p:cNvPr id="63" name="Picture 7">
              <a:extLst>
                <a:ext uri="{FF2B5EF4-FFF2-40B4-BE49-F238E27FC236}">
                  <a16:creationId xmlns:a16="http://schemas.microsoft.com/office/drawing/2014/main" id="{BC92FA8F-A400-4472-8C2A-494D5FB6B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099591" y="2355664"/>
              <a:ext cx="1740819" cy="3389505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6164235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: фигура 7" hidden="1">
            <a:extLst>
              <a:ext uri="{FF2B5EF4-FFF2-40B4-BE49-F238E27FC236}">
                <a16:creationId xmlns:a16="http://schemas.microsoft.com/office/drawing/2014/main" id="{97103FBE-9795-4A46-B85D-5C1FA365AE03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274273 w 5760908"/>
              <a:gd name="connsiteY0" fmla="*/ 270109 h 3238944"/>
              <a:gd name="connsiteX1" fmla="*/ 274273 w 5760908"/>
              <a:gd name="connsiteY1" fmla="*/ 2968836 h 3238944"/>
              <a:gd name="connsiteX2" fmla="*/ 5495318 w 5760908"/>
              <a:gd name="connsiteY2" fmla="*/ 2968836 h 3238944"/>
              <a:gd name="connsiteX3" fmla="*/ 5495318 w 5760908"/>
              <a:gd name="connsiteY3" fmla="*/ 270109 h 3238944"/>
              <a:gd name="connsiteX4" fmla="*/ 0 w 5760908"/>
              <a:gd name="connsiteY4" fmla="*/ 0 h 3238944"/>
              <a:gd name="connsiteX5" fmla="*/ 5760908 w 5760908"/>
              <a:gd name="connsiteY5" fmla="*/ 0 h 3238944"/>
              <a:gd name="connsiteX6" fmla="*/ 5760908 w 5760908"/>
              <a:gd name="connsiteY6" fmla="*/ 3238944 h 3238944"/>
              <a:gd name="connsiteX7" fmla="*/ 0 w 5760908"/>
              <a:gd name="connsiteY7" fmla="*/ 3238944 h 3238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60908" h="3238944">
                <a:moveTo>
                  <a:pt x="274273" y="270109"/>
                </a:moveTo>
                <a:lnTo>
                  <a:pt x="274273" y="2968836"/>
                </a:lnTo>
                <a:lnTo>
                  <a:pt x="5495318" y="2968836"/>
                </a:lnTo>
                <a:lnTo>
                  <a:pt x="5495318" y="270109"/>
                </a:lnTo>
                <a:close/>
                <a:moveTo>
                  <a:pt x="0" y="0"/>
                </a:moveTo>
                <a:lnTo>
                  <a:pt x="5760908" y="0"/>
                </a:lnTo>
                <a:lnTo>
                  <a:pt x="5760908" y="3238944"/>
                </a:lnTo>
                <a:lnTo>
                  <a:pt x="0" y="3238944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Helvetica"/>
              <a:sym typeface="Calibri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5E01C8-A51C-4419-A421-4E4153CA1F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9" y="0"/>
            <a:ext cx="772391" cy="772391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55783C76-BE12-A648-99E4-887C6688F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latin typeface="MTS Wide Medium" panose="020B0306020102020303" pitchFamily="34" charset="0"/>
                <a:ea typeface="MTS Wide Medium" panose="020B0306020102020303" pitchFamily="34" charset="0"/>
              </a:rPr>
              <a:t>ЗАВЕРШЕНИЕ</a:t>
            </a:r>
            <a:endParaRPr lang="ru-RU" dirty="0">
              <a:latin typeface="MTS Wide Medium" panose="020B0306020102020303" pitchFamily="34" charset="0"/>
              <a:ea typeface="MTS Wide Medium" panose="020B0306020102020303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F116FEA-AFB6-4465-972A-F3D9E9EA69F7}"/>
              </a:ext>
            </a:extLst>
          </p:cNvPr>
          <p:cNvSpPr/>
          <p:nvPr/>
        </p:nvSpPr>
        <p:spPr>
          <a:xfrm>
            <a:off x="1151823" y="1136072"/>
            <a:ext cx="4944177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sz="1600" dirty="0">
                <a:solidFill>
                  <a:prstClr val="black"/>
                </a:solidFill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Если регистрация прошла успешно - а</a:t>
            </a:r>
            <a:r>
              <a:rPr kumimoji="0" 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ктивируйте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32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SIM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-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карту</a:t>
            </a:r>
          </a:p>
          <a:p>
            <a:pPr marR="0" lvl="0" algn="l" defTabSz="914400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endParaRPr lang="ru-RU" sz="1600" dirty="0">
              <a:solidFill>
                <a:prstClr val="black"/>
              </a:solidFill>
              <a:latin typeface="MTS Text" panose="020B0306020102020303" pitchFamily="34" charset="0"/>
              <a:ea typeface="MTS Text" panose="020B0306020102020303" pitchFamily="34" charset="0"/>
              <a:cs typeface="Calibri"/>
              <a:sym typeface="Calibri"/>
            </a:endParaRPr>
          </a:p>
          <a:p>
            <a:pPr marR="0" lvl="0" algn="l" defTabSz="914400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Самостоятельно либо попросите абонента</a:t>
            </a: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FF0032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 вставить SIM-карту в смартфон</a:t>
            </a:r>
          </a:p>
          <a:p>
            <a:pPr marR="0" lvl="0" algn="l" defTabSz="914400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В обратном случае скидка по программе не подключится</a:t>
            </a:r>
          </a:p>
          <a:p>
            <a:pPr marR="0" lvl="0" algn="l" defTabSz="914400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Calibri"/>
              <a:sym typeface="Calibri"/>
            </a:endParaRPr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E531ED71-613A-4CDD-9522-0B5DB140AEB2}"/>
              </a:ext>
            </a:extLst>
          </p:cNvPr>
          <p:cNvSpPr/>
          <p:nvPr/>
        </p:nvSpPr>
        <p:spPr>
          <a:xfrm>
            <a:off x="587375" y="1136071"/>
            <a:ext cx="524185" cy="524185"/>
          </a:xfrm>
          <a:prstGeom prst="ellipse">
            <a:avLst/>
          </a:prstGeom>
          <a:solidFill>
            <a:srgbClr val="E9E9F9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lang="ru-RU" sz="1800" b="0" dirty="0">
                <a:solidFill>
                  <a:schemeClr val="tx1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4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4144CFC-8F37-4BC2-A75B-CC666E0DBF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30621">
            <a:off x="6611183" y="37161"/>
            <a:ext cx="4707448" cy="6629801"/>
          </a:xfrm>
          <a:prstGeom prst="rect">
            <a:avLst/>
          </a:prstGeom>
        </p:spPr>
      </p:pic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BCAE0DDB-5452-4569-A025-9ABE54D9ED1E}"/>
              </a:ext>
            </a:extLst>
          </p:cNvPr>
          <p:cNvSpPr/>
          <p:nvPr/>
        </p:nvSpPr>
        <p:spPr>
          <a:xfrm>
            <a:off x="1151823" y="3786909"/>
            <a:ext cx="4944177" cy="1854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sz="1600" dirty="0">
                <a:solidFill>
                  <a:prstClr val="black"/>
                </a:solidFill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Если регистрация не прошла по причинам указанным в следующем слайде, сообщите клиенту о необходимости подтвердить свои данные на Госуслугах или закрыть неиспользуемые </a:t>
            </a:r>
            <a:r>
              <a:rPr lang="en-US" sz="1600" dirty="0">
                <a:solidFill>
                  <a:prstClr val="black"/>
                </a:solidFill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SIM</a:t>
            </a:r>
            <a:r>
              <a:rPr lang="ru-RU" sz="1600" dirty="0">
                <a:solidFill>
                  <a:prstClr val="black"/>
                </a:solidFill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-карты для снятия блокировки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Calibri"/>
              <a:sym typeface="Calibri"/>
            </a:endParaRPr>
          </a:p>
          <a:p>
            <a:pPr marR="0" lvl="0" algn="l" defTabSz="914400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Calibri"/>
              <a:sym typeface="Calibri"/>
            </a:endParaRP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9B368DBA-EF12-41FC-AB82-BF41D1D00CD7}"/>
              </a:ext>
            </a:extLst>
          </p:cNvPr>
          <p:cNvSpPr/>
          <p:nvPr/>
        </p:nvSpPr>
        <p:spPr>
          <a:xfrm>
            <a:off x="587374" y="3860798"/>
            <a:ext cx="524185" cy="524185"/>
          </a:xfrm>
          <a:prstGeom prst="ellipse">
            <a:avLst/>
          </a:prstGeom>
          <a:solidFill>
            <a:srgbClr val="E9E9F9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kumimoji="0" lang="ru-RU" u="none" strike="noStrike" cap="none" spc="0" normalizeH="0" baseline="0" dirty="0">
                <a:ln>
                  <a:noFill/>
                </a:ln>
                <a:effectLst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5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78908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Слайд think-cell" r:id="rId4" imgW="360" imgH="360" progId="TCLayout.ActiveDocument.1">
                  <p:embed/>
                </p:oleObj>
              </mc:Choice>
              <mc:Fallback>
                <p:oleObj name="Слайд think-cell" r:id="rId4" imgW="360" imgH="360" progId="TCLayout.ActiveDocument.1">
                  <p:embed/>
                  <p:pic>
                    <p:nvPicPr>
                      <p:cNvPr id="4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201780"/>
              </p:ext>
            </p:extLst>
          </p:nvPr>
        </p:nvGraphicFramePr>
        <p:xfrm>
          <a:off x="587374" y="1249108"/>
          <a:ext cx="11017251" cy="474331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99180">
                  <a:extLst>
                    <a:ext uri="{9D8B030D-6E8A-4147-A177-3AD203B41FA5}">
                      <a16:colId xmlns:a16="http://schemas.microsoft.com/office/drawing/2014/main" val="3482306498"/>
                    </a:ext>
                  </a:extLst>
                </a:gridCol>
                <a:gridCol w="3917957">
                  <a:extLst>
                    <a:ext uri="{9D8B030D-6E8A-4147-A177-3AD203B41FA5}">
                      <a16:colId xmlns:a16="http://schemas.microsoft.com/office/drawing/2014/main" val="871607242"/>
                    </a:ext>
                  </a:extLst>
                </a:gridCol>
                <a:gridCol w="4900114">
                  <a:extLst>
                    <a:ext uri="{9D8B030D-6E8A-4147-A177-3AD203B41FA5}">
                      <a16:colId xmlns:a16="http://schemas.microsoft.com/office/drawing/2014/main" val="3467194957"/>
                    </a:ext>
                  </a:extLst>
                </a:gridCol>
              </a:tblGrid>
              <a:tr h="35797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000" b="1" u="none" strike="noStrike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Заголовок</a:t>
                      </a:r>
                      <a:endParaRPr lang="ru-RU" sz="2000" b="1" i="0" u="none" strike="noStrike">
                        <a:solidFill>
                          <a:srgbClr val="000000"/>
                        </a:solidFill>
                        <a:effectLst/>
                        <a:latin typeface="MTS Text" panose="020B0306020102020303" pitchFamily="34" charset="0"/>
                        <a:ea typeface="MTS Text" panose="020B0306020102020303" pitchFamily="34" charset="0"/>
                      </a:endParaRPr>
                    </a:p>
                  </a:txBody>
                  <a:tcPr marL="7642" marR="7642" marT="76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000" b="1" u="none" strike="noStrike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Текст сообщения</a:t>
                      </a:r>
                      <a:endParaRPr lang="ru-RU" sz="2000" b="1" i="0" u="none" strike="noStrike">
                        <a:solidFill>
                          <a:srgbClr val="000000"/>
                        </a:solidFill>
                        <a:effectLst/>
                        <a:latin typeface="MTS Text" panose="020B0306020102020303" pitchFamily="34" charset="0"/>
                        <a:ea typeface="MTS Text" panose="020B0306020102020303" pitchFamily="34" charset="0"/>
                      </a:endParaRPr>
                    </a:p>
                  </a:txBody>
                  <a:tcPr marL="7642" marR="7642" marT="76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000" b="1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Причина возникновения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MTS Text" panose="020B0306020102020303" pitchFamily="34" charset="0"/>
                        <a:ea typeface="MTS Text" panose="020B0306020102020303" pitchFamily="34" charset="0"/>
                      </a:endParaRPr>
                    </a:p>
                  </a:txBody>
                  <a:tcPr marL="7642" marR="7642" marT="7642" marB="0" anchor="ctr"/>
                </a:tc>
                <a:extLst>
                  <a:ext uri="{0D108BD9-81ED-4DB2-BD59-A6C34878D82A}">
                    <a16:rowId xmlns:a16="http://schemas.microsoft.com/office/drawing/2014/main" val="3414580537"/>
                  </a:ext>
                </a:extLst>
              </a:tr>
              <a:tr h="1292144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Превышен лимит доступных </a:t>
                      </a:r>
                      <a:r>
                        <a:rPr lang="en-US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SIM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TS Text" panose="020B0306020102020303" pitchFamily="34" charset="0"/>
                        <a:ea typeface="MTS Text" panose="020B0306020102020303" pitchFamily="34" charset="0"/>
                      </a:endParaRPr>
                    </a:p>
                  </a:txBody>
                  <a:tcPr marL="7642" marR="7642" marT="76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u="none" strike="noStrike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Подключаемый номер будет заблокирован.  Для снятия блокировки закрыть не используемые абонентские номера </a:t>
                      </a:r>
                      <a:br>
                        <a:rPr lang="ru-RU" sz="1050" u="none" strike="noStrike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</a:br>
                      <a:r>
                        <a:rPr lang="ru-RU" sz="1050" u="none" strike="noStrike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Порядок действий будет направлен в SMS на подключаемый номер.</a:t>
                      </a:r>
                      <a:br>
                        <a:rPr lang="ru-RU" sz="1050" u="none" strike="noStrike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</a:b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MTS Text" panose="020B0306020102020303" pitchFamily="34" charset="0"/>
                        <a:ea typeface="MTS Text" panose="020B0306020102020303" pitchFamily="34" charset="0"/>
                      </a:endParaRPr>
                    </a:p>
                  </a:txBody>
                  <a:tcPr marL="7642" marR="7642" marT="7642" marB="0" anchor="ctr"/>
                </a:tc>
                <a:tc>
                  <a:txBody>
                    <a:bodyPr/>
                    <a:lstStyle/>
                    <a:p>
                      <a:pPr marL="85725" indent="0" algn="l" fontAlgn="ctr"/>
                      <a: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У абонента уже заключено более 20 номеров. </a:t>
                      </a:r>
                      <a:b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</a:br>
                      <a: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Узнать, сколько заключено SIM-карт абонент может через </a:t>
                      </a:r>
                      <a:r>
                        <a:rPr lang="ru-RU" sz="1050" u="none" strike="noStrike" dirty="0" err="1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Госуслуги</a:t>
                      </a:r>
                      <a: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. </a:t>
                      </a:r>
                      <a:b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</a:br>
                      <a: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В </a:t>
                      </a:r>
                      <a:r>
                        <a:rPr lang="ru-RU" sz="1050" u="none" strike="noStrike" dirty="0" err="1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Госуслугах</a:t>
                      </a:r>
                      <a: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 абоненту необходимо выбрать номера, которыми  он пользуется, а остальные либо переоформить на родственников и друзей, либо расторгнуть договор.</a:t>
                      </a:r>
                      <a:b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</a:br>
                      <a: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После того, как количество SIM-карт не превысит 20, SIM карта будет разблокирована.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MTS Text" panose="020B0306020102020303" pitchFamily="34" charset="0"/>
                        <a:ea typeface="MTS Text" panose="020B0306020102020303" pitchFamily="34" charset="0"/>
                      </a:endParaRPr>
                    </a:p>
                  </a:txBody>
                  <a:tcPr marL="7642" marR="7642" marT="7642" marB="0" anchor="ctr"/>
                </a:tc>
                <a:extLst>
                  <a:ext uri="{0D108BD9-81ED-4DB2-BD59-A6C34878D82A}">
                    <a16:rowId xmlns:a16="http://schemas.microsoft.com/office/drawing/2014/main" val="2502034836"/>
                  </a:ext>
                </a:extLst>
              </a:tr>
              <a:tr h="92546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Данные абонента не проверены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MTS Text" panose="020B0306020102020303" pitchFamily="34" charset="0"/>
                        <a:ea typeface="MTS Text" panose="020B0306020102020303" pitchFamily="34" charset="0"/>
                      </a:endParaRPr>
                    </a:p>
                  </a:txBody>
                  <a:tcPr marL="7642" marR="7642" marT="76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Подключаемый номер будет заблокирован. </a:t>
                      </a:r>
                      <a:b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</a:br>
                      <a: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Для снятия блокировки необходимо подтвердить данные</a:t>
                      </a:r>
                      <a:b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</a:br>
                      <a: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ДУЛ.  Порядок действий будет направлен в SMS на подключаемый номер.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MTS Text" panose="020B0306020102020303" pitchFamily="34" charset="0"/>
                        <a:ea typeface="MTS Text" panose="020B0306020102020303" pitchFamily="34" charset="0"/>
                      </a:endParaRPr>
                    </a:p>
                  </a:txBody>
                  <a:tcPr marL="7642" marR="7642" marT="7642" marB="0" anchor="ctr"/>
                </a:tc>
                <a:tc>
                  <a:txBody>
                    <a:bodyPr/>
                    <a:lstStyle/>
                    <a:p>
                      <a:pPr marL="85725" indent="0" algn="l" fontAlgn="ctr"/>
                      <a: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Паспортные данные введены верно, но не проходят проверку, необходимо: </a:t>
                      </a:r>
                      <a:b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</a:br>
                      <a: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1. Проверить и обновить свои паспортные данные через </a:t>
                      </a:r>
                      <a:r>
                        <a:rPr lang="ru-RU" sz="1050" u="none" strike="noStrike" dirty="0" err="1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Госуслуги</a:t>
                      </a:r>
                      <a: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. </a:t>
                      </a:r>
                      <a:b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</a:br>
                      <a: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2. Обратиться в МВД для сверки паспортных данных в системе МВД.</a:t>
                      </a:r>
                      <a:b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</a:br>
                      <a: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3. Направить обращение в электронную приёмную МВД → раздел «Главное управление по вопросам миграции» для обновления данных в базе МВД.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MTS Text" panose="020B0306020102020303" pitchFamily="34" charset="0"/>
                        <a:ea typeface="MTS Text" panose="020B0306020102020303" pitchFamily="34" charset="0"/>
                      </a:endParaRPr>
                    </a:p>
                  </a:txBody>
                  <a:tcPr marL="7642" marR="7642" marT="7642" marB="0" anchor="ctr"/>
                </a:tc>
                <a:extLst>
                  <a:ext uri="{0D108BD9-81ED-4DB2-BD59-A6C34878D82A}">
                    <a16:rowId xmlns:a16="http://schemas.microsoft.com/office/drawing/2014/main" val="3324678532"/>
                  </a:ext>
                </a:extLst>
              </a:tr>
              <a:tr h="1292144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Данные абонента не проверены.</a:t>
                      </a:r>
                      <a:b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</a:br>
                      <a: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Превышен лимит доступных SIM.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MTS Text" panose="020B0306020102020303" pitchFamily="34" charset="0"/>
                        <a:ea typeface="MTS Text" panose="020B0306020102020303" pitchFamily="34" charset="0"/>
                      </a:endParaRPr>
                    </a:p>
                  </a:txBody>
                  <a:tcPr marL="7642" marR="7642" marT="76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u="none" strike="noStrike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Подключаемый</a:t>
                      </a:r>
                      <a:br>
                        <a:rPr lang="ru-RU" sz="1050" u="none" strike="noStrike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</a:br>
                      <a:r>
                        <a:rPr lang="ru-RU" sz="1050" u="none" strike="noStrike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номер будет заблокирован. </a:t>
                      </a:r>
                      <a:br>
                        <a:rPr lang="ru-RU" sz="1050" u="none" strike="noStrike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</a:br>
                      <a:r>
                        <a:rPr lang="ru-RU" sz="1050" u="none" strike="noStrike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1. Для снятия блокировки необходимо подтвердить данные</a:t>
                      </a:r>
                      <a:br>
                        <a:rPr lang="ru-RU" sz="1050" u="none" strike="noStrike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</a:br>
                      <a:r>
                        <a:rPr lang="ru-RU" sz="1050" u="none" strike="noStrike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ДУЛ. </a:t>
                      </a:r>
                      <a:br>
                        <a:rPr lang="ru-RU" sz="1050" u="none" strike="noStrike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</a:br>
                      <a:r>
                        <a:rPr lang="ru-RU" sz="1050" u="none" strike="noStrike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2 Закрыть не используемые абонентские номера </a:t>
                      </a:r>
                      <a:br>
                        <a:rPr lang="ru-RU" sz="1050" u="none" strike="noStrike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</a:br>
                      <a:r>
                        <a:rPr lang="ru-RU" sz="1050" u="none" strike="noStrike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Порядок действий будет направлен в SMS на подключаемый номер.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MTS Text" panose="020B0306020102020303" pitchFamily="34" charset="0"/>
                        <a:ea typeface="MTS Text" panose="020B0306020102020303" pitchFamily="34" charset="0"/>
                      </a:endParaRPr>
                    </a:p>
                  </a:txBody>
                  <a:tcPr marL="7642" marR="7642" marT="7642" marB="0" anchor="ctr"/>
                </a:tc>
                <a:tc>
                  <a:txBody>
                    <a:bodyPr/>
                    <a:lstStyle/>
                    <a:p>
                      <a:pPr marL="85725" indent="0" algn="l" fontAlgn="ctr"/>
                      <a: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1. Обратиться в МВД для сверки паспортных данных в системе МВД. Направить обращение в электронную приёмную МВД → раздел «Главное управление по вопросам миграции» для обновления данных в базе МВД.</a:t>
                      </a:r>
                      <a:b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</a:br>
                      <a: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2. У абонент уже подключено более 20 номеров и документ не прошел проверку в базе </a:t>
                      </a:r>
                      <a:r>
                        <a:rPr lang="ru-RU" sz="1050" u="none" strike="noStrike" dirty="0" err="1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гос</a:t>
                      </a:r>
                      <a: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 органов.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MTS Text" panose="020B0306020102020303" pitchFamily="34" charset="0"/>
                        <a:ea typeface="MTS Text" panose="020B0306020102020303" pitchFamily="34" charset="0"/>
                      </a:endParaRPr>
                    </a:p>
                  </a:txBody>
                  <a:tcPr marL="7642" marR="7642" marT="7642" marB="0" anchor="ctr"/>
                </a:tc>
                <a:extLst>
                  <a:ext uri="{0D108BD9-81ED-4DB2-BD59-A6C34878D82A}">
                    <a16:rowId xmlns:a16="http://schemas.microsoft.com/office/drawing/2014/main" val="268199648"/>
                  </a:ext>
                </a:extLst>
              </a:tr>
              <a:tr h="87559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Подтвердите данные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MTS Text" panose="020B0306020102020303" pitchFamily="34" charset="0"/>
                        <a:ea typeface="MTS Text" panose="020B0306020102020303" pitchFamily="34" charset="0"/>
                      </a:endParaRPr>
                    </a:p>
                  </a:txBody>
                  <a:tcPr marL="7642" marR="7642" marT="76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Подключаемый номер будет заблокирован.  Для снятия блокировки необходимо подтвердить данные</a:t>
                      </a:r>
                      <a:b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</a:br>
                      <a: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ДУЛ.  Порядок действий будет направлен в SMS на подключаемый номер.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MTS Text" panose="020B0306020102020303" pitchFamily="34" charset="0"/>
                        <a:ea typeface="MTS Text" panose="020B0306020102020303" pitchFamily="34" charset="0"/>
                      </a:endParaRPr>
                    </a:p>
                  </a:txBody>
                  <a:tcPr marL="7642" marR="7642" marT="7642" marB="0" anchor="ctr"/>
                </a:tc>
                <a:tc>
                  <a:txBody>
                    <a:bodyPr/>
                    <a:lstStyle/>
                    <a:p>
                      <a:pPr marL="85725" indent="0" algn="l" fontAlgn="ctr"/>
                      <a: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Данные прошли проверку через базы МВД, но договор заключается у дилера без права на проверку достоверности сведений об абоненте. </a:t>
                      </a:r>
                    </a:p>
                    <a:p>
                      <a:pPr marL="85725" indent="0" algn="l" fontAlgn="ctr"/>
                      <a:r>
                        <a:rPr lang="ru-RU" sz="1050" u="none" strike="noStrike" dirty="0">
                          <a:effectLst/>
                          <a:latin typeface="MTS Text" panose="020B0306020102020303" pitchFamily="34" charset="0"/>
                          <a:ea typeface="MTS Text" panose="020B0306020102020303" pitchFamily="34" charset="0"/>
                        </a:rPr>
                        <a:t>Для подтверждения персональных данных абоненту необходимо обратиться в салон МТС с документом на который заключается договор.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MTS Text" panose="020B0306020102020303" pitchFamily="34" charset="0"/>
                        <a:ea typeface="MTS Text" panose="020B0306020102020303" pitchFamily="34" charset="0"/>
                      </a:endParaRPr>
                    </a:p>
                  </a:txBody>
                  <a:tcPr marL="7642" marR="7642" marT="7642" marB="0" anchor="ctr"/>
                </a:tc>
                <a:extLst>
                  <a:ext uri="{0D108BD9-81ED-4DB2-BD59-A6C34878D82A}">
                    <a16:rowId xmlns:a16="http://schemas.microsoft.com/office/drawing/2014/main" val="1015735491"/>
                  </a:ext>
                </a:extLst>
              </a:tr>
            </a:tbl>
          </a:graphicData>
        </a:graphic>
      </p:graphicFrame>
      <p:sp>
        <p:nvSpPr>
          <p:cNvPr id="12" name="Заголовок 6">
            <a:extLst>
              <a:ext uri="{FF2B5EF4-FFF2-40B4-BE49-F238E27FC236}">
                <a16:creationId xmlns:a16="http://schemas.microsoft.com/office/drawing/2014/main" id="{30F6DCB6-32B5-49CA-B281-8F6E9A2D65AF}"/>
              </a:ext>
            </a:extLst>
          </p:cNvPr>
          <p:cNvSpPr txBox="1">
            <a:spLocks/>
          </p:cNvSpPr>
          <p:nvPr/>
        </p:nvSpPr>
        <p:spPr>
          <a:xfrm>
            <a:off x="525233" y="401094"/>
            <a:ext cx="10515600" cy="506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 fontScale="90000"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MTS Wide" panose="020B0306020102020303" pitchFamily="34" charset="0"/>
                <a:ea typeface="MTS Wide" panose="020B0306020102020303" pitchFamily="34" charset="0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r>
              <a:rPr lang="ru-RU" kern="0" dirty="0">
                <a:latin typeface="MTS Wide Medium" panose="020B0306020102020303" pitchFamily="34" charset="0"/>
                <a:ea typeface="MTS Wide Medium" panose="020B0306020102020303" pitchFamily="34" charset="0"/>
              </a:rPr>
              <a:t>Возможные сообщения при регистрации гражданина РФ</a:t>
            </a:r>
          </a:p>
        </p:txBody>
      </p:sp>
    </p:spTree>
    <p:extLst>
      <p:ext uri="{BB962C8B-B14F-4D97-AF65-F5344CB8AC3E}">
        <p14:creationId xmlns:p14="http://schemas.microsoft.com/office/powerpoint/2010/main" val="15868732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: фигура 7" hidden="1">
            <a:extLst>
              <a:ext uri="{FF2B5EF4-FFF2-40B4-BE49-F238E27FC236}">
                <a16:creationId xmlns:a16="http://schemas.microsoft.com/office/drawing/2014/main" id="{97103FBE-9795-4A46-B85D-5C1FA365AE03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274273 w 5760908"/>
              <a:gd name="connsiteY0" fmla="*/ 270109 h 3238944"/>
              <a:gd name="connsiteX1" fmla="*/ 274273 w 5760908"/>
              <a:gd name="connsiteY1" fmla="*/ 2968836 h 3238944"/>
              <a:gd name="connsiteX2" fmla="*/ 5495318 w 5760908"/>
              <a:gd name="connsiteY2" fmla="*/ 2968836 h 3238944"/>
              <a:gd name="connsiteX3" fmla="*/ 5495318 w 5760908"/>
              <a:gd name="connsiteY3" fmla="*/ 270109 h 3238944"/>
              <a:gd name="connsiteX4" fmla="*/ 0 w 5760908"/>
              <a:gd name="connsiteY4" fmla="*/ 0 h 3238944"/>
              <a:gd name="connsiteX5" fmla="*/ 5760908 w 5760908"/>
              <a:gd name="connsiteY5" fmla="*/ 0 h 3238944"/>
              <a:gd name="connsiteX6" fmla="*/ 5760908 w 5760908"/>
              <a:gd name="connsiteY6" fmla="*/ 3238944 h 3238944"/>
              <a:gd name="connsiteX7" fmla="*/ 0 w 5760908"/>
              <a:gd name="connsiteY7" fmla="*/ 3238944 h 3238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60908" h="3238944">
                <a:moveTo>
                  <a:pt x="274273" y="270109"/>
                </a:moveTo>
                <a:lnTo>
                  <a:pt x="274273" y="2968836"/>
                </a:lnTo>
                <a:lnTo>
                  <a:pt x="5495318" y="2968836"/>
                </a:lnTo>
                <a:lnTo>
                  <a:pt x="5495318" y="270109"/>
                </a:lnTo>
                <a:close/>
                <a:moveTo>
                  <a:pt x="0" y="0"/>
                </a:moveTo>
                <a:lnTo>
                  <a:pt x="5760908" y="0"/>
                </a:lnTo>
                <a:lnTo>
                  <a:pt x="5760908" y="3238944"/>
                </a:lnTo>
                <a:lnTo>
                  <a:pt x="0" y="3238944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Helvetica"/>
              <a:sym typeface="Calibri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5E01C8-A51C-4419-A421-4E4153CA1F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9" y="0"/>
            <a:ext cx="772391" cy="772391"/>
          </a:xfrm>
          <a:prstGeom prst="rect">
            <a:avLst/>
          </a:prstGeom>
        </p:spPr>
      </p:pic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DA422F9-7A01-D64F-85BE-D21B615FB056}"/>
              </a:ext>
            </a:extLst>
          </p:cNvPr>
          <p:cNvSpPr/>
          <p:nvPr/>
        </p:nvSpPr>
        <p:spPr>
          <a:xfrm>
            <a:off x="772358" y="1106067"/>
            <a:ext cx="4146536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Заявка на регистрацию не принята. 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Причина указана в тексте ошибки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1E0620F0-954D-A84F-A40F-9D02E65A29BE}"/>
              </a:ext>
            </a:extLst>
          </p:cNvPr>
          <p:cNvSpPr/>
          <p:nvPr/>
        </p:nvSpPr>
        <p:spPr>
          <a:xfrm>
            <a:off x="4918893" y="1106067"/>
            <a:ext cx="628666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Calibri"/>
              </a:rPr>
              <a:t>У абонента  превышен лимит активных договоров. Порекомендуйте абоненту закрыть неиспользуемые договора. Сообщите, что до момента пока неиспользуемые договора не закрыты, услуги связи на сим-карте будут недоступны</a:t>
            </a:r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500" y="2430582"/>
            <a:ext cx="3566251" cy="2344388"/>
          </a:xfrm>
          <a:prstGeom prst="rect">
            <a:avLst/>
          </a:prstGeom>
        </p:spPr>
      </p:pic>
      <p:pic>
        <p:nvPicPr>
          <p:cNvPr id="31" name="Рисунок 3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426" y="2430582"/>
            <a:ext cx="3088191" cy="3440882"/>
          </a:xfrm>
          <a:prstGeom prst="rect">
            <a:avLst/>
          </a:prstGeom>
        </p:spPr>
      </p:pic>
      <p:sp>
        <p:nvSpPr>
          <p:cNvPr id="14" name="Заголовок 6">
            <a:extLst>
              <a:ext uri="{FF2B5EF4-FFF2-40B4-BE49-F238E27FC236}">
                <a16:creationId xmlns:a16="http://schemas.microsoft.com/office/drawing/2014/main" id="{1B06B689-E5DF-4667-A410-1724227E4E39}"/>
              </a:ext>
            </a:extLst>
          </p:cNvPr>
          <p:cNvSpPr txBox="1">
            <a:spLocks/>
          </p:cNvSpPr>
          <p:nvPr/>
        </p:nvSpPr>
        <p:spPr>
          <a:xfrm>
            <a:off x="535649" y="412747"/>
            <a:ext cx="10515600" cy="506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MTS Wide" panose="020B0306020102020303" pitchFamily="34" charset="0"/>
                <a:ea typeface="MTS Wide" panose="020B0306020102020303" pitchFamily="34" charset="0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r>
              <a:rPr lang="ru-RU" kern="0" dirty="0">
                <a:latin typeface="MTS Wide Medium" panose="020B0306020102020303" pitchFamily="34" charset="0"/>
                <a:ea typeface="MTS Wide Medium" panose="020B0306020102020303" pitchFamily="34" charset="0"/>
              </a:rPr>
              <a:t>Возможные ошибки</a:t>
            </a:r>
          </a:p>
        </p:txBody>
      </p:sp>
    </p:spTree>
    <p:extLst>
      <p:ext uri="{BB962C8B-B14F-4D97-AF65-F5344CB8AC3E}">
        <p14:creationId xmlns:p14="http://schemas.microsoft.com/office/powerpoint/2010/main" val="62007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818604" y="365124"/>
            <a:ext cx="11225349" cy="1325563"/>
          </a:xfrm>
        </p:spPr>
        <p:txBody>
          <a:bodyPr/>
          <a:lstStyle/>
          <a:p>
            <a:r>
              <a:rPr lang="ru-RU" dirty="0"/>
              <a:t>Важно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FC15BD-FC4A-1545-A5FD-454ECD0F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2B52BE-A9A1-784E-9F07-76F59725F6A3}" type="slidenum">
              <a:rPr kumimoji="0" lang="ru-RU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sym typeface="Helvetica Neue"/>
              </a:rPr>
              <a:pPr marL="0" marR="0" lvl="0" indent="0" algn="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ru-RU" sz="10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sym typeface="Helvetica Neue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73CD36F-0C17-48B5-9501-B746B4A14F91}"/>
              </a:ext>
            </a:extLst>
          </p:cNvPr>
          <p:cNvSpPr txBox="1">
            <a:spLocks/>
          </p:cNvSpPr>
          <p:nvPr/>
        </p:nvSpPr>
        <p:spPr>
          <a:xfrm>
            <a:off x="783286" y="1467874"/>
            <a:ext cx="7390103" cy="2280554"/>
          </a:xfrm>
          <a:prstGeom prst="roundRect">
            <a:avLst>
              <a:gd name="adj" fmla="val 7308"/>
            </a:avLst>
          </a:prstGeom>
          <a:noFill/>
          <a:ln w="12700">
            <a:noFill/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FF0032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Для того, чтобы </a:t>
            </a:r>
            <a:r>
              <a:rPr kumimoji="0" lang="ru-RU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32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бандл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FF0032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 сработал нужно активировать </a:t>
            </a:r>
            <a:r>
              <a:rPr lang="en-US" sz="1800" b="0" kern="0" dirty="0">
                <a:solidFill>
                  <a:srgbClr val="FF0032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</a:rPr>
              <a:t>SIM</a:t>
            </a:r>
            <a:r>
              <a:rPr lang="ru-RU" sz="1800" b="0" kern="0" dirty="0">
                <a:solidFill>
                  <a:srgbClr val="FF0032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</a:rPr>
              <a:t>-карту</a:t>
            </a: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FF0032"/>
              </a:solidFill>
              <a:effectLst/>
              <a:uLnTx/>
              <a:uFillTx/>
              <a:latin typeface="MTS Wide Medium" panose="020B0306020102020303" pitchFamily="34" charset="0"/>
              <a:ea typeface="MTS Wide Medium" panose="020B0306020102020303" pitchFamily="34" charset="0"/>
              <a:cs typeface="MTS Sans Black" charset="0"/>
              <a:sym typeface="Helvetica Neue"/>
            </a:endParaRPr>
          </a:p>
          <a:p>
            <a:pPr marR="0" lvl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32"/>
              </a:buClr>
              <a:buSzTx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После оформления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sim-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карты нужно выполнить любое целевое действие:</a:t>
            </a:r>
          </a:p>
          <a:p>
            <a:pPr marL="171450" marR="0" lvl="0" indent="-1714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Звонок</a:t>
            </a:r>
          </a:p>
          <a:p>
            <a:pPr marL="171450" marR="0" lvl="0" indent="-1714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400" b="0" kern="0" dirty="0">
                <a:solidFill>
                  <a:srgbClr val="000000"/>
                </a:solidFill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</a:rPr>
              <a:t>Выход в интернет</a:t>
            </a:r>
          </a:p>
          <a:p>
            <a:pPr marL="171450" marR="0" lvl="0" indent="-17145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Отправка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SMS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MTS Sans" charset="0"/>
              <a:sym typeface="Helvetica Neue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EDD445D-982D-45D1-9A88-7EC70309AB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74896">
            <a:off x="7498712" y="1764448"/>
            <a:ext cx="3693871" cy="4279038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295123A-C24F-4A31-9432-9C2D38C82F60}"/>
              </a:ext>
            </a:extLst>
          </p:cNvPr>
          <p:cNvSpPr txBox="1">
            <a:spLocks/>
          </p:cNvSpPr>
          <p:nvPr/>
        </p:nvSpPr>
        <p:spPr>
          <a:xfrm>
            <a:off x="818604" y="5366295"/>
            <a:ext cx="7390103" cy="810491"/>
          </a:xfrm>
          <a:prstGeom prst="roundRect">
            <a:avLst>
              <a:gd name="adj" fmla="val 7308"/>
            </a:avLst>
          </a:prstGeom>
          <a:noFill/>
          <a:ln w="12700">
            <a:noFill/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Если </a:t>
            </a:r>
            <a:r>
              <a:rPr lang="en-US" sz="1400" b="0" kern="0" dirty="0">
                <a:solidFill>
                  <a:schemeClr val="accent3"/>
                </a:solidFill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</a:rPr>
              <a:t>SIM</a:t>
            </a:r>
            <a:r>
              <a:rPr lang="ru-RU" sz="1400" b="0" kern="0" dirty="0">
                <a:solidFill>
                  <a:schemeClr val="accent3"/>
                </a:solidFill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</a:rPr>
              <a:t>-карту не активировать, то клиент не сможет участвовать в программе «Двойная выгода»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MTS Sans" charset="0"/>
              <a:sym typeface="Helvetica Neu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92676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: фигура 7" hidden="1">
            <a:extLst>
              <a:ext uri="{FF2B5EF4-FFF2-40B4-BE49-F238E27FC236}">
                <a16:creationId xmlns:a16="http://schemas.microsoft.com/office/drawing/2014/main" id="{97103FBE-9795-4A46-B85D-5C1FA365AE03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274273 w 5760908"/>
              <a:gd name="connsiteY0" fmla="*/ 270109 h 3238944"/>
              <a:gd name="connsiteX1" fmla="*/ 274273 w 5760908"/>
              <a:gd name="connsiteY1" fmla="*/ 2968836 h 3238944"/>
              <a:gd name="connsiteX2" fmla="*/ 5495318 w 5760908"/>
              <a:gd name="connsiteY2" fmla="*/ 2968836 h 3238944"/>
              <a:gd name="connsiteX3" fmla="*/ 5495318 w 5760908"/>
              <a:gd name="connsiteY3" fmla="*/ 270109 h 3238944"/>
              <a:gd name="connsiteX4" fmla="*/ 0 w 5760908"/>
              <a:gd name="connsiteY4" fmla="*/ 0 h 3238944"/>
              <a:gd name="connsiteX5" fmla="*/ 5760908 w 5760908"/>
              <a:gd name="connsiteY5" fmla="*/ 0 h 3238944"/>
              <a:gd name="connsiteX6" fmla="*/ 5760908 w 5760908"/>
              <a:gd name="connsiteY6" fmla="*/ 3238944 h 3238944"/>
              <a:gd name="connsiteX7" fmla="*/ 0 w 5760908"/>
              <a:gd name="connsiteY7" fmla="*/ 3238944 h 3238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60908" h="3238944">
                <a:moveTo>
                  <a:pt x="274273" y="270109"/>
                </a:moveTo>
                <a:lnTo>
                  <a:pt x="274273" y="2968836"/>
                </a:lnTo>
                <a:lnTo>
                  <a:pt x="5495318" y="2968836"/>
                </a:lnTo>
                <a:lnTo>
                  <a:pt x="5495318" y="270109"/>
                </a:lnTo>
                <a:close/>
                <a:moveTo>
                  <a:pt x="0" y="0"/>
                </a:moveTo>
                <a:lnTo>
                  <a:pt x="5760908" y="0"/>
                </a:lnTo>
                <a:lnTo>
                  <a:pt x="5760908" y="3238944"/>
                </a:lnTo>
                <a:lnTo>
                  <a:pt x="0" y="3238944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Helvetica"/>
              <a:sym typeface="Calibri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5E01C8-A51C-4419-A421-4E4153CA1F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9" y="0"/>
            <a:ext cx="772391" cy="7723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67528F-362E-334F-8EEA-D61B7EA7537F}"/>
              </a:ext>
            </a:extLst>
          </p:cNvPr>
          <p:cNvSpPr txBox="1"/>
          <p:nvPr/>
        </p:nvSpPr>
        <p:spPr>
          <a:xfrm>
            <a:off x="587375" y="2566300"/>
            <a:ext cx="6039748" cy="13952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Arial" panose="020B0604020202020204" pitchFamily="34" charset="0"/>
                <a:sym typeface="Helvetica Neue"/>
              </a:rPr>
              <a:t>Коллегам можно направить вопросы по работе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Arial" panose="020B0604020202020204" pitchFamily="34" charset="0"/>
                <a:sym typeface="Helvetica Neue"/>
              </a:rPr>
              <a:t>:</a:t>
            </a:r>
          </a:p>
          <a:p>
            <a:pPr marL="285750" marR="0" lvl="0" indent="-285750" algn="l" defTabSz="8255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3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Arial" panose="020B0604020202020204" pitchFamily="34" charset="0"/>
                <a:sym typeface="Helvetica Neue"/>
              </a:rPr>
              <a:t>Приложения МТС Партнёр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Arial" panose="020B0604020202020204" pitchFamily="34" charset="0"/>
              <a:sym typeface="Helvetica Neue"/>
            </a:endParaRPr>
          </a:p>
          <a:p>
            <a:pPr marL="285750" marR="0" lvl="0" indent="-285750" algn="l" defTabSz="8255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3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Arial" panose="020B0604020202020204" pitchFamily="34" charset="0"/>
                <a:sym typeface="Helvetica Neue"/>
              </a:rPr>
              <a:t>Учётных записей пользователя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alibri"/>
                <a:sym typeface="Helvetica Neue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2D86FA-072D-504C-8819-67CFEDE9F46A}"/>
              </a:ext>
            </a:extLst>
          </p:cNvPr>
          <p:cNvSpPr txBox="1"/>
          <p:nvPr/>
        </p:nvSpPr>
        <p:spPr>
          <a:xfrm>
            <a:off x="496448" y="1490598"/>
            <a:ext cx="78550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Arial" panose="020B0604020202020204" pitchFamily="34" charset="0"/>
                <a:sym typeface="Helvetica Neue"/>
              </a:rPr>
              <a:t>Поддержка работы приложения осуществляется командой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Arial" panose="020B0604020202020204" pitchFamily="34" charset="0"/>
                <a:sym typeface="Helvetica Neue"/>
              </a:rPr>
              <a:t>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Arial" panose="020B0604020202020204" pitchFamily="34" charset="0"/>
                <a:sym typeface="Helvetica Neue"/>
                <a:hlinkClick r:id="rId5"/>
              </a:rPr>
              <a:t>supportdealers@mts.ru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2D8969-F5CA-9246-852E-53BFDA487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412747"/>
            <a:ext cx="10515600" cy="506413"/>
          </a:xfrm>
        </p:spPr>
        <p:txBody>
          <a:bodyPr>
            <a:normAutofit/>
          </a:bodyPr>
          <a:lstStyle/>
          <a:p>
            <a:r>
              <a:rPr kumimoji="0" lang="ru-RU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sym typeface="MTS Sans UltraWide"/>
              </a:rPr>
              <a:t>ТЕХНИЧЕСКАЯ ПОДДЕРЖКА</a:t>
            </a:r>
            <a:endParaRPr lang="ru-RU" dirty="0">
              <a:latin typeface="MTS Wide Medium" panose="020B0306020102020303" pitchFamily="34" charset="0"/>
              <a:ea typeface="MTS Wide Medium" panose="020B0306020102020303" pitchFamily="34" charset="0"/>
            </a:endParaRP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FCC367C9-1AE1-E14B-9506-0135272FEC16}"/>
              </a:ext>
            </a:extLst>
          </p:cNvPr>
          <p:cNvGrpSpPr/>
          <p:nvPr/>
        </p:nvGrpSpPr>
        <p:grpSpPr>
          <a:xfrm>
            <a:off x="8848800" y="1510293"/>
            <a:ext cx="2315968" cy="4509381"/>
            <a:chOff x="8912706" y="874053"/>
            <a:chExt cx="2610844" cy="5083529"/>
          </a:xfrm>
        </p:grpSpPr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D6B76330-5EF9-9445-8CE6-501DD380F1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779" b="5613"/>
            <a:stretch/>
          </p:blipFill>
          <p:spPr>
            <a:xfrm>
              <a:off x="9126098" y="1250367"/>
              <a:ext cx="2182172" cy="4345363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72DFF18F-283F-BD4E-9325-4BF8B9999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912706" y="874053"/>
              <a:ext cx="2610844" cy="5083529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330211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8C59C44-8D62-146E-62DE-3E341DF69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032" y="5023777"/>
            <a:ext cx="10307638" cy="1325563"/>
          </a:xfrm>
        </p:spPr>
        <p:txBody>
          <a:bodyPr/>
          <a:lstStyle/>
          <a:p>
            <a:r>
              <a:rPr lang="ru-RU" dirty="0"/>
              <a:t>Как узнать свой</a:t>
            </a:r>
            <a:r>
              <a:rPr lang="en-US" dirty="0"/>
              <a:t> </a:t>
            </a:r>
            <a:r>
              <a:rPr lang="ru-RU" dirty="0"/>
              <a:t>номер МТС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3EBC36C-0637-1A22-3F23-0B8CE4801CA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 marL="0" marR="0" lvl="0" indent="0" algn="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2B52BE-A9A1-784E-9F07-76F59725F6A3}" type="slidenum">
              <a:rPr kumimoji="0" lang="ru-RU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sym typeface="Helvetica Neue"/>
              </a:rPr>
              <a:pPr marL="0" marR="0" lvl="0" indent="0" algn="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ru-RU" sz="10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sym typeface="Helvetica Neue"/>
            </a:endParaRPr>
          </a:p>
        </p:txBody>
      </p:sp>
      <p:pic>
        <p:nvPicPr>
          <p:cNvPr id="4" name="Picture 2" descr="Как узнать свой номер МТС">
            <a:extLst>
              <a:ext uri="{FF2B5EF4-FFF2-40B4-BE49-F238E27FC236}">
                <a16:creationId xmlns:a16="http://schemas.microsoft.com/office/drawing/2014/main" id="{36F46DD7-F1E2-4992-8123-DCA0318C4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5175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72926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828996" y="136525"/>
            <a:ext cx="10165070" cy="1325563"/>
          </a:xfrm>
        </p:spPr>
        <p:txBody>
          <a:bodyPr/>
          <a:lstStyle/>
          <a:p>
            <a:r>
              <a:rPr lang="ru-RU" dirty="0"/>
              <a:t>Как узнать номер МТС в настройках </a:t>
            </a:r>
            <a:r>
              <a:rPr lang="ru-RU" dirty="0" err="1"/>
              <a:t>Android</a:t>
            </a:r>
            <a:r>
              <a:rPr lang="ru-RU" dirty="0"/>
              <a:t>-смартфона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FC15BD-FC4A-1545-A5FD-454ECD0F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2B52BE-A9A1-784E-9F07-76F59725F6A3}" type="slidenum">
              <a:rPr kumimoji="0" lang="ru-RU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sym typeface="Helvetica Neue"/>
              </a:rPr>
              <a:pPr marL="0" marR="0" lvl="0" indent="0" algn="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ru-RU" sz="10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sym typeface="Helvetica Neue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2F32D3A-CEF5-4B1C-A948-D18A85AAF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500" y="2870531"/>
            <a:ext cx="1638443" cy="338806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F69A348-A29F-4E14-93E0-70184971CD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1022" y="2840769"/>
            <a:ext cx="1638443" cy="3417828"/>
          </a:xfrm>
          <a:prstGeom prst="rect">
            <a:avLst/>
          </a:prstGeom>
        </p:spPr>
      </p:pic>
      <p:sp>
        <p:nvSpPr>
          <p:cNvPr id="9" name="Овал 8">
            <a:extLst>
              <a:ext uri="{FF2B5EF4-FFF2-40B4-BE49-F238E27FC236}">
                <a16:creationId xmlns:a16="http://schemas.microsoft.com/office/drawing/2014/main" id="{E0549513-A10E-4985-B859-CBA69509EB25}"/>
              </a:ext>
            </a:extLst>
          </p:cNvPr>
          <p:cNvSpPr/>
          <p:nvPr/>
        </p:nvSpPr>
        <p:spPr>
          <a:xfrm>
            <a:off x="904726" y="1715459"/>
            <a:ext cx="524185" cy="524185"/>
          </a:xfrm>
          <a:prstGeom prst="ellipse">
            <a:avLst/>
          </a:prstGeom>
          <a:solidFill>
            <a:schemeClr val="accent3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lang="ru-RU" sz="1800" b="0" dirty="0">
                <a:solidFill>
                  <a:schemeClr val="bg1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1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3413AA-BEBC-4471-91F2-44E2BC2B88BF}"/>
              </a:ext>
            </a:extLst>
          </p:cNvPr>
          <p:cNvSpPr txBox="1"/>
          <p:nvPr/>
        </p:nvSpPr>
        <p:spPr>
          <a:xfrm>
            <a:off x="1399197" y="1715459"/>
            <a:ext cx="41191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MTS Text" panose="020B0306020102020303" pitchFamily="34" charset="0"/>
                <a:ea typeface="MTS Text" panose="020B0306020102020303" pitchFamily="34" charset="0"/>
              </a:rPr>
              <a:t>В настройках найдите пункт «Мобильные сети». </a:t>
            </a:r>
          </a:p>
          <a:p>
            <a:r>
              <a:rPr lang="ru-RU" sz="1400" dirty="0">
                <a:latin typeface="MTS Text" panose="020B0306020102020303" pitchFamily="34" charset="0"/>
                <a:ea typeface="MTS Text" panose="020B0306020102020303" pitchFamily="34" charset="0"/>
              </a:rPr>
              <a:t>Там будет указан ваш номер или номера, если в смартфоне две </a:t>
            </a:r>
            <a:r>
              <a:rPr lang="en-US" sz="1400" dirty="0">
                <a:latin typeface="MTS Text" panose="020B0306020102020303" pitchFamily="34" charset="0"/>
                <a:ea typeface="MTS Text" panose="020B0306020102020303" pitchFamily="34" charset="0"/>
              </a:rPr>
              <a:t>SIM</a:t>
            </a:r>
            <a:r>
              <a:rPr lang="ru-RU" sz="1400" dirty="0">
                <a:latin typeface="MTS Text" panose="020B0306020102020303" pitchFamily="34" charset="0"/>
                <a:ea typeface="MTS Text" panose="020B0306020102020303" pitchFamily="34" charset="0"/>
              </a:rPr>
              <a:t> - карты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F0553183-C1F3-4C10-98CF-4C9C6889CBA5}"/>
              </a:ext>
            </a:extLst>
          </p:cNvPr>
          <p:cNvSpPr/>
          <p:nvPr/>
        </p:nvSpPr>
        <p:spPr>
          <a:xfrm>
            <a:off x="5900898" y="1736725"/>
            <a:ext cx="524185" cy="524185"/>
          </a:xfrm>
          <a:prstGeom prst="ellipse">
            <a:avLst/>
          </a:prstGeom>
          <a:solidFill>
            <a:schemeClr val="accent3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kumimoji="0" lang="ru-RU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2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2C2067C-2083-4693-896E-367BD3CC9D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47" y="3304089"/>
            <a:ext cx="1326711" cy="289051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59A8FF1-7B18-4155-BF2D-B5C1CA0A2A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1544" y="3304089"/>
            <a:ext cx="1348907" cy="289051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33F53DB-F133-4591-824A-AED525F2F2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9737" y="3266809"/>
            <a:ext cx="1378508" cy="2949602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79B1EF0-1C98-4CCA-BFA9-2064920B75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72157" y="3266809"/>
            <a:ext cx="1380556" cy="294960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E5E532F-7C4E-44A2-BACE-0B26A28DB6A5}"/>
              </a:ext>
            </a:extLst>
          </p:cNvPr>
          <p:cNvSpPr txBox="1"/>
          <p:nvPr/>
        </p:nvSpPr>
        <p:spPr>
          <a:xfrm>
            <a:off x="6425083" y="1715459"/>
            <a:ext cx="4978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MTS Text" panose="020B0306020102020303" pitchFamily="34" charset="0"/>
                <a:ea typeface="MTS Text" panose="020B0306020102020303" pitchFamily="34" charset="0"/>
              </a:rPr>
              <a:t>Альтернативный вариант. Найдите пункт «О телефоне» – «Подробная информация и характеристики» – «Общая информация» – в разделе «Основная информация» найдите свой номер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51731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828996" y="93805"/>
            <a:ext cx="10415267" cy="1325563"/>
          </a:xfrm>
        </p:spPr>
        <p:txBody>
          <a:bodyPr/>
          <a:lstStyle/>
          <a:p>
            <a:r>
              <a:rPr lang="ru-RU" dirty="0"/>
              <a:t>Как узнать номер МТС в настройках iPhone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FC15BD-FC4A-1545-A5FD-454ECD0F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2B52BE-A9A1-784E-9F07-76F59725F6A3}" type="slidenum">
              <a:rPr kumimoji="0" lang="ru-RU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sym typeface="Helvetica Neue"/>
              </a:rPr>
              <a:pPr marL="0" marR="0" lvl="0" indent="0" algn="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ru-RU" sz="10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sym typeface="Helvetica Neue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E0549513-A10E-4985-B859-CBA69509EB25}"/>
              </a:ext>
            </a:extLst>
          </p:cNvPr>
          <p:cNvSpPr/>
          <p:nvPr/>
        </p:nvSpPr>
        <p:spPr>
          <a:xfrm>
            <a:off x="904726" y="1715459"/>
            <a:ext cx="524185" cy="524185"/>
          </a:xfrm>
          <a:prstGeom prst="ellipse">
            <a:avLst/>
          </a:prstGeom>
          <a:solidFill>
            <a:schemeClr val="accent3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lang="ru-RU" sz="1800" b="0" dirty="0">
                <a:solidFill>
                  <a:schemeClr val="bg1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1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3413AA-BEBC-4471-91F2-44E2BC2B88BF}"/>
              </a:ext>
            </a:extLst>
          </p:cNvPr>
          <p:cNvSpPr txBox="1"/>
          <p:nvPr/>
        </p:nvSpPr>
        <p:spPr>
          <a:xfrm>
            <a:off x="1399197" y="1715459"/>
            <a:ext cx="41191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MTS Text" panose="020B0306020102020303" pitchFamily="34" charset="0"/>
                <a:ea typeface="MTS Text" panose="020B0306020102020303" pitchFamily="34" charset="0"/>
              </a:rPr>
              <a:t>Откройте настройки и найдите пункт «Телефон» - в графе «Мой номер» будет указан ваш номер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F0553183-C1F3-4C10-98CF-4C9C6889CBA5}"/>
              </a:ext>
            </a:extLst>
          </p:cNvPr>
          <p:cNvSpPr/>
          <p:nvPr/>
        </p:nvSpPr>
        <p:spPr>
          <a:xfrm>
            <a:off x="5900898" y="1736725"/>
            <a:ext cx="524185" cy="524185"/>
          </a:xfrm>
          <a:prstGeom prst="ellipse">
            <a:avLst/>
          </a:prstGeom>
          <a:solidFill>
            <a:schemeClr val="accent3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kumimoji="0" lang="ru-RU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2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5E532F-7C4E-44A2-BACE-0B26A28DB6A5}"/>
              </a:ext>
            </a:extLst>
          </p:cNvPr>
          <p:cNvSpPr txBox="1"/>
          <p:nvPr/>
        </p:nvSpPr>
        <p:spPr>
          <a:xfrm>
            <a:off x="6425083" y="1715459"/>
            <a:ext cx="4978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MTS Text" panose="020B0306020102020303" pitchFamily="34" charset="0"/>
                <a:ea typeface="MTS Text" panose="020B0306020102020303" pitchFamily="34" charset="0"/>
              </a:rPr>
              <a:t>Альтернативный вариант. Зайдите в «Контакты» и нажмите на пункт «Моя карточка». Мобильный номер там тоже есть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525D43E-334B-4D74-8004-8E47B9F92D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577" y="2650316"/>
            <a:ext cx="2110913" cy="4090407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C488492-1116-4B4B-B8B9-DE16CDCF65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3151" y="2650317"/>
            <a:ext cx="2143767" cy="4090407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B637EECF-EDE3-436A-89D8-A80BF39101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3372" y="2650316"/>
            <a:ext cx="2032955" cy="3993592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8A4B697-CA47-4F5C-B3A2-3E1962A2D5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7453" y="2601908"/>
            <a:ext cx="1983970" cy="409040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349845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FC15BD-FC4A-1545-A5FD-454ECD0F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2B52BE-A9A1-784E-9F07-76F59725F6A3}" type="slidenum">
              <a:rPr kumimoji="0" lang="ru-RU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sym typeface="Helvetica Neue"/>
              </a:rPr>
              <a:pPr marL="0" marR="0" lvl="0" indent="0" algn="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ru-RU" sz="10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sym typeface="Helvetica Neue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73CD36F-0C17-48B5-9501-B746B4A14F91}"/>
              </a:ext>
            </a:extLst>
          </p:cNvPr>
          <p:cNvSpPr txBox="1">
            <a:spLocks/>
          </p:cNvSpPr>
          <p:nvPr/>
        </p:nvSpPr>
        <p:spPr>
          <a:xfrm>
            <a:off x="3130504" y="1736725"/>
            <a:ext cx="5237452" cy="2627457"/>
          </a:xfrm>
          <a:prstGeom prst="roundRect">
            <a:avLst>
              <a:gd name="adj" fmla="val 7308"/>
            </a:avLst>
          </a:prstGeom>
          <a:noFill/>
          <a:ln w="12700">
            <a:solidFill>
              <a:srgbClr val="FF0032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ru-RU" sz="3200" b="0" kern="0" dirty="0">
                <a:solidFill>
                  <a:srgbClr val="FF0032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</a:rPr>
              <a:t>0887</a:t>
            </a:r>
            <a:endParaRPr kumimoji="0" lang="ru-RU" sz="3200" b="0" i="0" u="none" strike="noStrike" kern="0" cap="none" spc="0" normalizeH="0" baseline="0" noProof="0" dirty="0">
              <a:ln>
                <a:noFill/>
              </a:ln>
              <a:solidFill>
                <a:srgbClr val="FF0032"/>
              </a:solidFill>
              <a:effectLst/>
              <a:uLnTx/>
              <a:uFillTx/>
              <a:latin typeface="MTS Wide Medium" panose="020B0306020102020303" pitchFamily="34" charset="0"/>
              <a:ea typeface="MTS Wide Medium" panose="020B0306020102020303" pitchFamily="34" charset="0"/>
              <a:cs typeface="MTS Sans Black" charset="0"/>
              <a:sym typeface="Helvetica Neue"/>
            </a:endParaRPr>
          </a:p>
          <a:p>
            <a:pPr marR="0" lvl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32"/>
              </a:buClr>
              <a:buSzTx/>
              <a:tabLst/>
              <a:defRPr/>
            </a:pPr>
            <a:r>
              <a:rPr kumimoji="0" lang="ru-RU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Позво</a:t>
            </a:r>
            <a:r>
              <a:rPr lang="ru-RU" sz="2400" b="0" kern="0" dirty="0" err="1">
                <a:solidFill>
                  <a:srgbClr val="000000"/>
                </a:solidFill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</a:rPr>
              <a:t>ните</a:t>
            </a:r>
            <a:r>
              <a:rPr lang="ru-RU" sz="2400" b="0" kern="0" dirty="0">
                <a:solidFill>
                  <a:srgbClr val="000000"/>
                </a:solidFill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</a:rPr>
              <a:t> на короткий номер </a:t>
            </a:r>
            <a:r>
              <a:rPr lang="ru-RU" sz="2400" kern="0" dirty="0">
                <a:solidFill>
                  <a:srgbClr val="000000"/>
                </a:solidFill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</a:rPr>
              <a:t>0887</a:t>
            </a:r>
          </a:p>
          <a:p>
            <a:pPr marR="0" lvl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32"/>
              </a:buClr>
              <a:buSzTx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Это бесплатно. Автоответчик продиктует ваш номер </a:t>
            </a:r>
          </a:p>
        </p:txBody>
      </p:sp>
      <p:sp>
        <p:nvSpPr>
          <p:cNvPr id="9" name="Заголовок 7">
            <a:extLst>
              <a:ext uri="{FF2B5EF4-FFF2-40B4-BE49-F238E27FC236}">
                <a16:creationId xmlns:a16="http://schemas.microsoft.com/office/drawing/2014/main" id="{4FCA0CAF-D3F1-452E-98D0-246E5C255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996" y="304227"/>
            <a:ext cx="10415267" cy="1325563"/>
          </a:xfrm>
        </p:spPr>
        <p:txBody>
          <a:bodyPr/>
          <a:lstStyle/>
          <a:p>
            <a:r>
              <a:rPr lang="ru-RU" dirty="0"/>
              <a:t>Другие способы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9FBE38-A984-4994-BE53-2FFF2FA64A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541341" y="1182688"/>
            <a:ext cx="2580853" cy="563495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438077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8C59C44-8D62-146E-62DE-3E341DF69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выдачи продукта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3EBC36C-0637-1A22-3F23-0B8CE4801CA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 marL="0" marR="0" lvl="0" indent="0" algn="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2B52BE-A9A1-784E-9F07-76F59725F6A3}" type="slidenum">
              <a:rPr kumimoji="0" lang="ru-RU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sym typeface="Helvetica Neue"/>
              </a:rPr>
              <a:pPr marL="0" marR="0" lvl="0" indent="0" algn="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ru-RU" sz="10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sym typeface="Helvetica Neu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23879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828995" y="136525"/>
            <a:ext cx="11225349" cy="1325563"/>
          </a:xfrm>
        </p:spPr>
        <p:txBody>
          <a:bodyPr/>
          <a:lstStyle/>
          <a:p>
            <a:r>
              <a:rPr lang="ru-RU" dirty="0"/>
              <a:t>Обратите внимание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FC15BD-FC4A-1545-A5FD-454ECD0F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2B52BE-A9A1-784E-9F07-76F59725F6A3}" type="slidenum">
              <a:rPr kumimoji="0" lang="ru-RU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sym typeface="Helvetica Neue"/>
              </a:rPr>
              <a:pPr marL="0" marR="0" lvl="0" indent="0" algn="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ru-RU" sz="10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sym typeface="Helvetica Neue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73CD36F-0C17-48B5-9501-B746B4A14F91}"/>
              </a:ext>
            </a:extLst>
          </p:cNvPr>
          <p:cNvSpPr txBox="1">
            <a:spLocks/>
          </p:cNvSpPr>
          <p:nvPr/>
        </p:nvSpPr>
        <p:spPr>
          <a:xfrm>
            <a:off x="4062415" y="2360179"/>
            <a:ext cx="5237452" cy="2627457"/>
          </a:xfrm>
          <a:prstGeom prst="roundRect">
            <a:avLst>
              <a:gd name="adj" fmla="val 7308"/>
            </a:avLst>
          </a:prstGeom>
          <a:noFill/>
          <a:ln w="12700">
            <a:solidFill>
              <a:srgbClr val="FF0032"/>
            </a:solidFill>
          </a:ln>
        </p:spPr>
        <p:txBody>
          <a:bodyPr lIns="180000" tIns="180000" rIns="0" bIns="0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ru-RU" sz="1800" b="0" kern="0" dirty="0">
                <a:solidFill>
                  <a:srgbClr val="FF0032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</a:rPr>
              <a:t>Подписание Согласия на обработку персональных данных</a:t>
            </a: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FF0032"/>
              </a:solidFill>
              <a:effectLst/>
              <a:uLnTx/>
              <a:uFillTx/>
              <a:latin typeface="MTS Wide Medium" panose="020B0306020102020303" pitchFamily="34" charset="0"/>
              <a:ea typeface="MTS Wide Medium" panose="020B0306020102020303" pitchFamily="34" charset="0"/>
              <a:cs typeface="MTS Sans Black" charset="0"/>
              <a:sym typeface="Helvetica Neue"/>
            </a:endParaRPr>
          </a:p>
          <a:p>
            <a:pPr marR="0" lvl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32"/>
              </a:buClr>
              <a:buSzTx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В Согласии указываем </a:t>
            </a:r>
            <a:r>
              <a:rPr kumimoji="0" lang="ru-RU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основной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  <a:sym typeface="Helvetica Neue"/>
              </a:rPr>
              <a:t> номер телефона клиента (тот на который оформлена заявка)</a:t>
            </a:r>
          </a:p>
          <a:p>
            <a:pPr marR="0" lvl="0" algn="l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32"/>
              </a:buClr>
              <a:buSzTx/>
              <a:tabLst/>
              <a:defRPr/>
            </a:pPr>
            <a:r>
              <a:rPr lang="ru-RU" sz="1400" b="0" kern="0" dirty="0">
                <a:solidFill>
                  <a:srgbClr val="000000"/>
                </a:solidFill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</a:rPr>
              <a:t>Номер, привязанный к новой </a:t>
            </a:r>
            <a:r>
              <a:rPr lang="en-US" sz="1400" b="0" kern="0" dirty="0">
                <a:solidFill>
                  <a:srgbClr val="000000"/>
                </a:solidFill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</a:rPr>
              <a:t>SIM-</a:t>
            </a:r>
            <a:r>
              <a:rPr lang="ru-RU" sz="1400" b="0" kern="0" dirty="0">
                <a:solidFill>
                  <a:srgbClr val="000000"/>
                </a:solidFill>
                <a:latin typeface="MTS Text" panose="020B0306020102020303" pitchFamily="34" charset="0"/>
                <a:ea typeface="MTS Text" panose="020B0306020102020303" pitchFamily="34" charset="0"/>
                <a:cs typeface="MTS Sans" charset="0"/>
              </a:rPr>
              <a:t>карте, вносим только в рабочее приложение, для того чтобы зафиксировать выдачу продукта «Двойная выгода» 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MTS Sans" charset="0"/>
              <a:sym typeface="Helvetica Neue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C32557-0F93-460F-B08D-3537C22A30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79" y="1279814"/>
            <a:ext cx="4987781" cy="49877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933148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821422" y="876286"/>
            <a:ext cx="10406063" cy="365125"/>
          </a:xfrm>
        </p:spPr>
        <p:txBody>
          <a:bodyPr>
            <a:normAutofit fontScale="90000"/>
          </a:bodyPr>
          <a:lstStyle/>
          <a:p>
            <a:r>
              <a:rPr lang="ru-RU" dirty="0"/>
              <a:t>Модель встречи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90C1C4D-FA62-4F44-B144-5C92817E3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2B52BE-A9A1-784E-9F07-76F59725F6A3}" type="slidenum">
              <a:rPr kumimoji="0" lang="ru-RU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sym typeface="Helvetica Neue"/>
              </a:rPr>
              <a:pPr marL="0" marR="0" lvl="0" indent="0" algn="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ru-RU" sz="10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sym typeface="Helvetica Neue"/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094FD36-02E9-4CCF-B144-9E2FE3D14149}"/>
              </a:ext>
            </a:extLst>
          </p:cNvPr>
          <p:cNvSpPr txBox="1">
            <a:spLocks/>
          </p:cNvSpPr>
          <p:nvPr/>
        </p:nvSpPr>
        <p:spPr>
          <a:xfrm>
            <a:off x="946151" y="1353949"/>
            <a:ext cx="6731000" cy="376791"/>
          </a:xfrm>
          <a:prstGeom prst="roundRect">
            <a:avLst>
              <a:gd name="adj" fmla="val 10996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 anchor="b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Верификация клиента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0EB4015-C7CF-426A-89CF-3C913BCEE9D1}"/>
              </a:ext>
            </a:extLst>
          </p:cNvPr>
          <p:cNvSpPr txBox="1">
            <a:spLocks/>
          </p:cNvSpPr>
          <p:nvPr/>
        </p:nvSpPr>
        <p:spPr>
          <a:xfrm>
            <a:off x="946151" y="1947708"/>
            <a:ext cx="6731000" cy="461454"/>
          </a:xfrm>
          <a:prstGeom prst="roundRect">
            <a:avLst>
              <a:gd name="adj" fmla="val 10996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 anchor="b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Выдача сим карты в приложении МТС Партнер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26FC727-2CA2-4253-A382-CB971224136B}"/>
              </a:ext>
            </a:extLst>
          </p:cNvPr>
          <p:cNvSpPr txBox="1">
            <a:spLocks/>
          </p:cNvSpPr>
          <p:nvPr/>
        </p:nvSpPr>
        <p:spPr>
          <a:xfrm>
            <a:off x="935039" y="2626130"/>
            <a:ext cx="6753225" cy="461455"/>
          </a:xfrm>
          <a:prstGeom prst="roundRect">
            <a:avLst>
              <a:gd name="adj" fmla="val 10996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 anchor="t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Оформление ДК МТСД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EDA9BF6-57C3-42AE-8812-BF9DA3A95EEF}"/>
              </a:ext>
            </a:extLst>
          </p:cNvPr>
          <p:cNvSpPr txBox="1">
            <a:spLocks/>
          </p:cNvSpPr>
          <p:nvPr/>
        </p:nvSpPr>
        <p:spPr>
          <a:xfrm>
            <a:off x="8045450" y="2613179"/>
            <a:ext cx="3198813" cy="547410"/>
          </a:xfrm>
          <a:prstGeom prst="roundRect">
            <a:avLst>
              <a:gd name="adj" fmla="val 10996"/>
            </a:avLst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lIns="180000" tIns="180000" rIns="0" bIns="0" anchor="t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Фото документов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FA9061-3A6C-452F-8184-350FCEE6E3BD}"/>
              </a:ext>
            </a:extLst>
          </p:cNvPr>
          <p:cNvSpPr txBox="1">
            <a:spLocks/>
          </p:cNvSpPr>
          <p:nvPr/>
        </p:nvSpPr>
        <p:spPr>
          <a:xfrm>
            <a:off x="8045450" y="3307454"/>
            <a:ext cx="3198813" cy="547410"/>
          </a:xfrm>
          <a:prstGeom prst="roundRect">
            <a:avLst>
              <a:gd name="adj" fmla="val 10996"/>
            </a:avLst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lIns="180000" tIns="180000" rIns="0" bIns="0" anchor="t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Ввод (скан) ШК карты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9F84902-46FA-490A-9895-FD8A1F0D61AD}"/>
              </a:ext>
            </a:extLst>
          </p:cNvPr>
          <p:cNvSpPr txBox="1">
            <a:spLocks/>
          </p:cNvSpPr>
          <p:nvPr/>
        </p:nvSpPr>
        <p:spPr>
          <a:xfrm>
            <a:off x="8045450" y="4001728"/>
            <a:ext cx="3198813" cy="1008301"/>
          </a:xfrm>
          <a:prstGeom prst="roundRect">
            <a:avLst>
              <a:gd name="adj" fmla="val 7668"/>
            </a:avLst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lIns="180000" tIns="180000" rIns="0" bIns="0" anchor="t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Ввод № тел. (из приложения МТС Партнер)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0491B13-C64E-49B1-ABC0-4410D848AD2F}"/>
              </a:ext>
            </a:extLst>
          </p:cNvPr>
          <p:cNvSpPr txBox="1">
            <a:spLocks/>
          </p:cNvSpPr>
          <p:nvPr/>
        </p:nvSpPr>
        <p:spPr>
          <a:xfrm>
            <a:off x="935039" y="3304553"/>
            <a:ext cx="6753225" cy="461455"/>
          </a:xfrm>
          <a:prstGeom prst="roundRect">
            <a:avLst>
              <a:gd name="adj" fmla="val 10996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 anchor="t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Клиенту приходит СМС для безбумажного подписания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0D6AEBB-087E-4EEC-A7EE-EC177F16F74B}"/>
              </a:ext>
            </a:extLst>
          </p:cNvPr>
          <p:cNvSpPr txBox="1">
            <a:spLocks/>
          </p:cNvSpPr>
          <p:nvPr/>
        </p:nvSpPr>
        <p:spPr>
          <a:xfrm>
            <a:off x="935039" y="3982976"/>
            <a:ext cx="6753225" cy="461455"/>
          </a:xfrm>
          <a:prstGeom prst="roundRect">
            <a:avLst>
              <a:gd name="adj" fmla="val 10996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 anchor="t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Установка </a:t>
            </a:r>
            <a:r>
              <a:rPr kumimoji="0" lang="ru-RU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пин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 - кода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119EA72-63B5-4DF1-9E35-80AB2394E281}"/>
              </a:ext>
            </a:extLst>
          </p:cNvPr>
          <p:cNvSpPr txBox="1">
            <a:spLocks/>
          </p:cNvSpPr>
          <p:nvPr/>
        </p:nvSpPr>
        <p:spPr>
          <a:xfrm>
            <a:off x="935039" y="4661399"/>
            <a:ext cx="6753225" cy="461455"/>
          </a:xfrm>
          <a:prstGeom prst="roundRect">
            <a:avLst>
              <a:gd name="adj" fmla="val 10996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 anchor="t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ru-RU" b="0" kern="0" dirty="0">
                <a:solidFill>
                  <a:srgbClr val="000000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</a:rPr>
              <a:t>Т</a:t>
            </a:r>
            <a:r>
              <a:rPr kumimoji="0" lang="ru-RU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ранзакция</a:t>
            </a:r>
            <a:endParaRPr kumimoji="0" lang="ru-RU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Wide Medium" panose="020B0306020102020303" pitchFamily="34" charset="0"/>
              <a:ea typeface="MTS Wide Medium" panose="020B0306020102020303" pitchFamily="34" charset="0"/>
              <a:cs typeface="MTS Sans Black" charset="0"/>
              <a:sym typeface="Helvetica Neue"/>
            </a:endParaRP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B8F25129-E2EE-4236-8803-6C52A1F5A266}"/>
              </a:ext>
            </a:extLst>
          </p:cNvPr>
          <p:cNvSpPr txBox="1">
            <a:spLocks/>
          </p:cNvSpPr>
          <p:nvPr/>
        </p:nvSpPr>
        <p:spPr>
          <a:xfrm>
            <a:off x="935039" y="5339824"/>
            <a:ext cx="6753225" cy="461455"/>
          </a:xfrm>
          <a:prstGeom prst="roundRect">
            <a:avLst>
              <a:gd name="adj" fmla="val 10996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lIns="180000" tIns="180000" rIns="0" bIns="0" anchor="t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Завершение продажи. Скрипт окончания встречи</a:t>
            </a: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F3DBB7C4-FE54-4FDE-B429-B66F5CAF433D}"/>
              </a:ext>
            </a:extLst>
          </p:cNvPr>
          <p:cNvSpPr/>
          <p:nvPr/>
        </p:nvSpPr>
        <p:spPr>
          <a:xfrm>
            <a:off x="802323" y="1237921"/>
            <a:ext cx="524185" cy="524185"/>
          </a:xfrm>
          <a:prstGeom prst="ellipse">
            <a:avLst/>
          </a:prstGeom>
          <a:solidFill>
            <a:schemeClr val="accent3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lang="ru-RU" sz="1800" b="0" dirty="0">
                <a:solidFill>
                  <a:schemeClr val="bg1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1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E1B93740-B1D5-4667-93C0-523F5C961E86}"/>
              </a:ext>
            </a:extLst>
          </p:cNvPr>
          <p:cNvSpPr/>
          <p:nvPr/>
        </p:nvSpPr>
        <p:spPr>
          <a:xfrm>
            <a:off x="802323" y="1884975"/>
            <a:ext cx="524185" cy="524185"/>
          </a:xfrm>
          <a:prstGeom prst="ellipse">
            <a:avLst/>
          </a:prstGeom>
          <a:solidFill>
            <a:schemeClr val="accent3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kumimoji="0" lang="ru-RU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2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99C54381-D475-41A2-9574-6E9C4C934C34}"/>
              </a:ext>
            </a:extLst>
          </p:cNvPr>
          <p:cNvSpPr/>
          <p:nvPr/>
        </p:nvSpPr>
        <p:spPr>
          <a:xfrm>
            <a:off x="802323" y="2513653"/>
            <a:ext cx="524185" cy="524185"/>
          </a:xfrm>
          <a:prstGeom prst="ellipse">
            <a:avLst/>
          </a:prstGeom>
          <a:solidFill>
            <a:schemeClr val="accent3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kumimoji="0" lang="ru-RU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3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A5B4FD4F-DFF0-42D8-B5E5-912187CCBC69}"/>
              </a:ext>
            </a:extLst>
          </p:cNvPr>
          <p:cNvSpPr/>
          <p:nvPr/>
        </p:nvSpPr>
        <p:spPr>
          <a:xfrm>
            <a:off x="802323" y="3069636"/>
            <a:ext cx="524185" cy="524185"/>
          </a:xfrm>
          <a:prstGeom prst="ellipse">
            <a:avLst/>
          </a:prstGeom>
          <a:solidFill>
            <a:schemeClr val="accent3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kumimoji="0" lang="ru-RU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4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630B3A9D-72D8-4F63-82AA-47267365BC28}"/>
              </a:ext>
            </a:extLst>
          </p:cNvPr>
          <p:cNvSpPr/>
          <p:nvPr/>
        </p:nvSpPr>
        <p:spPr>
          <a:xfrm>
            <a:off x="802323" y="3932208"/>
            <a:ext cx="524185" cy="524185"/>
          </a:xfrm>
          <a:prstGeom prst="ellipse">
            <a:avLst/>
          </a:prstGeom>
          <a:solidFill>
            <a:schemeClr val="accent3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kumimoji="0" lang="ru-RU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5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id="{AF985930-FF38-49CB-ABA2-FE41CEDDDE29}"/>
              </a:ext>
            </a:extLst>
          </p:cNvPr>
          <p:cNvSpPr/>
          <p:nvPr/>
        </p:nvSpPr>
        <p:spPr>
          <a:xfrm>
            <a:off x="802323" y="4627000"/>
            <a:ext cx="524185" cy="524185"/>
          </a:xfrm>
          <a:prstGeom prst="ellipse">
            <a:avLst/>
          </a:prstGeom>
          <a:solidFill>
            <a:schemeClr val="accent3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kumimoji="0" lang="ru-RU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6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47AE84F8-84C3-4F73-91C7-BBA86582C74E}"/>
              </a:ext>
            </a:extLst>
          </p:cNvPr>
          <p:cNvSpPr/>
          <p:nvPr/>
        </p:nvSpPr>
        <p:spPr>
          <a:xfrm>
            <a:off x="802323" y="5316644"/>
            <a:ext cx="524185" cy="524185"/>
          </a:xfrm>
          <a:prstGeom prst="ellipse">
            <a:avLst/>
          </a:prstGeom>
          <a:solidFill>
            <a:schemeClr val="accent3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kumimoji="0" lang="ru-RU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7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959339EB-1FCA-4AE5-9323-13EE6600FE10}"/>
              </a:ext>
            </a:extLst>
          </p:cNvPr>
          <p:cNvSpPr/>
          <p:nvPr/>
        </p:nvSpPr>
        <p:spPr>
          <a:xfrm>
            <a:off x="7918621" y="2613179"/>
            <a:ext cx="524185" cy="524185"/>
          </a:xfrm>
          <a:prstGeom prst="ellipse">
            <a:avLst/>
          </a:prstGeom>
          <a:solidFill>
            <a:schemeClr val="tx2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kumimoji="0" lang="ru-RU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А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6F97E1E8-B169-446D-B57C-217CC0C15242}"/>
              </a:ext>
            </a:extLst>
          </p:cNvPr>
          <p:cNvSpPr/>
          <p:nvPr/>
        </p:nvSpPr>
        <p:spPr>
          <a:xfrm>
            <a:off x="7918621" y="3247147"/>
            <a:ext cx="524185" cy="524185"/>
          </a:xfrm>
          <a:prstGeom prst="ellipse">
            <a:avLst/>
          </a:prstGeom>
          <a:solidFill>
            <a:schemeClr val="tx2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lang="ru-RU" sz="1800" b="0" dirty="0">
                <a:solidFill>
                  <a:schemeClr val="bg1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Б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sp>
        <p:nvSpPr>
          <p:cNvPr id="43" name="Овал 42">
            <a:extLst>
              <a:ext uri="{FF2B5EF4-FFF2-40B4-BE49-F238E27FC236}">
                <a16:creationId xmlns:a16="http://schemas.microsoft.com/office/drawing/2014/main" id="{164C4AB7-A477-474D-A5DA-2F56092ABCD3}"/>
              </a:ext>
            </a:extLst>
          </p:cNvPr>
          <p:cNvSpPr/>
          <p:nvPr/>
        </p:nvSpPr>
        <p:spPr>
          <a:xfrm>
            <a:off x="7918621" y="3924927"/>
            <a:ext cx="524185" cy="524185"/>
          </a:xfrm>
          <a:prstGeom prst="ellipse">
            <a:avLst/>
          </a:prstGeom>
          <a:solidFill>
            <a:schemeClr val="tx2"/>
          </a:solidFill>
          <a:ln w="381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825500"/>
            <a:r>
              <a:rPr lang="ru-RU" sz="1800" b="0" dirty="0">
                <a:solidFill>
                  <a:schemeClr val="bg1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Arial Black" charset="0"/>
                <a:sym typeface="Helvetica Neue Medium"/>
              </a:rPr>
              <a:t>С</a:t>
            </a:r>
            <a:endParaRPr kumimoji="0" lang="ru-RU" sz="1800" b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MTS Text Medium" panose="020B0306020102020303" pitchFamily="34" charset="0"/>
              <a:ea typeface="MTS Text Medium" panose="020B0306020102020303" pitchFamily="34" charset="0"/>
              <a:cs typeface="Arial Black" charset="0"/>
              <a:sym typeface="Helvetica Neue Medium"/>
            </a:endParaRPr>
          </a:p>
        </p:txBody>
      </p:sp>
      <p:sp>
        <p:nvSpPr>
          <p:cNvPr id="5" name="Стрелка: вправо 4">
            <a:extLst>
              <a:ext uri="{FF2B5EF4-FFF2-40B4-BE49-F238E27FC236}">
                <a16:creationId xmlns:a16="http://schemas.microsoft.com/office/drawing/2014/main" id="{75F7F8AA-50CA-44AF-83B2-C7DAD99EE413}"/>
              </a:ext>
            </a:extLst>
          </p:cNvPr>
          <p:cNvSpPr/>
          <p:nvPr/>
        </p:nvSpPr>
        <p:spPr>
          <a:xfrm rot="5400000">
            <a:off x="4133468" y="1746302"/>
            <a:ext cx="281286" cy="277346"/>
          </a:xfrm>
          <a:prstGeom prst="rightArrow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Стрелка: вправо 47">
            <a:extLst>
              <a:ext uri="{FF2B5EF4-FFF2-40B4-BE49-F238E27FC236}">
                <a16:creationId xmlns:a16="http://schemas.microsoft.com/office/drawing/2014/main" id="{1C9D8070-FF7C-4F0C-BDCE-1DE88D0B581D}"/>
              </a:ext>
            </a:extLst>
          </p:cNvPr>
          <p:cNvSpPr/>
          <p:nvPr/>
        </p:nvSpPr>
        <p:spPr>
          <a:xfrm rot="5400000">
            <a:off x="4132737" y="2393138"/>
            <a:ext cx="281286" cy="277346"/>
          </a:xfrm>
          <a:prstGeom prst="rightArrow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Стрелка: вправо 48">
            <a:extLst>
              <a:ext uri="{FF2B5EF4-FFF2-40B4-BE49-F238E27FC236}">
                <a16:creationId xmlns:a16="http://schemas.microsoft.com/office/drawing/2014/main" id="{33D16BFA-CB95-4A08-9630-5A38197DAC05}"/>
              </a:ext>
            </a:extLst>
          </p:cNvPr>
          <p:cNvSpPr/>
          <p:nvPr/>
        </p:nvSpPr>
        <p:spPr>
          <a:xfrm rot="5400000">
            <a:off x="4132737" y="3071561"/>
            <a:ext cx="281286" cy="277346"/>
          </a:xfrm>
          <a:prstGeom prst="rightArrow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Стрелка: вправо 49">
            <a:extLst>
              <a:ext uri="{FF2B5EF4-FFF2-40B4-BE49-F238E27FC236}">
                <a16:creationId xmlns:a16="http://schemas.microsoft.com/office/drawing/2014/main" id="{F38618C1-FB19-4101-9E67-25C078D0541A}"/>
              </a:ext>
            </a:extLst>
          </p:cNvPr>
          <p:cNvSpPr/>
          <p:nvPr/>
        </p:nvSpPr>
        <p:spPr>
          <a:xfrm rot="5400000">
            <a:off x="4132737" y="3722412"/>
            <a:ext cx="281286" cy="277346"/>
          </a:xfrm>
          <a:prstGeom prst="rightArrow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Стрелка: вправо 50">
            <a:extLst>
              <a:ext uri="{FF2B5EF4-FFF2-40B4-BE49-F238E27FC236}">
                <a16:creationId xmlns:a16="http://schemas.microsoft.com/office/drawing/2014/main" id="{CB81E43D-E5B9-4983-90BE-C4B4ACF0165D}"/>
              </a:ext>
            </a:extLst>
          </p:cNvPr>
          <p:cNvSpPr/>
          <p:nvPr/>
        </p:nvSpPr>
        <p:spPr>
          <a:xfrm rot="5400000">
            <a:off x="4132737" y="4428407"/>
            <a:ext cx="281286" cy="277346"/>
          </a:xfrm>
          <a:prstGeom prst="rightArrow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Стрелка: вправо 51">
            <a:extLst>
              <a:ext uri="{FF2B5EF4-FFF2-40B4-BE49-F238E27FC236}">
                <a16:creationId xmlns:a16="http://schemas.microsoft.com/office/drawing/2014/main" id="{D5352082-6DD0-49B6-A1A8-A6C9A1C0E27C}"/>
              </a:ext>
            </a:extLst>
          </p:cNvPr>
          <p:cNvSpPr/>
          <p:nvPr/>
        </p:nvSpPr>
        <p:spPr>
          <a:xfrm rot="5400000">
            <a:off x="4133468" y="5105785"/>
            <a:ext cx="281286" cy="277346"/>
          </a:xfrm>
          <a:prstGeom prst="rightArrow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Стрелка: вправо 52">
            <a:extLst>
              <a:ext uri="{FF2B5EF4-FFF2-40B4-BE49-F238E27FC236}">
                <a16:creationId xmlns:a16="http://schemas.microsoft.com/office/drawing/2014/main" id="{CDC256DD-462F-4D37-8010-4F4164DED952}"/>
              </a:ext>
            </a:extLst>
          </p:cNvPr>
          <p:cNvSpPr/>
          <p:nvPr/>
        </p:nvSpPr>
        <p:spPr>
          <a:xfrm>
            <a:off x="7637335" y="2686230"/>
            <a:ext cx="404940" cy="277346"/>
          </a:xfrm>
          <a:prstGeom prst="rightArrow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Стрелка: вправо 53">
            <a:extLst>
              <a:ext uri="{FF2B5EF4-FFF2-40B4-BE49-F238E27FC236}">
                <a16:creationId xmlns:a16="http://schemas.microsoft.com/office/drawing/2014/main" id="{67846617-B219-46DE-A9C1-7BB88B87073B}"/>
              </a:ext>
            </a:extLst>
          </p:cNvPr>
          <p:cNvSpPr/>
          <p:nvPr/>
        </p:nvSpPr>
        <p:spPr>
          <a:xfrm rot="5400000">
            <a:off x="9495476" y="3098717"/>
            <a:ext cx="298759" cy="277346"/>
          </a:xfrm>
          <a:prstGeom prst="rightArrow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Стрелка: вправо 54">
            <a:extLst>
              <a:ext uri="{FF2B5EF4-FFF2-40B4-BE49-F238E27FC236}">
                <a16:creationId xmlns:a16="http://schemas.microsoft.com/office/drawing/2014/main" id="{057BD5BE-705B-4CD9-B4A6-B7AECE588489}"/>
              </a:ext>
            </a:extLst>
          </p:cNvPr>
          <p:cNvSpPr/>
          <p:nvPr/>
        </p:nvSpPr>
        <p:spPr>
          <a:xfrm rot="5400000">
            <a:off x="9495475" y="3813756"/>
            <a:ext cx="298759" cy="277346"/>
          </a:xfrm>
          <a:prstGeom prst="rightArrow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B01001B6-223C-4DCD-AB9D-BA9336207CF1}"/>
              </a:ext>
            </a:extLst>
          </p:cNvPr>
          <p:cNvSpPr txBox="1">
            <a:spLocks/>
          </p:cNvSpPr>
          <p:nvPr/>
        </p:nvSpPr>
        <p:spPr>
          <a:xfrm>
            <a:off x="7906774" y="5179039"/>
            <a:ext cx="4100169" cy="1054841"/>
          </a:xfrm>
          <a:prstGeom prst="roundRect">
            <a:avLst>
              <a:gd name="adj" fmla="val 7668"/>
            </a:avLst>
          </a:prstGeom>
          <a:solidFill>
            <a:schemeClr val="bg1"/>
          </a:solidFill>
          <a:ln w="22225">
            <a:solidFill>
              <a:srgbClr val="FF0032"/>
            </a:solidFill>
          </a:ln>
        </p:spPr>
        <p:txBody>
          <a:bodyPr lIns="180000" tIns="180000" rIns="0" bIns="0" anchor="t"/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MTS Sans" panose="02000000000000000000" pitchFamily="2" charset="0"/>
                <a:ea typeface="MTS Sans" panose="02000000000000000000" pitchFamily="2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marR="0" lvl="0" indent="0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ru-RU" b="0" kern="0" dirty="0">
                <a:solidFill>
                  <a:srgbClr val="000000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</a:rPr>
              <a:t>В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 рамках Двойной выгоды Вам доступны скидка 100% на 2 месяца и 5 категорий </a:t>
            </a:r>
            <a:r>
              <a:rPr kumimoji="0" lang="ru-RU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TS Wide Medium" panose="020B0306020102020303" pitchFamily="34" charset="0"/>
                <a:ea typeface="MTS Wide Medium" panose="020B0306020102020303" pitchFamily="34" charset="0"/>
                <a:cs typeface="MTS Sans Black" charset="0"/>
                <a:sym typeface="Helvetica Neue"/>
              </a:rPr>
              <a:t>кешбэка</a:t>
            </a:r>
            <a:endParaRPr kumimoji="0" lang="ru-RU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Wide Medium" panose="020B0306020102020303" pitchFamily="34" charset="0"/>
              <a:ea typeface="MTS Wide Medium" panose="020B0306020102020303" pitchFamily="34" charset="0"/>
              <a:cs typeface="MTS Sans Black" charset="0"/>
              <a:sym typeface="Helvetica Neue"/>
            </a:endParaRPr>
          </a:p>
        </p:txBody>
      </p:sp>
      <p:sp>
        <p:nvSpPr>
          <p:cNvPr id="35" name="Стрелка: вправо 34">
            <a:extLst>
              <a:ext uri="{FF2B5EF4-FFF2-40B4-BE49-F238E27FC236}">
                <a16:creationId xmlns:a16="http://schemas.microsoft.com/office/drawing/2014/main" id="{1FCCDF2E-7165-440B-B453-F93620F79AE3}"/>
              </a:ext>
            </a:extLst>
          </p:cNvPr>
          <p:cNvSpPr/>
          <p:nvPr/>
        </p:nvSpPr>
        <p:spPr>
          <a:xfrm>
            <a:off x="7576294" y="5405035"/>
            <a:ext cx="404940" cy="277346"/>
          </a:xfrm>
          <a:prstGeom prst="rightArrow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8C2820D7-D307-46DD-B63A-643834A369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30621">
            <a:off x="9627924" y="-1924327"/>
            <a:ext cx="3485306" cy="49085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89203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838200" y="53366"/>
            <a:ext cx="10406063" cy="1325563"/>
          </a:xfrm>
        </p:spPr>
        <p:txBody>
          <a:bodyPr/>
          <a:lstStyle/>
          <a:p>
            <a:r>
              <a:rPr lang="ru-RU" dirty="0"/>
              <a:t>Важно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FC15BD-FC4A-1545-A5FD-454ECD0F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2B52BE-A9A1-784E-9F07-76F59725F6A3}" type="slidenum">
              <a:rPr kumimoji="0" lang="ru-RU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sym typeface="Helvetica Neue"/>
              </a:rPr>
              <a:pPr marL="0" marR="0" lvl="0" indent="0" algn="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ru-RU" sz="10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sym typeface="Helvetica Neue"/>
            </a:endParaRP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257512A9-7C8D-472E-8C95-813145747AB2}"/>
              </a:ext>
            </a:extLst>
          </p:cNvPr>
          <p:cNvSpPr/>
          <p:nvPr/>
        </p:nvSpPr>
        <p:spPr>
          <a:xfrm>
            <a:off x="253999" y="2540116"/>
            <a:ext cx="11683939" cy="1777769"/>
          </a:xfrm>
          <a:prstGeom prst="roundRect">
            <a:avLst>
              <a:gd name="adj" fmla="val 7200"/>
            </a:avLst>
          </a:prstGeom>
          <a:solidFill>
            <a:schemeClr val="accent3"/>
          </a:solidFill>
          <a:ln/>
        </p:spPr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92C4B063-11CE-4A6E-87F8-D9245F4831BD}"/>
              </a:ext>
            </a:extLst>
          </p:cNvPr>
          <p:cNvSpPr/>
          <p:nvPr/>
        </p:nvSpPr>
        <p:spPr>
          <a:xfrm>
            <a:off x="2901935" y="2667099"/>
            <a:ext cx="8985203" cy="1384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omfortaa SemiBold" pitchFamily="34" charset="-120"/>
              </a:rPr>
              <a:t>ИО, после нашей встречи вам позвонят, чтобы оценить качество обслуживания. Хочу отметить, что оценка будет касаться только МОЕЙ работы с вами, а не условий по карте или работы других сотрудников. Буду признателен, если вы выделите минуту на эту оценку, и моя цель — получить не менее 9 баллов.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omfortaa SemiBold" pitchFamily="34" charset="-120"/>
              </a:rPr>
              <a:t>Заранее благодарю вас и желаю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omfortaa SemiBold" pitchFamily="34" charset="-120"/>
              </a:rPr>
              <a:t>хорошего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omfortaa SemiBold" pitchFamily="34" charset="-12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omfortaa SemiBold" pitchFamily="34" charset="-120"/>
              </a:rPr>
              <a:t>дня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MTS Text" panose="020B0306020102020303" pitchFamily="34" charset="0"/>
                <a:ea typeface="MTS Text" panose="020B0306020102020303" pitchFamily="34" charset="0"/>
                <a:cs typeface="Comfortaa SemiBold" pitchFamily="34" charset="-120"/>
              </a:rPr>
              <a:t>!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TS Text" panose="020B0306020102020303" pitchFamily="34" charset="0"/>
              <a:ea typeface="MTS Text" panose="020B0306020102020303" pitchFamily="34" charset="0"/>
              <a:cs typeface="+mn-cs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B6929002-EE4D-4BAC-A5FC-A1DE04CE313D}"/>
              </a:ext>
            </a:extLst>
          </p:cNvPr>
          <p:cNvSpPr/>
          <p:nvPr/>
        </p:nvSpPr>
        <p:spPr>
          <a:xfrm>
            <a:off x="936625" y="1127810"/>
            <a:ext cx="9836099" cy="33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MTS Sans" panose="02000000000000000000" pitchFamily="50" charset="0"/>
                <a:ea typeface="Comfortaa SemiBold" pitchFamily="34" charset="-122"/>
                <a:cs typeface="Comfortaa SemiBold" pitchFamily="34" charset="-120"/>
              </a:rPr>
              <a:t>Каждую встречу с клиентом заканчиваем напоминанием об обратной связи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MTS Sans" panose="02000000000000000000" pitchFamily="50" charset="0"/>
              <a:ea typeface="+mn-ea"/>
              <a:cs typeface="+mn-cs"/>
            </a:endParaRPr>
          </a:p>
        </p:txBody>
      </p:sp>
      <p:pic>
        <p:nvPicPr>
          <p:cNvPr id="17" name="Image 0" descr=" ">
            <a:extLst>
              <a:ext uri="{FF2B5EF4-FFF2-40B4-BE49-F238E27FC236}">
                <a16:creationId xmlns:a16="http://schemas.microsoft.com/office/drawing/2014/main" id="{1EE7BF4B-2DBC-43BF-B4C0-6DC9E887FD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399" y="2070277"/>
            <a:ext cx="2324088" cy="232379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937047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hlinkClick r:id="" action="ppaction://hlinkshowjump?jump=endshow"/>
            <a:extLst>
              <a:ext uri="{FF2B5EF4-FFF2-40B4-BE49-F238E27FC236}">
                <a16:creationId xmlns:a16="http://schemas.microsoft.com/office/drawing/2014/main" id="{EFC5ADE5-6498-4F0B-87B2-5C41C96561A4}"/>
              </a:ext>
            </a:extLst>
          </p:cNvPr>
          <p:cNvSpPr/>
          <p:nvPr/>
        </p:nvSpPr>
        <p:spPr>
          <a:xfrm>
            <a:off x="931307" y="3656038"/>
            <a:ext cx="2408663" cy="63561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E90FA"/>
              </a:gs>
              <a:gs pos="100000">
                <a:srgbClr val="D062CF"/>
              </a:gs>
            </a:gsLst>
            <a:lin ang="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TS Sans Medium" panose="02000000000000000000" pitchFamily="50" charset="0"/>
                <a:ea typeface="+mn-ea"/>
                <a:cs typeface="+mn-cs"/>
              </a:rPr>
              <a:t>Завершить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5E631-8D72-45E1-984C-A7DEA1E34934}"/>
              </a:ext>
            </a:extLst>
          </p:cNvPr>
          <p:cNvSpPr txBox="1"/>
          <p:nvPr/>
        </p:nvSpPr>
        <p:spPr>
          <a:xfrm>
            <a:off x="931307" y="1108038"/>
            <a:ext cx="76674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TS Sans Black" panose="02000000000000000000" pitchFamily="50" charset="0"/>
                <a:ea typeface="+mn-ea"/>
                <a:cs typeface="+mn-cs"/>
              </a:rPr>
              <a:t>Поздравляем, вы завершили обучение!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B82119-1C75-47F4-81A5-9345A58CB084}"/>
              </a:ext>
            </a:extLst>
          </p:cNvPr>
          <p:cNvSpPr txBox="1"/>
          <p:nvPr/>
        </p:nvSpPr>
        <p:spPr>
          <a:xfrm>
            <a:off x="931307" y="2237822"/>
            <a:ext cx="5454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TS Sans" panose="02000000000000000000" pitchFamily="50" charset="0"/>
                <a:ea typeface="+mn-ea"/>
                <a:cs typeface="+mn-cs"/>
              </a:rPr>
              <a:t>Вы всегда можете вернуться к курсу, повторно пройти обучение и проверить свои знания.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797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-SUITE_ISPRING_PLAYERS_CUSTOMIZATION_2" val="{&quot;universal&quot;:{&quot;skinSettings&quot;:{&quot;borderRadius&quot;:10,&quot;colors&quot;:{&quot;asideBackground&quot;:{&quot;color&quot;:&quot;#202024&quot;,&quot;opacity&quot;:1,&quot;type&quot;:&quot;SOLID&quot;},&quot;asideElementBackgroundActive&quot;:{&quot;color&quot;:&quot;#535353&quot;,&quot;opacity&quot;:1,&quot;type&quot;:&quot;SOLID&quot;},&quot;asideElementBackgroundHover&quot;:{&quot;color&quot;:&quot;#3D3D3D&quot;,&quot;opacity&quot;:1,&quot;type&quot;:&quot;SOLID&quot;},&quot;asideElementText&quot;:{&quot;color&quot;:&quot;#D8D8D8&quot;,&quot;opacity&quot;:1,&quot;type&quot;:&quot;SOLID&quot;},&quot;asideElementTextActive&quot;:{&quot;color&quot;:&quot;#F4F4F4&quot;,&quot;opacity&quot;:1,&quot;type&quot;:&quot;SOLID&quot;},&quot;asideElementTextHover&quot;:{&quot;color&quot;:&quot;#D8D8D8&quot;,&quot;opacity&quot;:1,&quot;type&quot;:&quot;SOLID&quot;},&quot;asideLogoBackground&quot;:{&quot;color&quot;:&quot;#202024&quot;,&quot;opacity&quot;:1,&quot;type&quot;:&quot;SOLID&quot;},&quot;pageBackground&quot;:{&quot;color&quot;:&quot;#DCDEE0&quot;,&quot;opacity&quot;:1,&quot;type&quot;:&quot;SOLID&quot;},&quot;playerBackground&quot;:{&quot;color&quot;:&quot;#353535&quot;,&quot;opacity&quot;:1,&quot;type&quot;:&quot;SOLID&quot;},&quot;playerText&quot;:{&quot;color&quot;:&quot;#C9C9C9&quot;,&quot;opacity&quot;:1,&quot;type&quot;:&quot;SOLID&quot;},&quot;primaryButtonBackground&quot;:{&quot;degree&quot;:90,&quot;gradient&quot;:[{&quot;color&quot;:&quot;#8643F4&quot;,&quot;opacity&quot;:1},{&quot;color&quot;:&quot;#E86657&quot;,&quot;opacity&quot;:1}],&quot;type&quot;:&quot;GRADIENT&quot;},&quot;primaryButtonBackgroundHover&quot;:{&quot;degree&quot;:90,&quot;gradient&quot;:[{&quot;color&quot;:&quot;#8643F4&quot;,&quot;opacity&quot;:1},{&quot;color&quot;:&quot;#74C5EA&quot;,&quot;opacity&quot;:1}],&quot;type&quot;:&quot;GRADIENT&quot;},&quot;primaryButtonBorder&quot;:{&quot;color&quot;:&quot;#8643F4&quot;,&quot;opacity&quot;:0,&quot;type&quot;:&quot;SOLID&quot;},&quot;primaryButtonBorderHover&quot;:{&quot;color&quot;:&quot;#EB4343&quot;,&quot;opacity&quot;:0,&quot;type&quot;:&quot;SOLID&quot;},&quot;primaryButtonText&quot;:{&quot;color&quot;:&quot;#FFFFFF&quot;,&quot;opacity&quot;:1,&quot;type&quot;:&quot;SOLID&quot;},&quot;primaryButtonTextHover&quot;:{&quot;color&quot;:&quot;#FFFFFF&quot;,&quot;opacity&quot;:1,&quot;type&quot;:&quot;SOLID&quot;},&quot;secondaryButtonBackground&quot;:{&quot;color&quot;:&quot;#353535&quot;,&quot;opacity&quot;:1,&quot;type&quot;:&quot;SOLID&quot;},&quot;secondaryButtonBackgroundHover&quot;:{&quot;color&quot;:&quot;#484848&quot;,&quot;opacity&quot;:1,&quot;type&quot;:&quot;SOLID&quot;},&quot;secondaryButtonBorder&quot;:{&quot;color&quot;:&quot;#4F4F4F&quot;,&quot;opacity&quot;:1,&quot;type&quot;:&quot;SOLID&quot;},&quot;secondaryButtonBorderHover&quot;:{&quot;color&quot;:&quot;#4F4F4F&quot;,&quot;opacity&quot;:0,&quot;type&quot;:&quot;SOLID&quot;},&quot;secondaryButtonText&quot;:{&quot;color&quot;:&quot;#C9C9C9&quot;,&quot;opacity&quot;:1,&quot;type&quot;:&quot;SOLID&quot;},&quot;secondaryButtonTextHover&quot;:{&quot;color&quot;:&quot;#DADADA&quot;,&quot;opacity&quot;:1,&quot;type&quot;:&quot;SOLID&quot;}},&quot;controlPanel&quot;:{&quot;navigationMode&quot;:&quot;bySlides&quot;,&quot;progressBar&quot;:{&quot;enabled&quot;:true,&quot;mode&quot;:&quot;presentationTimeline&quot;,&quot;showLabels&quot;:true,&quot;visible&quot;:true},&quot;showCCButton&quot;:false,&quot;showNextButton&quot;:true,&quot;showOutline&quot;:false,&quot;showPlayPause&quot;:false,&quot;showPlaybackRateButton&quot;:false,&quot;showPrevButton&quot;:true,&quot;showRewind&quot;:false,&quot;showSlideNumbers&quot;:false,&quot;showSlideOnlyButton&quot;:false,&quot;showVolumeControl&quot;:false,&quot;visible&quot;:true},&quot;fontFamily&quot;:&quot;Arial&quot;,&quot;miniskinCustomizationEnabled&quot;:true,&quot;outlinePanel&quot;:{&quot;highlightViewedEntries&quot;:false,&quot;multilevel&quot;:true,&quot;numberEntries&quot;:true,&quot;search&quot;:true,&quot;thumbnails&quot;:true},&quot;sidePanel&quot;:{&quot;showAtLeft&quot;:false,&quot;showLogo&quot;:false,&quot;showNotes&quot;:false,&quot;showOutline&quot;:false,&quot;showPresenterInfo&quot;:false,&quot;showPresenterVideo&quot;:false,&quot;visible&quot;:false},&quot;titlePanel&quot;:{&quot;buttons&quot;:[],&quot;buttonsAtLeft&quot;:false,&quot;courseTitleVisible&quot;:false,&quot;showLogo&quot;:false,&quot;visible&quot;:false},&quot;version&quot;:&quot;1.0&quot;},&quot;skinMessages&quot;:{&quot;PB_ACCESSIBLE_ARIA_LABEL_BACK_TO_BEGIN&quot;:&quot;Перейти к началу слайда&quot;,&quot;PB_ACCESSIBLE_ARIA_LABEL_BOTTOM_PANEL&quot;:&quot;Нижняя панель&quot;,&quot;PB_ACCESSIBLE_ARIA_LABEL_NAVIGATION_BUTTONS&quot;:&quot;Кнопки навигации&quot;,&quot;PB_ACCESSIBLE_ARIA_LABEL_SETTINGS&quot;:&quot;Настройки доступности&quot;,&quot;PB_ACCESSIBLE_ARIA_LABEL_SLIDE&quot;:&quot;Слайд&quot;,&quot;PB_ACCESSIBLE_ARIA_LABEL_TOP_PANEL&quot;:&quot;Верхняя панель&quot;,&quot;PB_ACCESSIBLE_AUDIO_NARRATION_LABEL&quot;:&quot;Аудиосопровождение&quot;,&quot;PB_ACCESSIBLE_NAVIGATION_NEXT_BUTTON&quot;:&quot;Далее&quot;,&quot;PB_ACCESSIBLE_NAVIGATION_PREV_BUTTON&quot;:&quot;Назад&quot;,&quot;PB_ACCESSIBLE_SKIN_ENABLE_ACCESSIBILITY_MODE&quot;:&quot;В режим для слабовидящих&quot;,&quot;PB_ACCESSIBLE_SKIN_ENABLE_NORMAL_MODE&quot;:&quot;В режим полного плеера&quot;,&quot;PB_ACCESSIBLE_SKIN_PRESENTER_PHOTO&quot;:&quot;Фотография докладчика&quot;,&quot;PB_ACCESSIBLE_SLIDE_N_OF_COUNT&quot;:&quot;Слайд %SLIDE_NUMBER% из %TOTAL_SLIDES%&quot;,&quot;PB_ACCESSIBLE_VIDEO_NARRATION_LABEL&quot;:&quot;Видеосопровождение&quot;,&quot;PB_ACCESSIBLE_WATERMARK_SKIN_CREATED_WITH&quot;:&quot;Создано с помощью демо-версии iSpring&quot;,&quot;PB_ATTACHMENT_DOCUMENT_SUBTITLE&quot;:&quot;Документ&quot;,&quot;PB_ATTACHMENT_FILE_SUBTITLE&quot;:&quot;Файл&quot;,&quot;PB_ATTACHMENT_IMAGE_SUBTITLE&quot;:&quot;Изображение&quot;,&quot;PB_ATTACHMENT_LINK_SUBTITLE&quot;:&quot;Ссылка&quot;,&quot;PB_ATTACHMENT_VIDEO_SUBTITLE&quot;:&quot;Видео&quot;,&quot;PB_BACK_TO_APP_BUTTON_LABEL&quot;:&quot;Назад&quot;,&quot;PB_CC_MENU_OFF&quot;:&quot;Выкл.&quot;,&quot;PB_CC_MENU_ON&quot;:&quot;Вкл.&quot;,&quot;PB_CC_MENU_TITLE&quot;:&quot;Заметки&quot;,&quot;PB_CONTROL_PANEL_EXIT_FULL_SCREEN&quot;:&quot;Выход из полноэкранного режима&quot;,&quot;PB_CONTROL_PANEL_FULL_SCREEN&quot;:&quot;На весь экран&quot;,&quot;PB_CONTROL_PANEL_NEXT&quot;:&quot;Далее&quot;,&quot;PB_CONTROL_PANEL_OUTLINE&quot;:&quot;Слайды&quot;,&quot;PB_CONTROL_PANEL_PREV&quot;:&quot;&quot;,&quot;PB_CONTROL_PANEL_REPLAY&quot;:&quot;Повторить&quot;,&quot;PB_CONTROL_PANEL_SLIDE_COUNTER&quot;:&quot;%SLIDE_NUMBER% из %TOTAL_SLIDES%&quot;,&quot;PB_CONTROL_PANEL_VOLUME_CONTROL&quot;:&quot;Громкость&quot;,&quot;PB_CURRENT_SLIDE_IS_NOT_COMPLETED&quot;:&quot;Чтобы продолжить, просмотрите слайд до конца.&quot;,&quot;PB_DOMAIN_RESTRICTION&quot;:&quot;Автор запретил просмотр презентации на этом домене.&quot;,&quot;PB_DRAWING_TOOLS_END_DRAWING&quot;:&quot;Завершить рисование&quot;,&quot;PB_DRAWING_TOOLS_ERASER&quot;:&quot;Ластик&quot;,&quot;PB_DRAWING_TOOLS_ERASE_ALL&quot;:&quot;Очистить все&quot;,&quot;PB_DRAWING_TOOLS_HIGHLIGHTER&quot;:&quot;Маркер&quot;,&quot;PB_DRAWING_TOOLS_PEN&quot;:&quot;Фломастер&quot;,&quot;PB_ENTER_PASSWORD&quot;:&quot;Введите пароль, чтобы посмотреть эту презентацию.&quot;,&quot;PB_INCORRECT_PASSWORD&quot;:&quot;Неверный пароль&quot;,&quot;PB_INTERACTION_SLIDE_WINDOW_TEXT&quot;:&quot;Чтобы перейти на другой слайд, нужно завершить интерактивность.&quot;,&quot;PB_MESSAGE_BOX_NO&quot;:&quot;Нет&quot;,&quot;PB_MESSAGE_BOX_OK&quot;:&quot;ОК&quot;,&quot;PB_MESSAGE_BOX_YES&quot;:&quot;Да&quot;,&quot;PB_NAVIGATION_IS_RESTRICTED&quot;:&quot;Слайды можно просматривать только по порядку.&quot;,&quot;PB_NAVIGATION_IS_SEQUENTIAL&quot;:&quot;Слайды можно просматривать только по порядку.&quot;,&quot;PB_PLAYBACK_RATE_MENU_CAPTION&quot;:&quot;Скорость&quot;,&quot;PB_PRECEDING_QUIZ_FAILED_WINDOW_TEXT&quot;:&quot;Вы не прошли тест на слайде %SLIDE_INDEX% и не можете перейти к следующим слайдам.&quot;,&quot;PB_PRECEDING_QUIZ_NOT_COMPLETED_WINDOW_TEXT&quot;:&quot;Для перехода на этот слайд нужно завершить тест на слайде %SLIDE_INDEX%.&quot;,&quot;PB_PRECEDING_QUIZ_NOT_PASSED_WINDOW_TEXT&quot;:&quot;Для перехода на этот слайд нужно успешно пройти тест на слайде %SLIDE_INDEX%.&quot;,&quot;PB_PRECEDING_SCENARIO_FAILED_WINDOW_TEXT&quot;:&quot;Вы не прошли диалоговый тренажер на слайде %SLIDE_INDEX% и не можете перейти к следующим слайдам.&quot;,&quot;PB_PRECEDING_SCENARIO_NOT_COMPLETED_WINDOW_TEXT&quot;:&quot;Для перехода на этот слайд нужно завершить диалоговый тренажер на слайде %SLIDE_INDEX%.&quot;,&quot;PB_PRECEDING_SCENARIO_NOT_PASSED_WINDOW_TEXT&quot;:&quot;Для перехода на этот слайд нужно успешно завершить диалоговый тренажер на слайде %SLIDE_INDEX%.&quot;,&quot;PB_PRESENTER_COLLAPSE_BIO&quot;:&quot;скрыть&quot;,&quot;PB_PRESENTER_EMAIL&quot;:&quot;Email&quot;,&quot;PB_PRESENTER_EXPAND_BIO&quot;:&quot;показать еще&quot;,&quot;PB_PRESENTER_NO_INFO&quot;:&quot;Нет информации о докладчике&quot;,&quot;PB_PRESENTER_WEBSITE&quot;:&quot;Сайт&quot;,&quot;PB_QUIZ_SLIDE_WINDOW_TEXT&quot;:&quot;Чтобы перейти на другой слайд, нужно завершить тест.&quot;,&quot;PB_RATE_MENU_CAPTION&quot;:&quot;Скорость&quot;,&quot;PB_RATE_MENU_DEFAULT_RATE&quot;:&quot;Обычная&quot;,&quot;PB_RESUME_PRESENTATION_WINDOW_TEXT&quot;:&quot;Продолжить просмотр с места, где вы остановились?&quot;,&quot;PB_SCENARIO_SLIDE_WINDOW_TEXT&quot;:&quot;Для перехода на этот слайд нужно завершить диалоговый тренажер.&quot;,&quot;PB_SEARCH_CANCEL&quot;:&quot;Отмена&quot;,&quot;PB_SEARCH_NO_RESULTS_LABEL&quot;:&quot;Ничего не нашлось.&quot;,&quot;PB_SEARCH_PANEL_DEFAULT_TEXT&quot;:&quot;Поиск…&quot;,&quot;PB_SEARCH_RESULTS_LABEL&quot;:&quot;Результаты поиска&quot;,&quot;PB_SEARCH_RESULT_IN_NOTES&quot;:&quot;в заметках&quot;,&quot;PB_SEARCH_RESULT_IN_TEXT_LABEL&quot;:&quot;на слайде&quot;,&quot;PB_SUBTITLES_MENU_CAPTION&quot;:&quot;Субтитры&quot;,&quot;PB_SUBTITLES_OFF&quot;:&quot;Выкл.&quot;,&quot;PB_TAB_NOTES_LABEL&quot;:&quot;Заметки&quot;,&quot;PB_TAB_OUTLINE_LABEL&quot;:&quot;Слайды&quot;,&quot;PB_TIME_RESTRICTION&quot;:&quot;В настоящее время просмотр этой презентации запрещен ее автором.&quot;,&quot;PB_TITLE_PANEL_ATTACHMENTS&quot;:&quot;Ресурсы&quot;,&quot;PB_TITLE_PANEL_MARKER_TOOLS&quot;:&quot;Рисование&quot;,&quot;PB_TITLE_PANEL_NOTES&quot;:&quot;Заметки&quot;,&quot;PB_TITLE_PANEL_OUTLINE&quot;:&quot;Оглавление&quot;,&quot;PB_TITLE_PANEL_PRESENTER_INFO&quot;:&quot;Докладчик&quot;,&quot;PB_TREE_CONTROL_LOADING&quot;:&quot;Загрузка…&quot;,&quot;PB_VIDEO_WINDOW_NO_VIDEO_LABEL&quot;:&quot;Нет видео&quot;},&quot;playbackAndNavigationSettings&quot;:{&quot;autoStart&quot;:true,&quot;saveAnimationStates&quot;:true,&quot;loopPresentation&quot;:false,&quot;autoPlayAnimations&quot;:false,&quot;autoPlayAnimationsTime&quot;:1,&quot;navigationType&quot;:&quot;FREE&quot;,&quot;resumeMode&quot;:&quot;PROMPT&quot;,&quot;enableKeyboardNavigation&quot;:true},&quot;keyboardSettings&quot;:&quot;&quot;,&quot;skinVersion&quot;:2,&quot;skinCompatibleVersion&quot;:0,&quot;publishSettings&quot;:{&quot;backgroundColor&quot;:&quot;#DCDEE0&quot;,&quot;playerDimensions&quot;:{&quot;height&quot;:92,&quot;width&quot;:16},&quot;playerModule&quot;:&quot;UniversalHtml&quot;,&quot;presentationContent&quot;:{&quot;metadata&quot;:{&quot;references&quot;:false,&quot;texts&quot;:[&quot;DT_HYPERLINK_TOOLTIP&quot;]},&quot;resources&quot;:{&quot;attachments&quot;:false,&quot;fonts&quot;:[{&quot;charsets&quot;:{&quot;dynamicFormatted&quot;:[&quot;DCT_INTERACTIVITY_TEXT&quot;,&quot;DCT_INTERACTIVITY_SEMIBOLD_TEXT&quot;],&quot;dynamicPlain&quot;:[&quot;DCT_HYPERLINK_TOOLTIP&quot;],&quot;static&quot;:[&quot;Далее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&quot;,&quot;fontFamily&quot;:&quot;Arial&quot;,&quot;isBold&quot;:false,&quot;isItalic&quot;:false,&quot;isSemibold&quot;:false,&quot;substituteFontFamily&quot;:&quot;Arial&quot;},{&quot;charsets&quot;:{&quot;dynamicFormatted&quot;:[&quot;DCT_INTERACTIVITY_TEXT&quot;,&quot;DCT_INTERACTIVITY_SEMIBOLD_TEXT&quot;],&quot;dynamicPlain&quot;:[&quot;DCT_HYPERLINK_TOOLTIP&quot;],&quot;static&quot;:[&quot;Далее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b&quot;,&quot;fontFamily&quot;:&quot;Arial&quot;,&quot;isBold&quot;:true,&quot;isItalic&quot;:false,&quot;isSemibold&quot;:false,&quot;substituteFontFamily&quot;:&quot;Arial&quot;},{&quot;charsets&quot;:{&quot;dynamicFormatted&quot;:[&quot;DCT_INTERACTIVITY_TEXT&quot;,&quot;DCT_INTERACTIVITY_SEMIBOLD_TEXT&quot;],&quot;dynamicPlain&quot;:[&quot;DCT_HYPERLINK_TOOLTIP&quot;],&quot;static&quot;:[&quot;Далее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i&quot;,&quot;fontFamily&quot;:&quot;Arial&quot;,&quot;isBold&quot;:false,&quot;isItalic&quot;:true,&quot;isSemibold&quot;:false,&quot;substituteFontFamily&quot;:&quot;Arial&quot;},{&quot;charsets&quot;:{&quot;dynamicFormatted&quot;:[&quot;DCT_INTERACTIVITY_TEXT&quot;,&quot;DCT_INTERACTIVITY_SEMIBOLD_TEXT&quot;],&quot;dynamicPlain&quot;:[&quot;DCT_HYPERLINK_TOOLTIP&quot;],&quot;static&quot;:[&quot;Далее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bi&quot;,&quot;fontFamily&quot;:&quot;Arial&quot;,&quot;isBold&quot;:true,&quot;isItalic&quot;:true,&quot;isSemibold&quot;:false,&quot;substituteFontFamily&quot;:&quot;Arial&quot;},{&quot;charsets&quot;:{&quot;dynamicFormatted&quot;:[&quot;DCT_INTERACTIVITY_TEXT&quot;,&quot;DCT_INTERACTIVITY_SEMIBOLD_TEXT&quot;],&quot;dynamicPlain&quot;:[&quot;DCT_HYPERLINK_TOOLTIP&quot;],&quot;static&quot;:[&quot;Далее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sb&quot;,&quot;fontFamily&quot;:&quot;Arial&quot;,&quot;isBold&quot;:false,&quot;isItalic&quot;:false,&quot;isSemibold&quot;:true,&quot;substituteFontFamily&quot;:&quot;Arial&quot;},{&quot;charsets&quot;:{&quot;dynamicFormatted&quot;:[&quot;DCT_INTERACTIVITY_TEXT&quot;,&quot;DCT_INTERACTIVITY_SEMIBOLD_TEXT&quot;],&quot;dynamicPlain&quot;:[&quot;DCT_HYPERLINK_TOOLTIP&quot;],&quot;static&quot;:[&quot;Далее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sbi&quot;,&quot;fontFamily&quot;:&quot;Arial&quot;,&quot;isBold&quot;:false,&quot;isItalic&quot;:true,&quot;isSemibold&quot;:true,&quot;substituteFontFamily&quot;:&quot;Arial&quot;}],&quot;interactivity&quot;:{&quot;fullSupport&quot;:true},&quot;slideThumbnails&quot;:{&quot;enlargeToFit&quot;:false,&quot;height&quot;:59,&quot;jpegQuality&quot;:100,&quot;keepAspectRatio&quot;:true,&quot;width&quot;:78}}}},&quot;ceipData&quot;:{&quot;enableMiniSkinCustomization&quot;:true,&quot;playerLayout&quot;:&quot;custom&quot;,&quot;playerLayoutFooter&quot;:&quot;outline,goToPrev,goToNext&quot;,&quot;playerLayoutHeader&quot;:&quot;&quot;,&quot;playerLayoutHeaderButtonsPosition&quot;:&quot;&quot;,&quot;playerLayoutOutline&quot;:&quot;&quot;,&quot;playerLayoutProgress&quot;:&quot;enabledNavigation,showLabels&quot;,&quot;playerLayoutProgressMode&quot;:&quot;presentationTimeline&quot;,&quot;playerLayoutSidebar&quot;:&quot;&quot;,&quot;playerLayoutSidebarPosition&quot;:&quot;&quot;,&quot;playerMessages&quot;:&quot;builtin.ru&quot;,&quot;playerNavigationAutoStart&quot;:true,&quot;playerNavigationEnableKeyboardNavigation&quot;:true,&quot;playerNavigationMode&quot;:&quot;bySlides&quot;,&quot;playerNavigationOnRestart&quot;:&quot;prompt&quot;,&quot;playerNavigationSaveAnimationStates&quot;:true,&quot;playerNavigationType&quot;:&quot;free&quot;,&quot;playerTheme&quot;:&quot;custom&quot;,&quot;playerThemeBorderRadius&quot;:10,&quot;playerThemeColorScheme&quot;:&quot;builtin.darkRedGradient&quot;,&quot;playerThemeFont&quot;:&quot;Arial&quot;}}}"/>
  <p:tag name="ISPRING-SUITE_ISPRING_CURRENT_PLAYER_ID" val="universal"/>
  <p:tag name="ISPRING_PRESENTATION_COURSE_TITLE" val="Двойная выгода"/>
  <p:tag name="ISPRING_LMS_API_VERSION" val="SCORM 2004 (4th edition)"/>
  <p:tag name="ISPRING_ULTRA_SCORM_COURSE_ID" val="C7A03A6E-4DF0-421E-88FD-66787D2D6A0C"/>
  <p:tag name="ISPRING_CMI5_LAUNCH_METHOD" val="any window"/>
  <p:tag name="ISPRINGCLOUDFOLDERID" val="1"/>
  <p:tag name="ISPRINGONLINEFOLDERID" val="1"/>
  <p:tag name="ISPRING_OUTPUT_FOLDER" val="[[&quot;\uFFFD\uFFFD\&quot;\uFFFD{5D181E1E-6054-4B73-8D8F-6F2800D765CC}&quot;,&quot;C:\\Users\\PLobanova\\Download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publishDestination&quot;:&quot;LMS&quot;,&quot;wordSettings&quot;:{&quot;printCopies&quot;:1},&quot;studioSettings&quot;:{&quot;onlineDestinationFolderId&quot;:&quot;1&quot;,&quot;uploadSources&quot;:true}}"/>
  <p:tag name="ISPRING_SCORM_RATE_SLIDES" val="0"/>
  <p:tag name="ISPRING_SCORM_PASSING_SCORE" val="0.000000"/>
  <p:tag name="ISPRING_PRESENTATION_TITLE" val="Двойная выгода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41418F0-39C0-44D6-85F4-9E91DB25509A}:27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E7C5434-5D52-45AB-B680-4A9C34C39FFF}:45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94F4CE7-416A-4692-B135-93BDCDEC5A4D}:45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9B5243D-03D0-4F5B-91CC-FCB860357447}:57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9B5243D-03D0-4F5B-91CC-FCB860357447}:57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9B5243D-03D0-4F5B-91CC-FCB860357447}:57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E4539BA-1EFE-4F4B-B07D-F9BC90E09D7B}:57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0F8112F-871C-4580-AAA9-53EF65DE4C15}:57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9703C51-B20A-4A03-8183-58E3F3EAF902}:57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98451AB-ACC3-4A9C-B847-22EBAF948D56}:57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0AB8B69-ECA4-4120-82ED-07BEA2277943}:57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7CE73DC-0EB3-4770-997B-7BE8E4785398}:58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1FD4874-9141-44F4-9096-5B713941A555}:58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1FD4874-9141-44F4-9096-5B713941A555}:58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EC204D7-D2C3-4261-AB7F-CA0803490439}:61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E819D09-CAE8-46F6-8FBC-39E1E12826C6}:62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988423A-CDA5-4F17-AFBC-1E230964F32F}:62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0AC2889-B778-4000-97D5-2DCEB9B78203}:62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4A8B165-D411-4CDE-8AA6-45728995B921}:29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90E08D0-DB49-4B85-9886-075864C40522}:38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6EBF9EE-67AC-4732-8998-46EF74A5D8DA}:37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B619E9A-E42E-4FCA-8BFA-56F734FFDDE4}:37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0C99115-D779-4902-B1DA-060AAC423986}:37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796D1F8-C561-4C41-9EF3-E169CE398366}:36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ADB43AC3-A3BE-423D-8BDD-EC5116993B19}:36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ADB43AC3-A3BE-423D-8BDD-EC5116993B19}:36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9C4AD15-3C6D-4833-A602-F255C2FCEA36}:39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938AD03-EA44-4A9E-B2B7-017222DF8C31}:39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DA711D6-E140-49CF-8573-3B47F182A60C}:41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DA711D6-E140-49CF-8573-3B47F182A60C}:41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9C4AD15-3C6D-4833-A602-F255C2FCEA36}:39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14F5249-EFAB-4890-A511-F85F5CC47C93}:62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1FD4874-9141-44F4-9096-5B713941A555}:58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10A4571-2405-444A-8CFA-B210803E680F}:40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7005165-F7EB-4096-AF72-3B50A1C7E872}:546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1FD4874-9141-44F4-9096-5B713941A555}:58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1FD4874-9141-44F4-9096-5B713941A555}:58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1FD4874-9141-44F4-9096-5B713941A555}:58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7005165-F7EB-4096-AF72-3B50A1C7E872}:546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1FD4874-9141-44F4-9096-5B713941A555}:58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4F57CF0-D384-4BAE-BC16-322F587E675A}:47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1BCD781-9D14-4EAA-BDA2-8B79DAEDECFA}:63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0"/>
  <p:tag name="ISPRING_SLIDE_INDENT_LEVEL" val="0"/>
  <p:tag name="ISPRING_CUSTOM_TIMING_USED" val="0"/>
  <p:tag name="GENSWF_SLIDE_UID" val="{8873E6EF-6C49-4E4F-A52F-9EE56DC1363A}:493"/>
</p:tagLst>
</file>

<file path=ppt/theme/theme1.xml><?xml version="1.0" encoding="utf-8"?>
<a:theme xmlns:a="http://schemas.openxmlformats.org/drawingml/2006/main" name="1_Контентные слайды: Светлый фон">
  <a:themeElements>
    <a:clrScheme name="Custom 70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F77BF7"/>
      </a:accent1>
      <a:accent2>
        <a:srgbClr val="04CFFF"/>
      </a:accent2>
      <a:accent3>
        <a:srgbClr val="CEFFA6"/>
      </a:accent3>
      <a:accent4>
        <a:srgbClr val="9557E5"/>
      </a:accent4>
      <a:accent5>
        <a:srgbClr val="007EE8"/>
      </a:accent5>
      <a:accent6>
        <a:srgbClr val="FF0032"/>
      </a:accent6>
      <a:hlink>
        <a:srgbClr val="FF0032"/>
      </a:hlink>
      <a:folHlink>
        <a:srgbClr val="A9A9A9"/>
      </a:folHlink>
    </a:clrScheme>
    <a:fontScheme name="MTS">
      <a:majorFont>
        <a:latin typeface="MTS Wide Medium"/>
        <a:ea typeface=""/>
        <a:cs typeface=""/>
      </a:majorFont>
      <a:minorFont>
        <a:latin typeface="MTS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50000"/>
          </a:schemeClr>
        </a:solidFill>
        <a:ln>
          <a:noFill/>
        </a:ln>
      </a:spPr>
      <a:bodyPr lIns="0" tIns="0" rIns="0" bIns="0" rtlCol="0" anchor="ctr"/>
      <a:lstStyle>
        <a:defPPr algn="ctr">
          <a:defRPr sz="1400" dirty="0" err="1" smtClean="0">
            <a:latin typeface="Arial" charset="0"/>
            <a:ea typeface="Arial" charset="0"/>
            <a:cs typeface="Arial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90000"/>
              <a:lumOff val="10000"/>
              <a:alpha val="2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fault Theme" id="{334D0C1A-514E-0440-A6C1-12D06AEE0E8F}" vid="{3D2ED8D7-6BB6-EE43-A177-AE2CD9A63D24}"/>
    </a:ext>
  </a:extLst>
</a:theme>
</file>

<file path=ppt/theme/theme2.xml><?xml version="1.0" encoding="utf-8"?>
<a:theme xmlns:a="http://schemas.openxmlformats.org/drawingml/2006/main" name="MTS_Design_NEW">
  <a:themeElements>
    <a:clrScheme name="МТС Деньги">
      <a:dk1>
        <a:srgbClr val="000000"/>
      </a:dk1>
      <a:lt1>
        <a:srgbClr val="FFFFFF"/>
      </a:lt1>
      <a:dk2>
        <a:srgbClr val="444444"/>
      </a:dk2>
      <a:lt2>
        <a:srgbClr val="F1F3F7"/>
      </a:lt2>
      <a:accent1>
        <a:srgbClr val="8E8FFF"/>
      </a:accent1>
      <a:accent2>
        <a:srgbClr val="B6B5FF"/>
      </a:accent2>
      <a:accent3>
        <a:srgbClr val="FF0032"/>
      </a:accent3>
      <a:accent4>
        <a:srgbClr val="F5A7B7"/>
      </a:accent4>
      <a:accent5>
        <a:srgbClr val="FFCBCD"/>
      </a:accent5>
      <a:accent6>
        <a:srgbClr val="FFDBE0"/>
      </a:accent6>
      <a:hlink>
        <a:srgbClr val="8E8FFF"/>
      </a:hlink>
      <a:folHlink>
        <a:srgbClr val="7D7A8A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Контентные слайды: Светлый фон">
  <a:themeElements>
    <a:clrScheme name="Custom 70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F77BF7"/>
      </a:accent1>
      <a:accent2>
        <a:srgbClr val="04CFFF"/>
      </a:accent2>
      <a:accent3>
        <a:srgbClr val="CEFFA6"/>
      </a:accent3>
      <a:accent4>
        <a:srgbClr val="9557E5"/>
      </a:accent4>
      <a:accent5>
        <a:srgbClr val="007EE8"/>
      </a:accent5>
      <a:accent6>
        <a:srgbClr val="FF0032"/>
      </a:accent6>
      <a:hlink>
        <a:srgbClr val="FF0032"/>
      </a:hlink>
      <a:folHlink>
        <a:srgbClr val="A9A9A9"/>
      </a:folHlink>
    </a:clrScheme>
    <a:fontScheme name="MTS">
      <a:majorFont>
        <a:latin typeface="MTS Wide Medium"/>
        <a:ea typeface=""/>
        <a:cs typeface=""/>
      </a:majorFont>
      <a:minorFont>
        <a:latin typeface="MTS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50000"/>
          </a:schemeClr>
        </a:solidFill>
        <a:ln>
          <a:noFill/>
        </a:ln>
      </a:spPr>
      <a:bodyPr lIns="0" tIns="0" rIns="0" bIns="0" rtlCol="0" anchor="ctr"/>
      <a:lstStyle>
        <a:defPPr algn="ctr">
          <a:defRPr sz="1400" dirty="0" err="1" smtClean="0">
            <a:latin typeface="Arial" charset="0"/>
            <a:ea typeface="Arial" charset="0"/>
            <a:cs typeface="Arial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90000"/>
              <a:lumOff val="10000"/>
              <a:alpha val="2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fault Theme" id="{334D0C1A-514E-0440-A6C1-12D06AEE0E8F}" vid="{3D2ED8D7-6BB6-EE43-A177-AE2CD9A63D24}"/>
    </a:ext>
  </a:extLst>
</a:theme>
</file>

<file path=ppt/theme/theme4.xml><?xml version="1.0" encoding="utf-8"?>
<a:theme xmlns:a="http://schemas.openxmlformats.org/drawingml/2006/main" name="Тема Office">
  <a:themeElements>
    <a:clrScheme name="Пользовательские 6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ED"/>
      </a:hlink>
      <a:folHlink>
        <a:srgbClr val="000000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5.xml><?xml version="1.0" encoding="utf-8"?>
<a:theme xmlns:a="http://schemas.openxmlformats.org/drawingml/2006/main" name="1_Тема Office">
  <a:themeElements>
    <a:clrScheme name="Пользовательские 6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ED"/>
      </a:hlink>
      <a:folHlink>
        <a:srgbClr val="000000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6.xml><?xml version="1.0" encoding="utf-8"?>
<a:theme xmlns:a="http://schemas.openxmlformats.org/drawingml/2006/main" name="2_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7.xml><?xml version="1.0" encoding="utf-8"?>
<a:theme xmlns:a="http://schemas.openxmlformats.org/drawingml/2006/main" name="3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Тема Office">
  <a:themeElements>
    <a:clrScheme name="Пользовательские 6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ED"/>
      </a:hlink>
      <a:folHlink>
        <a:srgbClr val="000000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9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7030</TotalTime>
  <Words>2357</Words>
  <Application>Microsoft Office PowerPoint</Application>
  <PresentationFormat>Широкоэкранный</PresentationFormat>
  <Paragraphs>363</Paragraphs>
  <Slides>45</Slides>
  <Notes>43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14</vt:i4>
      </vt:variant>
      <vt:variant>
        <vt:lpstr>Тема</vt:lpstr>
      </vt:variant>
      <vt:variant>
        <vt:i4>8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45</vt:i4>
      </vt:variant>
    </vt:vector>
  </HeadingPairs>
  <TitlesOfParts>
    <vt:vector size="68" baseType="lpstr">
      <vt:lpstr>Calibri Light</vt:lpstr>
      <vt:lpstr>MTS Text Medium</vt:lpstr>
      <vt:lpstr>MTS Extended</vt:lpstr>
      <vt:lpstr>MTS Wide Medium</vt:lpstr>
      <vt:lpstr>MTS Sans UltraWide</vt:lpstr>
      <vt:lpstr>MTS Sans Black</vt:lpstr>
      <vt:lpstr>Calibri</vt:lpstr>
      <vt:lpstr>MTS Text</vt:lpstr>
      <vt:lpstr>Helvetica</vt:lpstr>
      <vt:lpstr>MTS Sans</vt:lpstr>
      <vt:lpstr>MTS Sans Medium</vt:lpstr>
      <vt:lpstr>Arial</vt:lpstr>
      <vt:lpstr>Wingdings</vt:lpstr>
      <vt:lpstr>MTS Wide</vt:lpstr>
      <vt:lpstr>1_Контентные слайды: Светлый фон</vt:lpstr>
      <vt:lpstr>MTS_Design_NEW</vt:lpstr>
      <vt:lpstr>Контентные слайды: Светлый фон</vt:lpstr>
      <vt:lpstr>Тема Office</vt:lpstr>
      <vt:lpstr>1_Тема Office</vt:lpstr>
      <vt:lpstr>2_Тема Office</vt:lpstr>
      <vt:lpstr>3_Тема Office</vt:lpstr>
      <vt:lpstr>6_Тема Office</vt:lpstr>
      <vt:lpstr>Слайд think-cell</vt:lpstr>
      <vt:lpstr>Презентация PowerPoint</vt:lpstr>
      <vt:lpstr>ДВОЙНАЯ ВЫГОДА</vt:lpstr>
      <vt:lpstr>ДВОЙНАЯ ВЫГОДА</vt:lpstr>
      <vt:lpstr>Новая КАРТА МТС ДЕНЬГИ</vt:lpstr>
      <vt:lpstr>Новая КАРТА МТС ДЕНЬГИ</vt:lpstr>
      <vt:lpstr>Пример сборки </vt:lpstr>
      <vt:lpstr>ДВОЙНАЯ ВЫГОДА. ЭКРАНЫ</vt:lpstr>
      <vt:lpstr>ДВОЙНАЯ ВЫГОДА. ЭКРАНЫ</vt:lpstr>
      <vt:lpstr>ДВОЙНАЯ ВЫГОДА. ЭКРАНЫ</vt:lpstr>
      <vt:lpstr>МТС ДЕНЬГИ</vt:lpstr>
      <vt:lpstr>Тариф карты «МТС Деньги»</vt:lpstr>
      <vt:lpstr>Доступные операции</vt:lpstr>
      <vt:lpstr>Доступные операции</vt:lpstr>
      <vt:lpstr>Важно</vt:lpstr>
      <vt:lpstr>Тарифный план</vt:lpstr>
      <vt:lpstr>Подробно</vt:lpstr>
      <vt:lpstr>Подробно</vt:lpstr>
      <vt:lpstr>Стоимость доп. пакетов</vt:lpstr>
      <vt:lpstr>ИНСТРУКЦИИ</vt:lpstr>
      <vt:lpstr>УСТАНОВКА ПРИЛОЖЕНИЯ МТС ПАРТНЁР</vt:lpstr>
      <vt:lpstr>СТАТИСТИКА</vt:lpstr>
      <vt:lpstr>ОПЕРАТОРЫ</vt:lpstr>
      <vt:lpstr>ПРОФИЛЬ</vt:lpstr>
      <vt:lpstr>РЕГИСТРАЦИЯ  ФЕДЕРАЛЬНОЙ SIM-КАРТЫ</vt:lpstr>
      <vt:lpstr>Важно</vt:lpstr>
      <vt:lpstr>ФЕДЕРАЛЬНАЯ SIM-КАРТА</vt:lpstr>
      <vt:lpstr>КОРЗИНА</vt:lpstr>
      <vt:lpstr>КОРЗИНА</vt:lpstr>
      <vt:lpstr>ВНЕСЕНИЕ ДАННЫХ ГРАЖДАНИНА РФ</vt:lpstr>
      <vt:lpstr>ВНЕСЕНИЕ ДАННЫХ ГРАЖДАНИНА РФ</vt:lpstr>
      <vt:lpstr>ЗАВЕРШЕНИЕ</vt:lpstr>
      <vt:lpstr>ЗАВЕРШЕНИЕ</vt:lpstr>
      <vt:lpstr>Презентация PowerPoint</vt:lpstr>
      <vt:lpstr>Презентация PowerPoint</vt:lpstr>
      <vt:lpstr>Важно</vt:lpstr>
      <vt:lpstr>ТЕХНИЧЕСКАЯ ПОДДЕРЖКА</vt:lpstr>
      <vt:lpstr>Как узнать свой номер МТС</vt:lpstr>
      <vt:lpstr>Как узнать номер МТС в настройках Android-смартфона</vt:lpstr>
      <vt:lpstr>Как узнать номер МТС в настройках iPhone</vt:lpstr>
      <vt:lpstr>Другие способы</vt:lpstr>
      <vt:lpstr>Алгоритм выдачи продукта</vt:lpstr>
      <vt:lpstr>Обратите внимание</vt:lpstr>
      <vt:lpstr>Модель встречи</vt:lpstr>
      <vt:lpstr>Важно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Двойная выгода</dc:title>
  <dc:creator>Лобанова Полина Александровна</dc:creator>
  <cp:lastModifiedBy>Лобанова Полина Александровна</cp:lastModifiedBy>
  <cp:revision>54</cp:revision>
  <dcterms:created xsi:type="dcterms:W3CDTF">2025-02-10T07:51:09Z</dcterms:created>
  <dcterms:modified xsi:type="dcterms:W3CDTF">2025-04-03T09:00:39Z</dcterms:modified>
</cp:coreProperties>
</file>